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BDD7EE"/>
    <a:srgbClr val="BFBFBF"/>
    <a:srgbClr val="6A6A6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790" y="2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26.wmf"/><Relationship Id="rId23" Type="http://schemas.openxmlformats.org/officeDocument/2006/relationships/image" Target="../media/image23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24.wmf"/><Relationship Id="rId14" Type="http://schemas.openxmlformats.org/officeDocument/2006/relationships/image" Target="../media/image25.wmf"/><Relationship Id="rId22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1.wmf"/><Relationship Id="rId18" Type="http://schemas.openxmlformats.org/officeDocument/2006/relationships/image" Target="../media/image36.wmf"/><Relationship Id="rId3" Type="http://schemas.openxmlformats.org/officeDocument/2006/relationships/image" Target="../media/image3.wmf"/><Relationship Id="rId21" Type="http://schemas.openxmlformats.org/officeDocument/2006/relationships/image" Target="../media/image6.wmf"/><Relationship Id="rId7" Type="http://schemas.openxmlformats.org/officeDocument/2006/relationships/image" Target="../media/image28.wmf"/><Relationship Id="rId12" Type="http://schemas.openxmlformats.org/officeDocument/2006/relationships/image" Target="../media/image30.wmf"/><Relationship Id="rId17" Type="http://schemas.openxmlformats.org/officeDocument/2006/relationships/image" Target="../media/image35.wmf"/><Relationship Id="rId2" Type="http://schemas.openxmlformats.org/officeDocument/2006/relationships/image" Target="../media/image2.wmf"/><Relationship Id="rId16" Type="http://schemas.openxmlformats.org/officeDocument/2006/relationships/image" Target="../media/image34.wmf"/><Relationship Id="rId20" Type="http://schemas.openxmlformats.org/officeDocument/2006/relationships/image" Target="../media/image38.wmf"/><Relationship Id="rId1" Type="http://schemas.openxmlformats.org/officeDocument/2006/relationships/image" Target="../media/image1.wmf"/><Relationship Id="rId6" Type="http://schemas.openxmlformats.org/officeDocument/2006/relationships/image" Target="../media/image27.wmf"/><Relationship Id="rId11" Type="http://schemas.openxmlformats.org/officeDocument/2006/relationships/image" Target="../media/image10.wmf"/><Relationship Id="rId24" Type="http://schemas.openxmlformats.org/officeDocument/2006/relationships/image" Target="../media/image41.wmf"/><Relationship Id="rId5" Type="http://schemas.openxmlformats.org/officeDocument/2006/relationships/image" Target="../media/image5.wmf"/><Relationship Id="rId15" Type="http://schemas.openxmlformats.org/officeDocument/2006/relationships/image" Target="../media/image33.wmf"/><Relationship Id="rId23" Type="http://schemas.openxmlformats.org/officeDocument/2006/relationships/image" Target="../media/image40.wmf"/><Relationship Id="rId10" Type="http://schemas.openxmlformats.org/officeDocument/2006/relationships/image" Target="../media/image24.wmf"/><Relationship Id="rId19" Type="http://schemas.openxmlformats.org/officeDocument/2006/relationships/image" Target="../media/image37.wmf"/><Relationship Id="rId4" Type="http://schemas.openxmlformats.org/officeDocument/2006/relationships/image" Target="../media/image4.wmf"/><Relationship Id="rId9" Type="http://schemas.openxmlformats.org/officeDocument/2006/relationships/image" Target="../media/image7.wmf"/><Relationship Id="rId14" Type="http://schemas.openxmlformats.org/officeDocument/2006/relationships/image" Target="../media/image32.wmf"/><Relationship Id="rId22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1.wmf"/><Relationship Id="rId18" Type="http://schemas.openxmlformats.org/officeDocument/2006/relationships/image" Target="../media/image36.wmf"/><Relationship Id="rId3" Type="http://schemas.openxmlformats.org/officeDocument/2006/relationships/image" Target="../media/image1.wmf"/><Relationship Id="rId21" Type="http://schemas.openxmlformats.org/officeDocument/2006/relationships/image" Target="../media/image39.wmf"/><Relationship Id="rId7" Type="http://schemas.openxmlformats.org/officeDocument/2006/relationships/image" Target="../media/image44.wmf"/><Relationship Id="rId12" Type="http://schemas.openxmlformats.org/officeDocument/2006/relationships/image" Target="../media/image30.wmf"/><Relationship Id="rId17" Type="http://schemas.openxmlformats.org/officeDocument/2006/relationships/image" Target="../media/image35.wmf"/><Relationship Id="rId2" Type="http://schemas.openxmlformats.org/officeDocument/2006/relationships/image" Target="../media/image10.wmf"/><Relationship Id="rId16" Type="http://schemas.openxmlformats.org/officeDocument/2006/relationships/image" Target="../media/image34.wmf"/><Relationship Id="rId20" Type="http://schemas.openxmlformats.org/officeDocument/2006/relationships/image" Target="../media/image38.wmf"/><Relationship Id="rId1" Type="http://schemas.openxmlformats.org/officeDocument/2006/relationships/image" Target="../media/image7.wmf"/><Relationship Id="rId6" Type="http://schemas.openxmlformats.org/officeDocument/2006/relationships/image" Target="../media/image43.wmf"/><Relationship Id="rId11" Type="http://schemas.openxmlformats.org/officeDocument/2006/relationships/image" Target="../media/image24.wmf"/><Relationship Id="rId5" Type="http://schemas.openxmlformats.org/officeDocument/2006/relationships/image" Target="../media/image42.wmf"/><Relationship Id="rId15" Type="http://schemas.openxmlformats.org/officeDocument/2006/relationships/image" Target="../media/image33.wmf"/><Relationship Id="rId23" Type="http://schemas.openxmlformats.org/officeDocument/2006/relationships/image" Target="../media/image41.wmf"/><Relationship Id="rId10" Type="http://schemas.openxmlformats.org/officeDocument/2006/relationships/image" Target="../media/image29.wmf"/><Relationship Id="rId19" Type="http://schemas.openxmlformats.org/officeDocument/2006/relationships/image" Target="../media/image37.wmf"/><Relationship Id="rId4" Type="http://schemas.openxmlformats.org/officeDocument/2006/relationships/image" Target="../media/image2.wmf"/><Relationship Id="rId9" Type="http://schemas.openxmlformats.org/officeDocument/2006/relationships/image" Target="../media/image28.wmf"/><Relationship Id="rId14" Type="http://schemas.openxmlformats.org/officeDocument/2006/relationships/image" Target="../media/image32.wmf"/><Relationship Id="rId22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47.wmf"/><Relationship Id="rId18" Type="http://schemas.openxmlformats.org/officeDocument/2006/relationships/image" Target="../media/image51.wmf"/><Relationship Id="rId3" Type="http://schemas.openxmlformats.org/officeDocument/2006/relationships/image" Target="../media/image1.wmf"/><Relationship Id="rId7" Type="http://schemas.openxmlformats.org/officeDocument/2006/relationships/image" Target="../media/image44.wmf"/><Relationship Id="rId12" Type="http://schemas.openxmlformats.org/officeDocument/2006/relationships/image" Target="../media/image46.wmf"/><Relationship Id="rId17" Type="http://schemas.openxmlformats.org/officeDocument/2006/relationships/image" Target="../media/image41.wmf"/><Relationship Id="rId2" Type="http://schemas.openxmlformats.org/officeDocument/2006/relationships/image" Target="../media/image10.wmf"/><Relationship Id="rId16" Type="http://schemas.openxmlformats.org/officeDocument/2006/relationships/image" Target="../media/image50.wmf"/><Relationship Id="rId20" Type="http://schemas.openxmlformats.org/officeDocument/2006/relationships/image" Target="../media/image53.wmf"/><Relationship Id="rId1" Type="http://schemas.openxmlformats.org/officeDocument/2006/relationships/image" Target="../media/image7.wmf"/><Relationship Id="rId6" Type="http://schemas.openxmlformats.org/officeDocument/2006/relationships/image" Target="../media/image43.wmf"/><Relationship Id="rId11" Type="http://schemas.openxmlformats.org/officeDocument/2006/relationships/image" Target="../media/image32.wmf"/><Relationship Id="rId5" Type="http://schemas.openxmlformats.org/officeDocument/2006/relationships/image" Target="../media/image42.wmf"/><Relationship Id="rId15" Type="http://schemas.openxmlformats.org/officeDocument/2006/relationships/image" Target="../media/image49.wmf"/><Relationship Id="rId10" Type="http://schemas.openxmlformats.org/officeDocument/2006/relationships/image" Target="../media/image45.wmf"/><Relationship Id="rId19" Type="http://schemas.openxmlformats.org/officeDocument/2006/relationships/image" Target="../media/image52.wmf"/><Relationship Id="rId4" Type="http://schemas.openxmlformats.org/officeDocument/2006/relationships/image" Target="../media/image2.wmf"/><Relationship Id="rId9" Type="http://schemas.openxmlformats.org/officeDocument/2006/relationships/image" Target="../media/image28.wmf"/><Relationship Id="rId14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image" Target="../media/image19.wmf"/><Relationship Id="rId26" Type="http://schemas.openxmlformats.org/officeDocument/2006/relationships/image" Target="../media/image30.wmf"/><Relationship Id="rId39" Type="http://schemas.openxmlformats.org/officeDocument/2006/relationships/image" Target="../media/image43.wmf"/><Relationship Id="rId21" Type="http://schemas.openxmlformats.org/officeDocument/2006/relationships/image" Target="../media/image22.wmf"/><Relationship Id="rId34" Type="http://schemas.openxmlformats.org/officeDocument/2006/relationships/image" Target="../media/image38.wmf"/><Relationship Id="rId42" Type="http://schemas.openxmlformats.org/officeDocument/2006/relationships/image" Target="../media/image46.wmf"/><Relationship Id="rId47" Type="http://schemas.openxmlformats.org/officeDocument/2006/relationships/image" Target="../media/image50.wmf"/><Relationship Id="rId50" Type="http://schemas.openxmlformats.org/officeDocument/2006/relationships/image" Target="../media/image5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6" Type="http://schemas.openxmlformats.org/officeDocument/2006/relationships/image" Target="../media/image17.wmf"/><Relationship Id="rId29" Type="http://schemas.openxmlformats.org/officeDocument/2006/relationships/image" Target="../media/image33.wmf"/><Relationship Id="rId11" Type="http://schemas.openxmlformats.org/officeDocument/2006/relationships/image" Target="../media/image12.wmf"/><Relationship Id="rId24" Type="http://schemas.openxmlformats.org/officeDocument/2006/relationships/image" Target="../media/image28.wmf"/><Relationship Id="rId32" Type="http://schemas.openxmlformats.org/officeDocument/2006/relationships/image" Target="../media/image36.wmf"/><Relationship Id="rId37" Type="http://schemas.openxmlformats.org/officeDocument/2006/relationships/image" Target="../media/image41.wmf"/><Relationship Id="rId40" Type="http://schemas.openxmlformats.org/officeDocument/2006/relationships/image" Target="../media/image44.wmf"/><Relationship Id="rId45" Type="http://schemas.openxmlformats.org/officeDocument/2006/relationships/image" Target="../media/image49.wmf"/><Relationship Id="rId5" Type="http://schemas.openxmlformats.org/officeDocument/2006/relationships/image" Target="../media/image5.wmf"/><Relationship Id="rId15" Type="http://schemas.openxmlformats.org/officeDocument/2006/relationships/image" Target="../media/image16.wmf"/><Relationship Id="rId23" Type="http://schemas.openxmlformats.org/officeDocument/2006/relationships/image" Target="../media/image27.wmf"/><Relationship Id="rId28" Type="http://schemas.openxmlformats.org/officeDocument/2006/relationships/image" Target="../media/image32.wmf"/><Relationship Id="rId36" Type="http://schemas.openxmlformats.org/officeDocument/2006/relationships/image" Target="../media/image40.wmf"/><Relationship Id="rId49" Type="http://schemas.openxmlformats.org/officeDocument/2006/relationships/image" Target="../media/image52.wmf"/><Relationship Id="rId10" Type="http://schemas.openxmlformats.org/officeDocument/2006/relationships/image" Target="../media/image11.wmf"/><Relationship Id="rId19" Type="http://schemas.openxmlformats.org/officeDocument/2006/relationships/image" Target="../media/image20.wmf"/><Relationship Id="rId31" Type="http://schemas.openxmlformats.org/officeDocument/2006/relationships/image" Target="../media/image35.wmf"/><Relationship Id="rId44" Type="http://schemas.openxmlformats.org/officeDocument/2006/relationships/image" Target="../media/image48.wmf"/><Relationship Id="rId4" Type="http://schemas.openxmlformats.org/officeDocument/2006/relationships/image" Target="../media/image4.wmf"/><Relationship Id="rId9" Type="http://schemas.openxmlformats.org/officeDocument/2006/relationships/image" Target="../media/image24.wmf"/><Relationship Id="rId14" Type="http://schemas.openxmlformats.org/officeDocument/2006/relationships/image" Target="../media/image26.wmf"/><Relationship Id="rId22" Type="http://schemas.openxmlformats.org/officeDocument/2006/relationships/image" Target="../media/image23.wmf"/><Relationship Id="rId27" Type="http://schemas.openxmlformats.org/officeDocument/2006/relationships/image" Target="../media/image31.wmf"/><Relationship Id="rId30" Type="http://schemas.openxmlformats.org/officeDocument/2006/relationships/image" Target="../media/image34.wmf"/><Relationship Id="rId35" Type="http://schemas.openxmlformats.org/officeDocument/2006/relationships/image" Target="../media/image39.wmf"/><Relationship Id="rId43" Type="http://schemas.openxmlformats.org/officeDocument/2006/relationships/image" Target="../media/image47.wmf"/><Relationship Id="rId48" Type="http://schemas.openxmlformats.org/officeDocument/2006/relationships/image" Target="../media/image51.wmf"/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5" Type="http://schemas.openxmlformats.org/officeDocument/2006/relationships/image" Target="../media/image29.wmf"/><Relationship Id="rId33" Type="http://schemas.openxmlformats.org/officeDocument/2006/relationships/image" Target="../media/image37.wmf"/><Relationship Id="rId38" Type="http://schemas.openxmlformats.org/officeDocument/2006/relationships/image" Target="../media/image42.wmf"/><Relationship Id="rId46" Type="http://schemas.openxmlformats.org/officeDocument/2006/relationships/image" Target="../media/image10.wmf"/><Relationship Id="rId20" Type="http://schemas.openxmlformats.org/officeDocument/2006/relationships/image" Target="../media/image21.wmf"/><Relationship Id="rId41" Type="http://schemas.openxmlformats.org/officeDocument/2006/relationships/image" Target="../media/image45.wmf"/><Relationship Id="rId1" Type="http://schemas.openxmlformats.org/officeDocument/2006/relationships/image" Target="../media/image1.wmf"/><Relationship Id="rId6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26" Type="http://schemas.openxmlformats.org/officeDocument/2006/relationships/image" Target="../media/image45.wmf"/><Relationship Id="rId39" Type="http://schemas.openxmlformats.org/officeDocument/2006/relationships/image" Target="../media/image12.wmf"/><Relationship Id="rId21" Type="http://schemas.openxmlformats.org/officeDocument/2006/relationships/image" Target="../media/image40.wmf"/><Relationship Id="rId34" Type="http://schemas.openxmlformats.org/officeDocument/2006/relationships/image" Target="../media/image52.wmf"/><Relationship Id="rId42" Type="http://schemas.openxmlformats.org/officeDocument/2006/relationships/image" Target="../media/image26.wmf"/><Relationship Id="rId47" Type="http://schemas.openxmlformats.org/officeDocument/2006/relationships/image" Target="../media/image20.wmf"/><Relationship Id="rId50" Type="http://schemas.openxmlformats.org/officeDocument/2006/relationships/image" Target="../media/image23.wmf"/><Relationship Id="rId7" Type="http://schemas.openxmlformats.org/officeDocument/2006/relationships/image" Target="../media/image28.wmf"/><Relationship Id="rId2" Type="http://schemas.openxmlformats.org/officeDocument/2006/relationships/image" Target="../media/image2.wmf"/><Relationship Id="rId16" Type="http://schemas.openxmlformats.org/officeDocument/2006/relationships/image" Target="../media/image36.wmf"/><Relationship Id="rId29" Type="http://schemas.openxmlformats.org/officeDocument/2006/relationships/image" Target="../media/image48.wmf"/><Relationship Id="rId11" Type="http://schemas.openxmlformats.org/officeDocument/2006/relationships/image" Target="../media/image31.wmf"/><Relationship Id="rId24" Type="http://schemas.openxmlformats.org/officeDocument/2006/relationships/image" Target="../media/image43.wmf"/><Relationship Id="rId32" Type="http://schemas.openxmlformats.org/officeDocument/2006/relationships/image" Target="../media/image50.wmf"/><Relationship Id="rId37" Type="http://schemas.openxmlformats.org/officeDocument/2006/relationships/image" Target="../media/image8.wmf"/><Relationship Id="rId40" Type="http://schemas.openxmlformats.org/officeDocument/2006/relationships/image" Target="../media/image13.wmf"/><Relationship Id="rId45" Type="http://schemas.openxmlformats.org/officeDocument/2006/relationships/image" Target="../media/image18.wmf"/><Relationship Id="rId5" Type="http://schemas.openxmlformats.org/officeDocument/2006/relationships/image" Target="../media/image5.wmf"/><Relationship Id="rId15" Type="http://schemas.openxmlformats.org/officeDocument/2006/relationships/image" Target="../media/image35.wmf"/><Relationship Id="rId23" Type="http://schemas.openxmlformats.org/officeDocument/2006/relationships/image" Target="../media/image42.wmf"/><Relationship Id="rId28" Type="http://schemas.openxmlformats.org/officeDocument/2006/relationships/image" Target="../media/image47.wmf"/><Relationship Id="rId36" Type="http://schemas.openxmlformats.org/officeDocument/2006/relationships/image" Target="../media/image7.wmf"/><Relationship Id="rId49" Type="http://schemas.openxmlformats.org/officeDocument/2006/relationships/image" Target="../media/image22.wmf"/><Relationship Id="rId10" Type="http://schemas.openxmlformats.org/officeDocument/2006/relationships/image" Target="../media/image30.wmf"/><Relationship Id="rId19" Type="http://schemas.openxmlformats.org/officeDocument/2006/relationships/image" Target="../media/image6.wmf"/><Relationship Id="rId31" Type="http://schemas.openxmlformats.org/officeDocument/2006/relationships/image" Target="../media/image10.wmf"/><Relationship Id="rId44" Type="http://schemas.openxmlformats.org/officeDocument/2006/relationships/image" Target="../media/image17.wmf"/><Relationship Id="rId4" Type="http://schemas.openxmlformats.org/officeDocument/2006/relationships/image" Target="../media/image4.wmf"/><Relationship Id="rId9" Type="http://schemas.openxmlformats.org/officeDocument/2006/relationships/image" Target="../media/image24.wmf"/><Relationship Id="rId14" Type="http://schemas.openxmlformats.org/officeDocument/2006/relationships/image" Target="../media/image34.wmf"/><Relationship Id="rId22" Type="http://schemas.openxmlformats.org/officeDocument/2006/relationships/image" Target="../media/image41.wmf"/><Relationship Id="rId27" Type="http://schemas.openxmlformats.org/officeDocument/2006/relationships/image" Target="../media/image46.wmf"/><Relationship Id="rId30" Type="http://schemas.openxmlformats.org/officeDocument/2006/relationships/image" Target="../media/image49.wmf"/><Relationship Id="rId35" Type="http://schemas.openxmlformats.org/officeDocument/2006/relationships/image" Target="../media/image53.wmf"/><Relationship Id="rId43" Type="http://schemas.openxmlformats.org/officeDocument/2006/relationships/image" Target="../media/image16.wmf"/><Relationship Id="rId48" Type="http://schemas.openxmlformats.org/officeDocument/2006/relationships/image" Target="../media/image21.wmf"/><Relationship Id="rId8" Type="http://schemas.openxmlformats.org/officeDocument/2006/relationships/image" Target="../media/image29.wmf"/><Relationship Id="rId3" Type="http://schemas.openxmlformats.org/officeDocument/2006/relationships/image" Target="../media/image3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5" Type="http://schemas.openxmlformats.org/officeDocument/2006/relationships/image" Target="../media/image44.wmf"/><Relationship Id="rId33" Type="http://schemas.openxmlformats.org/officeDocument/2006/relationships/image" Target="../media/image51.wmf"/><Relationship Id="rId38" Type="http://schemas.openxmlformats.org/officeDocument/2006/relationships/image" Target="../media/image11.wmf"/><Relationship Id="rId46" Type="http://schemas.openxmlformats.org/officeDocument/2006/relationships/image" Target="../media/image19.wmf"/><Relationship Id="rId20" Type="http://schemas.openxmlformats.org/officeDocument/2006/relationships/image" Target="../media/image39.wmf"/><Relationship Id="rId41" Type="http://schemas.openxmlformats.org/officeDocument/2006/relationships/image" Target="../media/image25.wmf"/><Relationship Id="rId1" Type="http://schemas.openxmlformats.org/officeDocument/2006/relationships/image" Target="../media/image1.wmf"/><Relationship Id="rId6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9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3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37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7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4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5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40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8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47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25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2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569D4-FA67-43F7-A797-C494DC4EDC62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DFF53-EC06-4778-BBE2-180E9A2D9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4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5.wmf"/><Relationship Id="rId26" Type="http://schemas.openxmlformats.org/officeDocument/2006/relationships/oleObject" Target="../embeddings/oleObject16.bin"/><Relationship Id="rId39" Type="http://schemas.openxmlformats.org/officeDocument/2006/relationships/image" Target="../media/image15.wmf"/><Relationship Id="rId21" Type="http://schemas.openxmlformats.org/officeDocument/2006/relationships/oleObject" Target="../embeddings/oleObject13.bin"/><Relationship Id="rId34" Type="http://schemas.openxmlformats.org/officeDocument/2006/relationships/oleObject" Target="../embeddings/oleObject20.bin"/><Relationship Id="rId42" Type="http://schemas.openxmlformats.org/officeDocument/2006/relationships/oleObject" Target="../embeddings/oleObject24.bin"/><Relationship Id="rId47" Type="http://schemas.openxmlformats.org/officeDocument/2006/relationships/image" Target="../media/image19.wmf"/><Relationship Id="rId50" Type="http://schemas.openxmlformats.org/officeDocument/2006/relationships/oleObject" Target="../embeddings/oleObject28.bin"/><Relationship Id="rId55" Type="http://schemas.openxmlformats.org/officeDocument/2006/relationships/image" Target="../media/image23.wmf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.wmf"/><Relationship Id="rId29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8.wmf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14.wmf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18.wmf"/><Relationship Id="rId53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2.bin"/><Relationship Id="rId31" Type="http://schemas.openxmlformats.org/officeDocument/2006/relationships/image" Target="../media/image11.wmf"/><Relationship Id="rId44" Type="http://schemas.openxmlformats.org/officeDocument/2006/relationships/oleObject" Target="../embeddings/oleObject25.bin"/><Relationship Id="rId52" Type="http://schemas.openxmlformats.org/officeDocument/2006/relationships/oleObject" Target="../embeddings/oleObject29.bin"/><Relationship Id="rId4" Type="http://schemas.openxmlformats.org/officeDocument/2006/relationships/image" Target="../media/image1.wmf"/><Relationship Id="rId9" Type="http://schemas.openxmlformats.org/officeDocument/2006/relationships/image" Target="../media/image2.wmf"/><Relationship Id="rId14" Type="http://schemas.openxmlformats.org/officeDocument/2006/relationships/image" Target="../media/image3.wmf"/><Relationship Id="rId22" Type="http://schemas.openxmlformats.org/officeDocument/2006/relationships/image" Target="../media/image7.wmf"/><Relationship Id="rId27" Type="http://schemas.openxmlformats.org/officeDocument/2006/relationships/image" Target="../media/image9.wmf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13.wmf"/><Relationship Id="rId43" Type="http://schemas.openxmlformats.org/officeDocument/2006/relationships/image" Target="../media/image17.wmf"/><Relationship Id="rId48" Type="http://schemas.openxmlformats.org/officeDocument/2006/relationships/oleObject" Target="../embeddings/oleObject27.bin"/><Relationship Id="rId8" Type="http://schemas.openxmlformats.org/officeDocument/2006/relationships/oleObject" Target="../embeddings/oleObject5.bin"/><Relationship Id="rId51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image" Target="../media/image12.wmf"/><Relationship Id="rId38" Type="http://schemas.openxmlformats.org/officeDocument/2006/relationships/oleObject" Target="../embeddings/oleObject22.bin"/><Relationship Id="rId46" Type="http://schemas.openxmlformats.org/officeDocument/2006/relationships/oleObject" Target="../embeddings/oleObject26.bin"/><Relationship Id="rId20" Type="http://schemas.openxmlformats.org/officeDocument/2006/relationships/image" Target="../media/image6.wmf"/><Relationship Id="rId41" Type="http://schemas.openxmlformats.org/officeDocument/2006/relationships/image" Target="../media/image16.wmf"/><Relationship Id="rId54" Type="http://schemas.openxmlformats.org/officeDocument/2006/relationships/oleObject" Target="../embeddings/oleObject3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oleObject" Target="../embeddings/oleObject17.bin"/><Relationship Id="rId36" Type="http://schemas.openxmlformats.org/officeDocument/2006/relationships/oleObject" Target="../embeddings/oleObject21.bin"/><Relationship Id="rId49" Type="http://schemas.openxmlformats.org/officeDocument/2006/relationships/image" Target="../media/image20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5.wmf"/><Relationship Id="rId26" Type="http://schemas.openxmlformats.org/officeDocument/2006/relationships/oleObject" Target="../embeddings/oleObject31.bin"/><Relationship Id="rId39" Type="http://schemas.openxmlformats.org/officeDocument/2006/relationships/image" Target="../media/image26.wmf"/><Relationship Id="rId21" Type="http://schemas.openxmlformats.org/officeDocument/2006/relationships/oleObject" Target="../embeddings/oleObject13.bin"/><Relationship Id="rId34" Type="http://schemas.openxmlformats.org/officeDocument/2006/relationships/oleObject" Target="../embeddings/oleObject20.bin"/><Relationship Id="rId42" Type="http://schemas.openxmlformats.org/officeDocument/2006/relationships/oleObject" Target="../embeddings/oleObject24.bin"/><Relationship Id="rId47" Type="http://schemas.openxmlformats.org/officeDocument/2006/relationships/image" Target="../media/image19.wmf"/><Relationship Id="rId50" Type="http://schemas.openxmlformats.org/officeDocument/2006/relationships/oleObject" Target="../embeddings/oleObject28.bin"/><Relationship Id="rId55" Type="http://schemas.openxmlformats.org/officeDocument/2006/relationships/image" Target="../media/image23.wmf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.wmf"/><Relationship Id="rId29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8.wmf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5.wmf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18.wmf"/><Relationship Id="rId53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2.bin"/><Relationship Id="rId31" Type="http://schemas.openxmlformats.org/officeDocument/2006/relationships/image" Target="../media/image11.wmf"/><Relationship Id="rId44" Type="http://schemas.openxmlformats.org/officeDocument/2006/relationships/oleObject" Target="../embeddings/oleObject25.bin"/><Relationship Id="rId52" Type="http://schemas.openxmlformats.org/officeDocument/2006/relationships/oleObject" Target="../embeddings/oleObject29.bin"/><Relationship Id="rId4" Type="http://schemas.openxmlformats.org/officeDocument/2006/relationships/image" Target="../media/image1.wmf"/><Relationship Id="rId9" Type="http://schemas.openxmlformats.org/officeDocument/2006/relationships/image" Target="../media/image2.wmf"/><Relationship Id="rId14" Type="http://schemas.openxmlformats.org/officeDocument/2006/relationships/image" Target="../media/image3.wmf"/><Relationship Id="rId22" Type="http://schemas.openxmlformats.org/officeDocument/2006/relationships/image" Target="../media/image7.wmf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13.wmf"/><Relationship Id="rId43" Type="http://schemas.openxmlformats.org/officeDocument/2006/relationships/image" Target="../media/image17.wmf"/><Relationship Id="rId48" Type="http://schemas.openxmlformats.org/officeDocument/2006/relationships/oleObject" Target="../embeddings/oleObject27.bin"/><Relationship Id="rId8" Type="http://schemas.openxmlformats.org/officeDocument/2006/relationships/oleObject" Target="../embeddings/oleObject5.bin"/><Relationship Id="rId51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image" Target="../media/image12.wmf"/><Relationship Id="rId38" Type="http://schemas.openxmlformats.org/officeDocument/2006/relationships/oleObject" Target="../embeddings/oleObject33.bin"/><Relationship Id="rId46" Type="http://schemas.openxmlformats.org/officeDocument/2006/relationships/oleObject" Target="../embeddings/oleObject26.bin"/><Relationship Id="rId20" Type="http://schemas.openxmlformats.org/officeDocument/2006/relationships/image" Target="../media/image6.wmf"/><Relationship Id="rId41" Type="http://schemas.openxmlformats.org/officeDocument/2006/relationships/image" Target="../media/image16.wmf"/><Relationship Id="rId54" Type="http://schemas.openxmlformats.org/officeDocument/2006/relationships/oleObject" Target="../embeddings/oleObject3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oleObject" Target="../embeddings/oleObject17.bin"/><Relationship Id="rId36" Type="http://schemas.openxmlformats.org/officeDocument/2006/relationships/oleObject" Target="../embeddings/oleObject32.bin"/><Relationship Id="rId49" Type="http://schemas.openxmlformats.org/officeDocument/2006/relationships/image" Target="../media/image20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.bin"/><Relationship Id="rId18" Type="http://schemas.openxmlformats.org/officeDocument/2006/relationships/image" Target="../media/image5.wmf"/><Relationship Id="rId26" Type="http://schemas.openxmlformats.org/officeDocument/2006/relationships/image" Target="../media/image7.wmf"/><Relationship Id="rId39" Type="http://schemas.openxmlformats.org/officeDocument/2006/relationships/oleObject" Target="../embeddings/oleObject55.bin"/><Relationship Id="rId21" Type="http://schemas.openxmlformats.org/officeDocument/2006/relationships/oleObject" Target="../embeddings/oleObject46.bin"/><Relationship Id="rId34" Type="http://schemas.openxmlformats.org/officeDocument/2006/relationships/image" Target="../media/image31.wmf"/><Relationship Id="rId42" Type="http://schemas.openxmlformats.org/officeDocument/2006/relationships/image" Target="../media/image35.wmf"/><Relationship Id="rId47" Type="http://schemas.openxmlformats.org/officeDocument/2006/relationships/oleObject" Target="../embeddings/oleObject59.bin"/><Relationship Id="rId50" Type="http://schemas.openxmlformats.org/officeDocument/2006/relationships/image" Target="../media/image6.wmf"/><Relationship Id="rId55" Type="http://schemas.openxmlformats.org/officeDocument/2006/relationships/oleObject" Target="../embeddings/oleObject63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.wmf"/><Relationship Id="rId29" Type="http://schemas.openxmlformats.org/officeDocument/2006/relationships/oleObject" Target="../embeddings/oleObject50.bin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29.wmf"/><Relationship Id="rId32" Type="http://schemas.openxmlformats.org/officeDocument/2006/relationships/image" Target="../media/image30.wmf"/><Relationship Id="rId37" Type="http://schemas.openxmlformats.org/officeDocument/2006/relationships/oleObject" Target="../embeddings/oleObject54.bin"/><Relationship Id="rId40" Type="http://schemas.openxmlformats.org/officeDocument/2006/relationships/image" Target="../media/image34.wmf"/><Relationship Id="rId45" Type="http://schemas.openxmlformats.org/officeDocument/2006/relationships/oleObject" Target="../embeddings/oleObject58.bin"/><Relationship Id="rId53" Type="http://schemas.openxmlformats.org/officeDocument/2006/relationships/oleObject" Target="../embeddings/oleObject62.bin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9.bin"/><Relationship Id="rId19" Type="http://schemas.openxmlformats.org/officeDocument/2006/relationships/oleObject" Target="../embeddings/oleObject45.bin"/><Relationship Id="rId31" Type="http://schemas.openxmlformats.org/officeDocument/2006/relationships/oleObject" Target="../embeddings/oleObject51.bin"/><Relationship Id="rId44" Type="http://schemas.openxmlformats.org/officeDocument/2006/relationships/image" Target="../media/image36.wmf"/><Relationship Id="rId52" Type="http://schemas.openxmlformats.org/officeDocument/2006/relationships/image" Target="../media/image39.wmf"/><Relationship Id="rId4" Type="http://schemas.openxmlformats.org/officeDocument/2006/relationships/image" Target="../media/image1.wmf"/><Relationship Id="rId9" Type="http://schemas.openxmlformats.org/officeDocument/2006/relationships/image" Target="../media/image2.wmf"/><Relationship Id="rId14" Type="http://schemas.openxmlformats.org/officeDocument/2006/relationships/image" Target="../media/image3.w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10.wmf"/><Relationship Id="rId35" Type="http://schemas.openxmlformats.org/officeDocument/2006/relationships/oleObject" Target="../embeddings/oleObject53.bin"/><Relationship Id="rId43" Type="http://schemas.openxmlformats.org/officeDocument/2006/relationships/oleObject" Target="../embeddings/oleObject57.bin"/><Relationship Id="rId48" Type="http://schemas.openxmlformats.org/officeDocument/2006/relationships/image" Target="../media/image38.wmf"/><Relationship Id="rId56" Type="http://schemas.openxmlformats.org/officeDocument/2006/relationships/image" Target="../media/image41.wmf"/><Relationship Id="rId8" Type="http://schemas.openxmlformats.org/officeDocument/2006/relationships/oleObject" Target="../embeddings/oleObject38.bin"/><Relationship Id="rId51" Type="http://schemas.openxmlformats.org/officeDocument/2006/relationships/oleObject" Target="../embeddings/oleObject61.bin"/><Relationship Id="rId3" Type="http://schemas.openxmlformats.org/officeDocument/2006/relationships/oleObject" Target="../embeddings/oleObject34.bin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33" Type="http://schemas.openxmlformats.org/officeDocument/2006/relationships/oleObject" Target="../embeddings/oleObject52.bin"/><Relationship Id="rId38" Type="http://schemas.openxmlformats.org/officeDocument/2006/relationships/image" Target="../media/image33.wmf"/><Relationship Id="rId46" Type="http://schemas.openxmlformats.org/officeDocument/2006/relationships/image" Target="../media/image37.wmf"/><Relationship Id="rId20" Type="http://schemas.openxmlformats.org/officeDocument/2006/relationships/image" Target="../media/image27.wmf"/><Relationship Id="rId41" Type="http://schemas.openxmlformats.org/officeDocument/2006/relationships/oleObject" Target="../embeddings/oleObject56.bin"/><Relationship Id="rId54" Type="http://schemas.openxmlformats.org/officeDocument/2006/relationships/image" Target="../media/image40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6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24.wmf"/><Relationship Id="rId36" Type="http://schemas.openxmlformats.org/officeDocument/2006/relationships/image" Target="../media/image32.wmf"/><Relationship Id="rId49" Type="http://schemas.openxmlformats.org/officeDocument/2006/relationships/oleObject" Target="../embeddings/oleObject60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wmf"/><Relationship Id="rId18" Type="http://schemas.openxmlformats.org/officeDocument/2006/relationships/image" Target="../media/image42.wmf"/><Relationship Id="rId26" Type="http://schemas.openxmlformats.org/officeDocument/2006/relationships/image" Target="../media/image28.wmf"/><Relationship Id="rId39" Type="http://schemas.openxmlformats.org/officeDocument/2006/relationships/oleObject" Target="../embeddings/oleObject76.bin"/><Relationship Id="rId21" Type="http://schemas.openxmlformats.org/officeDocument/2006/relationships/oleObject" Target="../embeddings/oleObject68.bin"/><Relationship Id="rId34" Type="http://schemas.openxmlformats.org/officeDocument/2006/relationships/image" Target="../media/image31.wmf"/><Relationship Id="rId42" Type="http://schemas.openxmlformats.org/officeDocument/2006/relationships/image" Target="../media/image35.wmf"/><Relationship Id="rId47" Type="http://schemas.openxmlformats.org/officeDocument/2006/relationships/oleObject" Target="../embeddings/oleObject80.bin"/><Relationship Id="rId50" Type="http://schemas.openxmlformats.org/officeDocument/2006/relationships/oleObject" Target="../embeddings/oleObject82.bin"/><Relationship Id="rId55" Type="http://schemas.openxmlformats.org/officeDocument/2006/relationships/image" Target="../media/image41.wmf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1.bin"/><Relationship Id="rId29" Type="http://schemas.openxmlformats.org/officeDocument/2006/relationships/oleObject" Target="../embeddings/oleObject71.bin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27.wmf"/><Relationship Id="rId32" Type="http://schemas.openxmlformats.org/officeDocument/2006/relationships/image" Target="../media/image30.wmf"/><Relationship Id="rId37" Type="http://schemas.openxmlformats.org/officeDocument/2006/relationships/oleObject" Target="../embeddings/oleObject75.bin"/><Relationship Id="rId40" Type="http://schemas.openxmlformats.org/officeDocument/2006/relationships/image" Target="../media/image34.wmf"/><Relationship Id="rId45" Type="http://schemas.openxmlformats.org/officeDocument/2006/relationships/oleObject" Target="../embeddings/oleObject79.bin"/><Relationship Id="rId53" Type="http://schemas.openxmlformats.org/officeDocument/2006/relationships/image" Target="../media/image40.wmf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36.bin"/><Relationship Id="rId19" Type="http://schemas.openxmlformats.org/officeDocument/2006/relationships/oleObject" Target="../embeddings/oleObject67.bin"/><Relationship Id="rId31" Type="http://schemas.openxmlformats.org/officeDocument/2006/relationships/oleObject" Target="../embeddings/oleObject72.bin"/><Relationship Id="rId44" Type="http://schemas.openxmlformats.org/officeDocument/2006/relationships/image" Target="../media/image36.wmf"/><Relationship Id="rId52" Type="http://schemas.openxmlformats.org/officeDocument/2006/relationships/oleObject" Target="../embeddings/oleObject83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70.bin"/><Relationship Id="rId30" Type="http://schemas.openxmlformats.org/officeDocument/2006/relationships/image" Target="../media/image24.wmf"/><Relationship Id="rId35" Type="http://schemas.openxmlformats.org/officeDocument/2006/relationships/oleObject" Target="../embeddings/oleObject74.bin"/><Relationship Id="rId43" Type="http://schemas.openxmlformats.org/officeDocument/2006/relationships/oleObject" Target="../embeddings/oleObject78.bin"/><Relationship Id="rId48" Type="http://schemas.openxmlformats.org/officeDocument/2006/relationships/image" Target="../media/image38.wmf"/><Relationship Id="rId8" Type="http://schemas.openxmlformats.org/officeDocument/2006/relationships/image" Target="../media/image1.wmf"/><Relationship Id="rId51" Type="http://schemas.openxmlformats.org/officeDocument/2006/relationships/image" Target="../media/image39.wmf"/><Relationship Id="rId3" Type="http://schemas.openxmlformats.org/officeDocument/2006/relationships/oleObject" Target="../embeddings/oleObject64.bin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69.bin"/><Relationship Id="rId33" Type="http://schemas.openxmlformats.org/officeDocument/2006/relationships/oleObject" Target="../embeddings/oleObject73.bin"/><Relationship Id="rId38" Type="http://schemas.openxmlformats.org/officeDocument/2006/relationships/image" Target="../media/image33.wmf"/><Relationship Id="rId46" Type="http://schemas.openxmlformats.org/officeDocument/2006/relationships/image" Target="../media/image37.wmf"/><Relationship Id="rId20" Type="http://schemas.openxmlformats.org/officeDocument/2006/relationships/image" Target="../media/image43.wmf"/><Relationship Id="rId41" Type="http://schemas.openxmlformats.org/officeDocument/2006/relationships/oleObject" Target="../embeddings/oleObject77.bin"/><Relationship Id="rId54" Type="http://schemas.openxmlformats.org/officeDocument/2006/relationships/oleObject" Target="../embeddings/oleObject84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29.wmf"/><Relationship Id="rId36" Type="http://schemas.openxmlformats.org/officeDocument/2006/relationships/image" Target="../media/image32.wmf"/><Relationship Id="rId49" Type="http://schemas.openxmlformats.org/officeDocument/2006/relationships/oleObject" Target="../embeddings/oleObject81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wmf"/><Relationship Id="rId18" Type="http://schemas.openxmlformats.org/officeDocument/2006/relationships/image" Target="../media/image42.wmf"/><Relationship Id="rId26" Type="http://schemas.openxmlformats.org/officeDocument/2006/relationships/image" Target="../media/image28.wmf"/><Relationship Id="rId39" Type="http://schemas.openxmlformats.org/officeDocument/2006/relationships/image" Target="../media/image49.wmf"/><Relationship Id="rId21" Type="http://schemas.openxmlformats.org/officeDocument/2006/relationships/oleObject" Target="../embeddings/oleObject89.bin"/><Relationship Id="rId34" Type="http://schemas.openxmlformats.org/officeDocument/2006/relationships/image" Target="../media/image47.wmf"/><Relationship Id="rId42" Type="http://schemas.openxmlformats.org/officeDocument/2006/relationships/image" Target="../media/image50.wmf"/><Relationship Id="rId47" Type="http://schemas.openxmlformats.org/officeDocument/2006/relationships/image" Target="../media/image51.wmf"/><Relationship Id="rId50" Type="http://schemas.openxmlformats.org/officeDocument/2006/relationships/oleObject" Target="../embeddings/oleObject101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1.bin"/><Relationship Id="rId29" Type="http://schemas.openxmlformats.org/officeDocument/2006/relationships/oleObject" Target="../embeddings/oleObject74.bin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27.wmf"/><Relationship Id="rId32" Type="http://schemas.openxmlformats.org/officeDocument/2006/relationships/image" Target="../media/image46.wmf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96.bin"/><Relationship Id="rId45" Type="http://schemas.openxmlformats.org/officeDocument/2006/relationships/image" Target="../media/image41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45.wmf"/><Relationship Id="rId36" Type="http://schemas.openxmlformats.org/officeDocument/2006/relationships/oleObject" Target="../embeddings/oleObject94.bin"/><Relationship Id="rId49" Type="http://schemas.openxmlformats.org/officeDocument/2006/relationships/image" Target="../media/image52.wmf"/><Relationship Id="rId10" Type="http://schemas.openxmlformats.org/officeDocument/2006/relationships/oleObject" Target="../embeddings/oleObject36.bin"/><Relationship Id="rId19" Type="http://schemas.openxmlformats.org/officeDocument/2006/relationships/oleObject" Target="../embeddings/oleObject88.bin"/><Relationship Id="rId31" Type="http://schemas.openxmlformats.org/officeDocument/2006/relationships/oleObject" Target="../embeddings/oleObject91.bin"/><Relationship Id="rId44" Type="http://schemas.openxmlformats.org/officeDocument/2006/relationships/oleObject" Target="../embeddings/oleObject84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44.wmf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32.wmf"/><Relationship Id="rId35" Type="http://schemas.openxmlformats.org/officeDocument/2006/relationships/oleObject" Target="../embeddings/oleObject93.bin"/><Relationship Id="rId43" Type="http://schemas.openxmlformats.org/officeDocument/2006/relationships/oleObject" Target="../embeddings/oleObject98.bin"/><Relationship Id="rId48" Type="http://schemas.openxmlformats.org/officeDocument/2006/relationships/oleObject" Target="../embeddings/oleObject100.bin"/><Relationship Id="rId8" Type="http://schemas.openxmlformats.org/officeDocument/2006/relationships/image" Target="../media/image1.wmf"/><Relationship Id="rId51" Type="http://schemas.openxmlformats.org/officeDocument/2006/relationships/image" Target="../media/image53.wmf"/><Relationship Id="rId3" Type="http://schemas.openxmlformats.org/officeDocument/2006/relationships/oleObject" Target="../embeddings/oleObject85.bin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69.bin"/><Relationship Id="rId33" Type="http://schemas.openxmlformats.org/officeDocument/2006/relationships/oleObject" Target="../embeddings/oleObject92.bin"/><Relationship Id="rId38" Type="http://schemas.openxmlformats.org/officeDocument/2006/relationships/oleObject" Target="../embeddings/oleObject95.bin"/><Relationship Id="rId46" Type="http://schemas.openxmlformats.org/officeDocument/2006/relationships/oleObject" Target="../embeddings/oleObject99.bin"/><Relationship Id="rId20" Type="http://schemas.openxmlformats.org/officeDocument/2006/relationships/image" Target="../media/image43.wmf"/><Relationship Id="rId41" Type="http://schemas.openxmlformats.org/officeDocument/2006/relationships/oleObject" Target="../embeddings/oleObject9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oleObject" Target="../embeddings/oleObject84.bin"/><Relationship Id="rId21" Type="http://schemas.openxmlformats.org/officeDocument/2006/relationships/oleObject" Target="../embeddings/oleObject13.bin"/><Relationship Id="rId42" Type="http://schemas.openxmlformats.org/officeDocument/2006/relationships/image" Target="../media/image18.wmf"/><Relationship Id="rId63" Type="http://schemas.openxmlformats.org/officeDocument/2006/relationships/oleObject" Target="../embeddings/oleObject44.bin"/><Relationship Id="rId84" Type="http://schemas.openxmlformats.org/officeDocument/2006/relationships/image" Target="../media/image36.wmf"/><Relationship Id="rId138" Type="http://schemas.openxmlformats.org/officeDocument/2006/relationships/image" Target="../media/image51.wmf"/><Relationship Id="rId107" Type="http://schemas.openxmlformats.org/officeDocument/2006/relationships/oleObject" Target="../embeddings/oleObject74.bin"/><Relationship Id="rId11" Type="http://schemas.openxmlformats.org/officeDocument/2006/relationships/oleObject" Target="../embeddings/oleObject7.bin"/><Relationship Id="rId32" Type="http://schemas.openxmlformats.org/officeDocument/2006/relationships/image" Target="../media/image13.wmf"/><Relationship Id="rId37" Type="http://schemas.openxmlformats.org/officeDocument/2006/relationships/oleObject" Target="../embeddings/oleObject23.bin"/><Relationship Id="rId53" Type="http://schemas.openxmlformats.org/officeDocument/2006/relationships/oleObject" Target="../embeddings/oleObject34.bin"/><Relationship Id="rId58" Type="http://schemas.openxmlformats.org/officeDocument/2006/relationships/oleObject" Target="../embeddings/oleObject39.bin"/><Relationship Id="rId74" Type="http://schemas.openxmlformats.org/officeDocument/2006/relationships/image" Target="../media/image31.wmf"/><Relationship Id="rId79" Type="http://schemas.openxmlformats.org/officeDocument/2006/relationships/oleObject" Target="../embeddings/oleObject55.bin"/><Relationship Id="rId102" Type="http://schemas.openxmlformats.org/officeDocument/2006/relationships/oleObject" Target="../embeddings/oleObject69.bin"/><Relationship Id="rId123" Type="http://schemas.openxmlformats.org/officeDocument/2006/relationships/oleObject" Target="../embeddings/oleObject91.bin"/><Relationship Id="rId128" Type="http://schemas.openxmlformats.org/officeDocument/2006/relationships/oleObject" Target="../embeddings/oleObject94.bin"/><Relationship Id="rId5" Type="http://schemas.openxmlformats.org/officeDocument/2006/relationships/oleObject" Target="../embeddings/oleObject2.bin"/><Relationship Id="rId90" Type="http://schemas.openxmlformats.org/officeDocument/2006/relationships/oleObject" Target="../embeddings/oleObject61.bin"/><Relationship Id="rId95" Type="http://schemas.openxmlformats.org/officeDocument/2006/relationships/image" Target="../media/image41.wmf"/><Relationship Id="rId22" Type="http://schemas.openxmlformats.org/officeDocument/2006/relationships/image" Target="../media/image7.wmf"/><Relationship Id="rId27" Type="http://schemas.openxmlformats.org/officeDocument/2006/relationships/oleObject" Target="../embeddings/oleObject18.bin"/><Relationship Id="rId43" Type="http://schemas.openxmlformats.org/officeDocument/2006/relationships/oleObject" Target="../embeddings/oleObject26.bin"/><Relationship Id="rId48" Type="http://schemas.openxmlformats.org/officeDocument/2006/relationships/image" Target="../media/image21.wmf"/><Relationship Id="rId64" Type="http://schemas.openxmlformats.org/officeDocument/2006/relationships/oleObject" Target="../embeddings/oleObject45.bin"/><Relationship Id="rId69" Type="http://schemas.openxmlformats.org/officeDocument/2006/relationships/image" Target="../media/image29.wmf"/><Relationship Id="rId113" Type="http://schemas.openxmlformats.org/officeDocument/2006/relationships/oleObject" Target="../embeddings/oleObject80.bin"/><Relationship Id="rId118" Type="http://schemas.openxmlformats.org/officeDocument/2006/relationships/oleObject" Target="../embeddings/oleObject87.bin"/><Relationship Id="rId134" Type="http://schemas.openxmlformats.org/officeDocument/2006/relationships/oleObject" Target="../embeddings/oleObject97.bin"/><Relationship Id="rId139" Type="http://schemas.openxmlformats.org/officeDocument/2006/relationships/oleObject" Target="../embeddings/oleObject100.bin"/><Relationship Id="rId80" Type="http://schemas.openxmlformats.org/officeDocument/2006/relationships/image" Target="../media/image34.wmf"/><Relationship Id="rId85" Type="http://schemas.openxmlformats.org/officeDocument/2006/relationships/oleObject" Target="../embeddings/oleObject58.bin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1.bin"/><Relationship Id="rId33" Type="http://schemas.openxmlformats.org/officeDocument/2006/relationships/oleObject" Target="../embeddings/oleObject32.bin"/><Relationship Id="rId38" Type="http://schemas.openxmlformats.org/officeDocument/2006/relationships/image" Target="../media/image16.wmf"/><Relationship Id="rId59" Type="http://schemas.openxmlformats.org/officeDocument/2006/relationships/oleObject" Target="../embeddings/oleObject40.bin"/><Relationship Id="rId103" Type="http://schemas.openxmlformats.org/officeDocument/2006/relationships/oleObject" Target="../embeddings/oleObject70.bin"/><Relationship Id="rId108" Type="http://schemas.openxmlformats.org/officeDocument/2006/relationships/oleObject" Target="../embeddings/oleObject75.bin"/><Relationship Id="rId124" Type="http://schemas.openxmlformats.org/officeDocument/2006/relationships/image" Target="../media/image46.wmf"/><Relationship Id="rId129" Type="http://schemas.openxmlformats.org/officeDocument/2006/relationships/image" Target="../media/image48.wmf"/><Relationship Id="rId54" Type="http://schemas.openxmlformats.org/officeDocument/2006/relationships/oleObject" Target="../embeddings/oleObject35.bin"/><Relationship Id="rId70" Type="http://schemas.openxmlformats.org/officeDocument/2006/relationships/oleObject" Target="../embeddings/oleObject49.bin"/><Relationship Id="rId75" Type="http://schemas.openxmlformats.org/officeDocument/2006/relationships/oleObject" Target="../embeddings/oleObject53.bin"/><Relationship Id="rId91" Type="http://schemas.openxmlformats.org/officeDocument/2006/relationships/image" Target="../media/image39.wmf"/><Relationship Id="rId96" Type="http://schemas.openxmlformats.org/officeDocument/2006/relationships/oleObject" Target="../embeddings/oleObject66.bin"/><Relationship Id="rId140" Type="http://schemas.openxmlformats.org/officeDocument/2006/relationships/image" Target="../media/image52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1.wmf"/><Relationship Id="rId49" Type="http://schemas.openxmlformats.org/officeDocument/2006/relationships/oleObject" Target="../embeddings/oleObject29.bin"/><Relationship Id="rId114" Type="http://schemas.openxmlformats.org/officeDocument/2006/relationships/oleObject" Target="../embeddings/oleObject81.bin"/><Relationship Id="rId119" Type="http://schemas.openxmlformats.org/officeDocument/2006/relationships/oleObject" Target="../embeddings/oleObject88.bin"/><Relationship Id="rId44" Type="http://schemas.openxmlformats.org/officeDocument/2006/relationships/image" Target="../media/image19.wmf"/><Relationship Id="rId60" Type="http://schemas.openxmlformats.org/officeDocument/2006/relationships/oleObject" Target="../embeddings/oleObject41.bin"/><Relationship Id="rId65" Type="http://schemas.openxmlformats.org/officeDocument/2006/relationships/image" Target="../media/image27.wmf"/><Relationship Id="rId81" Type="http://schemas.openxmlformats.org/officeDocument/2006/relationships/oleObject" Target="../embeddings/oleObject56.bin"/><Relationship Id="rId86" Type="http://schemas.openxmlformats.org/officeDocument/2006/relationships/image" Target="../media/image37.wmf"/><Relationship Id="rId130" Type="http://schemas.openxmlformats.org/officeDocument/2006/relationships/oleObject" Target="../embeddings/oleObject95.bin"/><Relationship Id="rId135" Type="http://schemas.openxmlformats.org/officeDocument/2006/relationships/image" Target="../media/image50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5.wmf"/><Relationship Id="rId39" Type="http://schemas.openxmlformats.org/officeDocument/2006/relationships/oleObject" Target="../embeddings/oleObject24.bin"/><Relationship Id="rId109" Type="http://schemas.openxmlformats.org/officeDocument/2006/relationships/oleObject" Target="../embeddings/oleObject76.bin"/><Relationship Id="rId34" Type="http://schemas.openxmlformats.org/officeDocument/2006/relationships/image" Target="../media/image25.wmf"/><Relationship Id="rId50" Type="http://schemas.openxmlformats.org/officeDocument/2006/relationships/image" Target="../media/image22.wmf"/><Relationship Id="rId55" Type="http://schemas.openxmlformats.org/officeDocument/2006/relationships/oleObject" Target="../embeddings/oleObject36.bin"/><Relationship Id="rId76" Type="http://schemas.openxmlformats.org/officeDocument/2006/relationships/image" Target="../media/image32.wmf"/><Relationship Id="rId97" Type="http://schemas.openxmlformats.org/officeDocument/2006/relationships/image" Target="../media/image42.wmf"/><Relationship Id="rId104" Type="http://schemas.openxmlformats.org/officeDocument/2006/relationships/oleObject" Target="../embeddings/oleObject71.bin"/><Relationship Id="rId120" Type="http://schemas.openxmlformats.org/officeDocument/2006/relationships/oleObject" Target="../embeddings/oleObject89.bin"/><Relationship Id="rId125" Type="http://schemas.openxmlformats.org/officeDocument/2006/relationships/oleObject" Target="../embeddings/oleObject92.bin"/><Relationship Id="rId141" Type="http://schemas.openxmlformats.org/officeDocument/2006/relationships/oleObject" Target="../embeddings/oleObject101.bin"/><Relationship Id="rId7" Type="http://schemas.openxmlformats.org/officeDocument/2006/relationships/oleObject" Target="../embeddings/oleObject4.bin"/><Relationship Id="rId71" Type="http://schemas.openxmlformats.org/officeDocument/2006/relationships/oleObject" Target="../embeddings/oleObject51.bin"/><Relationship Id="rId92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19.bin"/><Relationship Id="rId24" Type="http://schemas.openxmlformats.org/officeDocument/2006/relationships/image" Target="../media/image8.wmf"/><Relationship Id="rId40" Type="http://schemas.openxmlformats.org/officeDocument/2006/relationships/image" Target="../media/image17.wmf"/><Relationship Id="rId45" Type="http://schemas.openxmlformats.org/officeDocument/2006/relationships/oleObject" Target="../embeddings/oleObject27.bin"/><Relationship Id="rId66" Type="http://schemas.openxmlformats.org/officeDocument/2006/relationships/oleObject" Target="../embeddings/oleObject46.bin"/><Relationship Id="rId87" Type="http://schemas.openxmlformats.org/officeDocument/2006/relationships/oleObject" Target="../embeddings/oleObject59.bin"/><Relationship Id="rId110" Type="http://schemas.openxmlformats.org/officeDocument/2006/relationships/oleObject" Target="../embeddings/oleObject77.bin"/><Relationship Id="rId115" Type="http://schemas.openxmlformats.org/officeDocument/2006/relationships/oleObject" Target="../embeddings/oleObject82.bin"/><Relationship Id="rId131" Type="http://schemas.openxmlformats.org/officeDocument/2006/relationships/image" Target="../media/image49.wmf"/><Relationship Id="rId136" Type="http://schemas.openxmlformats.org/officeDocument/2006/relationships/oleObject" Target="../embeddings/oleObject98.bin"/><Relationship Id="rId61" Type="http://schemas.openxmlformats.org/officeDocument/2006/relationships/oleObject" Target="../embeddings/oleObject42.bin"/><Relationship Id="rId82" Type="http://schemas.openxmlformats.org/officeDocument/2006/relationships/image" Target="../media/image35.wmf"/><Relationship Id="rId19" Type="http://schemas.openxmlformats.org/officeDocument/2006/relationships/oleObject" Target="../embeddings/oleObject12.bin"/><Relationship Id="rId14" Type="http://schemas.openxmlformats.org/officeDocument/2006/relationships/image" Target="../media/image3.wmf"/><Relationship Id="rId30" Type="http://schemas.openxmlformats.org/officeDocument/2006/relationships/image" Target="../media/image12.wmf"/><Relationship Id="rId35" Type="http://schemas.openxmlformats.org/officeDocument/2006/relationships/oleObject" Target="../embeddings/oleObject33.bin"/><Relationship Id="rId56" Type="http://schemas.openxmlformats.org/officeDocument/2006/relationships/oleObject" Target="../embeddings/oleObject37.bin"/><Relationship Id="rId77" Type="http://schemas.openxmlformats.org/officeDocument/2006/relationships/oleObject" Target="../embeddings/oleObject54.bin"/><Relationship Id="rId100" Type="http://schemas.openxmlformats.org/officeDocument/2006/relationships/oleObject" Target="../embeddings/oleObject68.bin"/><Relationship Id="rId105" Type="http://schemas.openxmlformats.org/officeDocument/2006/relationships/oleObject" Target="../embeddings/oleObject72.bin"/><Relationship Id="rId126" Type="http://schemas.openxmlformats.org/officeDocument/2006/relationships/image" Target="../media/image47.wmf"/><Relationship Id="rId8" Type="http://schemas.openxmlformats.org/officeDocument/2006/relationships/oleObject" Target="../embeddings/oleObject5.bin"/><Relationship Id="rId51" Type="http://schemas.openxmlformats.org/officeDocument/2006/relationships/oleObject" Target="../embeddings/oleObject30.bin"/><Relationship Id="rId72" Type="http://schemas.openxmlformats.org/officeDocument/2006/relationships/image" Target="../media/image30.wmf"/><Relationship Id="rId93" Type="http://schemas.openxmlformats.org/officeDocument/2006/relationships/image" Target="../media/image40.wmf"/><Relationship Id="rId98" Type="http://schemas.openxmlformats.org/officeDocument/2006/relationships/oleObject" Target="../embeddings/oleObject67.bin"/><Relationship Id="rId121" Type="http://schemas.openxmlformats.org/officeDocument/2006/relationships/oleObject" Target="../embeddings/oleObject90.bin"/><Relationship Id="rId142" Type="http://schemas.openxmlformats.org/officeDocument/2006/relationships/image" Target="../media/image53.wmf"/><Relationship Id="rId3" Type="http://schemas.openxmlformats.org/officeDocument/2006/relationships/oleObject" Target="../embeddings/oleObject1.bin"/><Relationship Id="rId25" Type="http://schemas.openxmlformats.org/officeDocument/2006/relationships/oleObject" Target="../embeddings/oleObject31.bin"/><Relationship Id="rId46" Type="http://schemas.openxmlformats.org/officeDocument/2006/relationships/image" Target="../media/image20.wmf"/><Relationship Id="rId67" Type="http://schemas.openxmlformats.org/officeDocument/2006/relationships/image" Target="../media/image28.wmf"/><Relationship Id="rId116" Type="http://schemas.openxmlformats.org/officeDocument/2006/relationships/oleObject" Target="../embeddings/oleObject83.bin"/><Relationship Id="rId137" Type="http://schemas.openxmlformats.org/officeDocument/2006/relationships/oleObject" Target="../embeddings/oleObject99.bin"/><Relationship Id="rId20" Type="http://schemas.openxmlformats.org/officeDocument/2006/relationships/image" Target="../media/image6.wmf"/><Relationship Id="rId41" Type="http://schemas.openxmlformats.org/officeDocument/2006/relationships/oleObject" Target="../embeddings/oleObject25.bin"/><Relationship Id="rId62" Type="http://schemas.openxmlformats.org/officeDocument/2006/relationships/oleObject" Target="../embeddings/oleObject43.bin"/><Relationship Id="rId83" Type="http://schemas.openxmlformats.org/officeDocument/2006/relationships/oleObject" Target="../embeddings/oleObject57.bin"/><Relationship Id="rId88" Type="http://schemas.openxmlformats.org/officeDocument/2006/relationships/image" Target="../media/image38.wmf"/><Relationship Id="rId111" Type="http://schemas.openxmlformats.org/officeDocument/2006/relationships/oleObject" Target="../embeddings/oleObject78.bin"/><Relationship Id="rId132" Type="http://schemas.openxmlformats.org/officeDocument/2006/relationships/oleObject" Target="../embeddings/oleObject96.bin"/><Relationship Id="rId15" Type="http://schemas.openxmlformats.org/officeDocument/2006/relationships/oleObject" Target="../embeddings/oleObject10.bin"/><Relationship Id="rId36" Type="http://schemas.openxmlformats.org/officeDocument/2006/relationships/image" Target="../media/image26.wmf"/><Relationship Id="rId57" Type="http://schemas.openxmlformats.org/officeDocument/2006/relationships/oleObject" Target="../embeddings/oleObject38.bin"/><Relationship Id="rId106" Type="http://schemas.openxmlformats.org/officeDocument/2006/relationships/oleObject" Target="../embeddings/oleObject73.bin"/><Relationship Id="rId127" Type="http://schemas.openxmlformats.org/officeDocument/2006/relationships/oleObject" Target="../embeddings/oleObject93.bin"/><Relationship Id="rId10" Type="http://schemas.openxmlformats.org/officeDocument/2006/relationships/oleObject" Target="../embeddings/oleObject6.bin"/><Relationship Id="rId31" Type="http://schemas.openxmlformats.org/officeDocument/2006/relationships/oleObject" Target="../embeddings/oleObject20.bin"/><Relationship Id="rId52" Type="http://schemas.openxmlformats.org/officeDocument/2006/relationships/image" Target="../media/image23.wmf"/><Relationship Id="rId73" Type="http://schemas.openxmlformats.org/officeDocument/2006/relationships/oleObject" Target="../embeddings/oleObject52.bin"/><Relationship Id="rId78" Type="http://schemas.openxmlformats.org/officeDocument/2006/relationships/image" Target="../media/image33.wmf"/><Relationship Id="rId94" Type="http://schemas.openxmlformats.org/officeDocument/2006/relationships/oleObject" Target="../embeddings/oleObject63.bin"/><Relationship Id="rId99" Type="http://schemas.openxmlformats.org/officeDocument/2006/relationships/image" Target="../media/image43.wmf"/><Relationship Id="rId101" Type="http://schemas.openxmlformats.org/officeDocument/2006/relationships/image" Target="../media/image44.wmf"/><Relationship Id="rId122" Type="http://schemas.openxmlformats.org/officeDocument/2006/relationships/image" Target="../media/image45.wmf"/><Relationship Id="rId4" Type="http://schemas.openxmlformats.org/officeDocument/2006/relationships/image" Target="../media/image1.wmf"/><Relationship Id="rId9" Type="http://schemas.openxmlformats.org/officeDocument/2006/relationships/image" Target="../media/image2.wmf"/><Relationship Id="rId26" Type="http://schemas.openxmlformats.org/officeDocument/2006/relationships/image" Target="../media/image24.wmf"/><Relationship Id="rId47" Type="http://schemas.openxmlformats.org/officeDocument/2006/relationships/oleObject" Target="../embeddings/oleObject28.bin"/><Relationship Id="rId68" Type="http://schemas.openxmlformats.org/officeDocument/2006/relationships/oleObject" Target="../embeddings/oleObject47.bin"/><Relationship Id="rId89" Type="http://schemas.openxmlformats.org/officeDocument/2006/relationships/oleObject" Target="../embeddings/oleObject60.bin"/><Relationship Id="rId112" Type="http://schemas.openxmlformats.org/officeDocument/2006/relationships/oleObject" Target="../embeddings/oleObject79.bin"/><Relationship Id="rId133" Type="http://schemas.openxmlformats.org/officeDocument/2006/relationships/image" Target="../media/image10.wmf"/><Relationship Id="rId16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oleObject" Target="../embeddings/oleObject18.bin"/><Relationship Id="rId21" Type="http://schemas.openxmlformats.org/officeDocument/2006/relationships/oleObject" Target="../embeddings/oleObject46.bin"/><Relationship Id="rId42" Type="http://schemas.openxmlformats.org/officeDocument/2006/relationships/image" Target="../media/image37.wmf"/><Relationship Id="rId63" Type="http://schemas.openxmlformats.org/officeDocument/2006/relationships/oleObject" Target="../embeddings/oleObject73.bin"/><Relationship Id="rId84" Type="http://schemas.openxmlformats.org/officeDocument/2006/relationships/oleObject" Target="../embeddings/oleObject93.bin"/><Relationship Id="rId138" Type="http://schemas.openxmlformats.org/officeDocument/2006/relationships/image" Target="../media/image21.wmf"/><Relationship Id="rId107" Type="http://schemas.openxmlformats.org/officeDocument/2006/relationships/oleObject" Target="../embeddings/oleObject8.bin"/><Relationship Id="rId11" Type="http://schemas.openxmlformats.org/officeDocument/2006/relationships/oleObject" Target="../embeddings/oleObject40.bin"/><Relationship Id="rId32" Type="http://schemas.openxmlformats.org/officeDocument/2006/relationships/image" Target="../media/image32.wmf"/><Relationship Id="rId37" Type="http://schemas.openxmlformats.org/officeDocument/2006/relationships/oleObject" Target="../embeddings/oleObject56.bin"/><Relationship Id="rId53" Type="http://schemas.openxmlformats.org/officeDocument/2006/relationships/oleObject" Target="../embeddings/oleObject66.bin"/><Relationship Id="rId58" Type="http://schemas.openxmlformats.org/officeDocument/2006/relationships/image" Target="../media/image44.wmf"/><Relationship Id="rId74" Type="http://schemas.openxmlformats.org/officeDocument/2006/relationships/oleObject" Target="../embeddings/oleObject84.bin"/><Relationship Id="rId79" Type="http://schemas.openxmlformats.org/officeDocument/2006/relationships/image" Target="../media/image45.wmf"/><Relationship Id="rId102" Type="http://schemas.openxmlformats.org/officeDocument/2006/relationships/oleObject" Target="../embeddings/oleObject3.bin"/><Relationship Id="rId123" Type="http://schemas.openxmlformats.org/officeDocument/2006/relationships/oleObject" Target="../embeddings/oleObject32.bin"/><Relationship Id="rId128" Type="http://schemas.openxmlformats.org/officeDocument/2006/relationships/image" Target="../media/image16.wmf"/><Relationship Id="rId5" Type="http://schemas.openxmlformats.org/officeDocument/2006/relationships/oleObject" Target="../embeddings/oleObject35.bin"/><Relationship Id="rId90" Type="http://schemas.openxmlformats.org/officeDocument/2006/relationships/image" Target="../media/image10.wmf"/><Relationship Id="rId95" Type="http://schemas.openxmlformats.org/officeDocument/2006/relationships/image" Target="../media/image51.w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51.bin"/><Relationship Id="rId43" Type="http://schemas.openxmlformats.org/officeDocument/2006/relationships/oleObject" Target="../embeddings/oleObject59.bin"/><Relationship Id="rId48" Type="http://schemas.openxmlformats.org/officeDocument/2006/relationships/image" Target="../media/image39.wmf"/><Relationship Id="rId64" Type="http://schemas.openxmlformats.org/officeDocument/2006/relationships/oleObject" Target="../embeddings/oleObject74.bin"/><Relationship Id="rId69" Type="http://schemas.openxmlformats.org/officeDocument/2006/relationships/oleObject" Target="../embeddings/oleObject79.bin"/><Relationship Id="rId113" Type="http://schemas.openxmlformats.org/officeDocument/2006/relationships/image" Target="../media/image7.wmf"/><Relationship Id="rId118" Type="http://schemas.openxmlformats.org/officeDocument/2006/relationships/image" Target="../media/image11.wmf"/><Relationship Id="rId134" Type="http://schemas.openxmlformats.org/officeDocument/2006/relationships/image" Target="../media/image19.wmf"/><Relationship Id="rId139" Type="http://schemas.openxmlformats.org/officeDocument/2006/relationships/oleObject" Target="../embeddings/oleObject29.bin"/><Relationship Id="rId80" Type="http://schemas.openxmlformats.org/officeDocument/2006/relationships/oleObject" Target="../embeddings/oleObject91.bin"/><Relationship Id="rId85" Type="http://schemas.openxmlformats.org/officeDocument/2006/relationships/oleObject" Target="../embeddings/oleObject94.bin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4.bin"/><Relationship Id="rId33" Type="http://schemas.openxmlformats.org/officeDocument/2006/relationships/oleObject" Target="../embeddings/oleObject54.bin"/><Relationship Id="rId38" Type="http://schemas.openxmlformats.org/officeDocument/2006/relationships/image" Target="../media/image35.wmf"/><Relationship Id="rId59" Type="http://schemas.openxmlformats.org/officeDocument/2006/relationships/oleObject" Target="../embeddings/oleObject69.bin"/><Relationship Id="rId103" Type="http://schemas.openxmlformats.org/officeDocument/2006/relationships/oleObject" Target="../embeddings/oleObject4.bin"/><Relationship Id="rId108" Type="http://schemas.openxmlformats.org/officeDocument/2006/relationships/oleObject" Target="../embeddings/oleObject9.bin"/><Relationship Id="rId124" Type="http://schemas.openxmlformats.org/officeDocument/2006/relationships/image" Target="../media/image25.wmf"/><Relationship Id="rId129" Type="http://schemas.openxmlformats.org/officeDocument/2006/relationships/oleObject" Target="../embeddings/oleObject24.bin"/><Relationship Id="rId54" Type="http://schemas.openxmlformats.org/officeDocument/2006/relationships/image" Target="../media/image42.wmf"/><Relationship Id="rId70" Type="http://schemas.openxmlformats.org/officeDocument/2006/relationships/oleObject" Target="../embeddings/oleObject80.bin"/><Relationship Id="rId75" Type="http://schemas.openxmlformats.org/officeDocument/2006/relationships/oleObject" Target="../embeddings/oleObject87.bin"/><Relationship Id="rId91" Type="http://schemas.openxmlformats.org/officeDocument/2006/relationships/oleObject" Target="../embeddings/oleObject97.bin"/><Relationship Id="rId96" Type="http://schemas.openxmlformats.org/officeDocument/2006/relationships/oleObject" Target="../embeddings/oleObject100.bin"/><Relationship Id="rId140" Type="http://schemas.openxmlformats.org/officeDocument/2006/relationships/image" Target="../media/image22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6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30.wmf"/><Relationship Id="rId49" Type="http://schemas.openxmlformats.org/officeDocument/2006/relationships/oleObject" Target="../embeddings/oleObject62.bin"/><Relationship Id="rId114" Type="http://schemas.openxmlformats.org/officeDocument/2006/relationships/oleObject" Target="../embeddings/oleObject14.bin"/><Relationship Id="rId119" Type="http://schemas.openxmlformats.org/officeDocument/2006/relationships/oleObject" Target="../embeddings/oleObject19.bin"/><Relationship Id="rId44" Type="http://schemas.openxmlformats.org/officeDocument/2006/relationships/image" Target="../media/image38.wmf"/><Relationship Id="rId60" Type="http://schemas.openxmlformats.org/officeDocument/2006/relationships/oleObject" Target="../embeddings/oleObject70.bin"/><Relationship Id="rId65" Type="http://schemas.openxmlformats.org/officeDocument/2006/relationships/oleObject" Target="../embeddings/oleObject75.bin"/><Relationship Id="rId81" Type="http://schemas.openxmlformats.org/officeDocument/2006/relationships/image" Target="../media/image46.wmf"/><Relationship Id="rId86" Type="http://schemas.openxmlformats.org/officeDocument/2006/relationships/image" Target="../media/image48.wmf"/><Relationship Id="rId130" Type="http://schemas.openxmlformats.org/officeDocument/2006/relationships/image" Target="../media/image17.wmf"/><Relationship Id="rId135" Type="http://schemas.openxmlformats.org/officeDocument/2006/relationships/oleObject" Target="../embeddings/oleObject27.bin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5.wmf"/><Relationship Id="rId39" Type="http://schemas.openxmlformats.org/officeDocument/2006/relationships/oleObject" Target="../embeddings/oleObject57.bin"/><Relationship Id="rId109" Type="http://schemas.openxmlformats.org/officeDocument/2006/relationships/oleObject" Target="../embeddings/oleObject10.bin"/><Relationship Id="rId34" Type="http://schemas.openxmlformats.org/officeDocument/2006/relationships/image" Target="../media/image33.wmf"/><Relationship Id="rId50" Type="http://schemas.openxmlformats.org/officeDocument/2006/relationships/image" Target="../media/image40.wmf"/><Relationship Id="rId55" Type="http://schemas.openxmlformats.org/officeDocument/2006/relationships/oleObject" Target="../embeddings/oleObject67.bin"/><Relationship Id="rId76" Type="http://schemas.openxmlformats.org/officeDocument/2006/relationships/oleObject" Target="../embeddings/oleObject88.bin"/><Relationship Id="rId97" Type="http://schemas.openxmlformats.org/officeDocument/2006/relationships/image" Target="../media/image52.wmf"/><Relationship Id="rId104" Type="http://schemas.openxmlformats.org/officeDocument/2006/relationships/oleObject" Target="../embeddings/oleObject5.bin"/><Relationship Id="rId120" Type="http://schemas.openxmlformats.org/officeDocument/2006/relationships/image" Target="../media/image12.wmf"/><Relationship Id="rId125" Type="http://schemas.openxmlformats.org/officeDocument/2006/relationships/oleObject" Target="../embeddings/oleObject33.bin"/><Relationship Id="rId141" Type="http://schemas.openxmlformats.org/officeDocument/2006/relationships/oleObject" Target="../embeddings/oleObject30.bin"/><Relationship Id="rId7" Type="http://schemas.openxmlformats.org/officeDocument/2006/relationships/oleObject" Target="../embeddings/oleObject37.bin"/><Relationship Id="rId71" Type="http://schemas.openxmlformats.org/officeDocument/2006/relationships/oleObject" Target="../embeddings/oleObject81.bin"/><Relationship Id="rId92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52.bin"/><Relationship Id="rId24" Type="http://schemas.openxmlformats.org/officeDocument/2006/relationships/image" Target="../media/image29.wmf"/><Relationship Id="rId40" Type="http://schemas.openxmlformats.org/officeDocument/2006/relationships/image" Target="../media/image36.wmf"/><Relationship Id="rId45" Type="http://schemas.openxmlformats.org/officeDocument/2006/relationships/oleObject" Target="../embeddings/oleObject60.bin"/><Relationship Id="rId66" Type="http://schemas.openxmlformats.org/officeDocument/2006/relationships/oleObject" Target="../embeddings/oleObject76.bin"/><Relationship Id="rId87" Type="http://schemas.openxmlformats.org/officeDocument/2006/relationships/oleObject" Target="../embeddings/oleObject95.bin"/><Relationship Id="rId110" Type="http://schemas.openxmlformats.org/officeDocument/2006/relationships/oleObject" Target="../embeddings/oleObject11.bin"/><Relationship Id="rId115" Type="http://schemas.openxmlformats.org/officeDocument/2006/relationships/image" Target="../media/image8.wmf"/><Relationship Id="rId131" Type="http://schemas.openxmlformats.org/officeDocument/2006/relationships/oleObject" Target="../embeddings/oleObject25.bin"/><Relationship Id="rId136" Type="http://schemas.openxmlformats.org/officeDocument/2006/relationships/image" Target="../media/image20.wmf"/><Relationship Id="rId61" Type="http://schemas.openxmlformats.org/officeDocument/2006/relationships/oleObject" Target="../embeddings/oleObject71.bin"/><Relationship Id="rId82" Type="http://schemas.openxmlformats.org/officeDocument/2006/relationships/oleObject" Target="../embeddings/oleObject92.bin"/><Relationship Id="rId19" Type="http://schemas.openxmlformats.org/officeDocument/2006/relationships/oleObject" Target="../embeddings/oleObject45.bin"/><Relationship Id="rId14" Type="http://schemas.openxmlformats.org/officeDocument/2006/relationships/image" Target="../media/image3.wmf"/><Relationship Id="rId30" Type="http://schemas.openxmlformats.org/officeDocument/2006/relationships/image" Target="../media/image31.wmf"/><Relationship Id="rId35" Type="http://schemas.openxmlformats.org/officeDocument/2006/relationships/oleObject" Target="../embeddings/oleObject55.bin"/><Relationship Id="rId56" Type="http://schemas.openxmlformats.org/officeDocument/2006/relationships/image" Target="../media/image43.wmf"/><Relationship Id="rId77" Type="http://schemas.openxmlformats.org/officeDocument/2006/relationships/oleObject" Target="../embeddings/oleObject89.bin"/><Relationship Id="rId100" Type="http://schemas.openxmlformats.org/officeDocument/2006/relationships/oleObject" Target="../embeddings/oleObject1.bin"/><Relationship Id="rId105" Type="http://schemas.openxmlformats.org/officeDocument/2006/relationships/oleObject" Target="../embeddings/oleObject6.bin"/><Relationship Id="rId126" Type="http://schemas.openxmlformats.org/officeDocument/2006/relationships/image" Target="../media/image26.wmf"/><Relationship Id="rId8" Type="http://schemas.openxmlformats.org/officeDocument/2006/relationships/oleObject" Target="../embeddings/oleObject38.bin"/><Relationship Id="rId51" Type="http://schemas.openxmlformats.org/officeDocument/2006/relationships/oleObject" Target="../embeddings/oleObject63.bin"/><Relationship Id="rId72" Type="http://schemas.openxmlformats.org/officeDocument/2006/relationships/oleObject" Target="../embeddings/oleObject82.bin"/><Relationship Id="rId93" Type="http://schemas.openxmlformats.org/officeDocument/2006/relationships/oleObject" Target="../embeddings/oleObject98.bin"/><Relationship Id="rId98" Type="http://schemas.openxmlformats.org/officeDocument/2006/relationships/oleObject" Target="../embeddings/oleObject101.bin"/><Relationship Id="rId121" Type="http://schemas.openxmlformats.org/officeDocument/2006/relationships/oleObject" Target="../embeddings/oleObject20.bin"/><Relationship Id="rId142" Type="http://schemas.openxmlformats.org/officeDocument/2006/relationships/image" Target="../media/image23.wmf"/><Relationship Id="rId3" Type="http://schemas.openxmlformats.org/officeDocument/2006/relationships/oleObject" Target="../embeddings/oleObject34.bin"/><Relationship Id="rId25" Type="http://schemas.openxmlformats.org/officeDocument/2006/relationships/oleObject" Target="../embeddings/oleObject49.bin"/><Relationship Id="rId46" Type="http://schemas.openxmlformats.org/officeDocument/2006/relationships/image" Target="../media/image6.wmf"/><Relationship Id="rId67" Type="http://schemas.openxmlformats.org/officeDocument/2006/relationships/oleObject" Target="../embeddings/oleObject77.bin"/><Relationship Id="rId116" Type="http://schemas.openxmlformats.org/officeDocument/2006/relationships/oleObject" Target="../embeddings/oleObject31.bin"/><Relationship Id="rId137" Type="http://schemas.openxmlformats.org/officeDocument/2006/relationships/oleObject" Target="../embeddings/oleObject28.bin"/><Relationship Id="rId20" Type="http://schemas.openxmlformats.org/officeDocument/2006/relationships/image" Target="../media/image27.wmf"/><Relationship Id="rId41" Type="http://schemas.openxmlformats.org/officeDocument/2006/relationships/oleObject" Target="../embeddings/oleObject58.bin"/><Relationship Id="rId62" Type="http://schemas.openxmlformats.org/officeDocument/2006/relationships/oleObject" Target="../embeddings/oleObject72.bin"/><Relationship Id="rId83" Type="http://schemas.openxmlformats.org/officeDocument/2006/relationships/image" Target="../media/image47.wmf"/><Relationship Id="rId88" Type="http://schemas.openxmlformats.org/officeDocument/2006/relationships/image" Target="../media/image49.wmf"/><Relationship Id="rId111" Type="http://schemas.openxmlformats.org/officeDocument/2006/relationships/oleObject" Target="../embeddings/oleObject12.bin"/><Relationship Id="rId132" Type="http://schemas.openxmlformats.org/officeDocument/2006/relationships/image" Target="../media/image18.wmf"/><Relationship Id="rId15" Type="http://schemas.openxmlformats.org/officeDocument/2006/relationships/oleObject" Target="../embeddings/oleObject43.bin"/><Relationship Id="rId36" Type="http://schemas.openxmlformats.org/officeDocument/2006/relationships/image" Target="../media/image34.wmf"/><Relationship Id="rId57" Type="http://schemas.openxmlformats.org/officeDocument/2006/relationships/oleObject" Target="../embeddings/oleObject68.bin"/><Relationship Id="rId106" Type="http://schemas.openxmlformats.org/officeDocument/2006/relationships/oleObject" Target="../embeddings/oleObject7.bin"/><Relationship Id="rId127" Type="http://schemas.openxmlformats.org/officeDocument/2006/relationships/oleObject" Target="../embeddings/oleObject23.bin"/><Relationship Id="rId10" Type="http://schemas.openxmlformats.org/officeDocument/2006/relationships/oleObject" Target="../embeddings/oleObject39.bin"/><Relationship Id="rId31" Type="http://schemas.openxmlformats.org/officeDocument/2006/relationships/oleObject" Target="../embeddings/oleObject53.bin"/><Relationship Id="rId52" Type="http://schemas.openxmlformats.org/officeDocument/2006/relationships/image" Target="../media/image41.wmf"/><Relationship Id="rId73" Type="http://schemas.openxmlformats.org/officeDocument/2006/relationships/oleObject" Target="../embeddings/oleObject83.bin"/><Relationship Id="rId78" Type="http://schemas.openxmlformats.org/officeDocument/2006/relationships/oleObject" Target="../embeddings/oleObject90.bin"/><Relationship Id="rId94" Type="http://schemas.openxmlformats.org/officeDocument/2006/relationships/oleObject" Target="../embeddings/oleObject99.bin"/><Relationship Id="rId99" Type="http://schemas.openxmlformats.org/officeDocument/2006/relationships/image" Target="../media/image53.wmf"/><Relationship Id="rId101" Type="http://schemas.openxmlformats.org/officeDocument/2006/relationships/oleObject" Target="../embeddings/oleObject2.bin"/><Relationship Id="rId122" Type="http://schemas.openxmlformats.org/officeDocument/2006/relationships/image" Target="../media/image13.wmf"/><Relationship Id="rId4" Type="http://schemas.openxmlformats.org/officeDocument/2006/relationships/image" Target="../media/image1.wmf"/><Relationship Id="rId9" Type="http://schemas.openxmlformats.org/officeDocument/2006/relationships/image" Target="../media/image2.wmf"/><Relationship Id="rId26" Type="http://schemas.openxmlformats.org/officeDocument/2006/relationships/image" Target="../media/image24.wmf"/><Relationship Id="rId47" Type="http://schemas.openxmlformats.org/officeDocument/2006/relationships/oleObject" Target="../embeddings/oleObject61.bin"/><Relationship Id="rId68" Type="http://schemas.openxmlformats.org/officeDocument/2006/relationships/oleObject" Target="../embeddings/oleObject78.bin"/><Relationship Id="rId89" Type="http://schemas.openxmlformats.org/officeDocument/2006/relationships/oleObject" Target="../embeddings/oleObject96.bin"/><Relationship Id="rId112" Type="http://schemas.openxmlformats.org/officeDocument/2006/relationships/oleObject" Target="../embeddings/oleObject13.bin"/><Relationship Id="rId133" Type="http://schemas.openxmlformats.org/officeDocument/2006/relationships/oleObject" Target="../embeddings/oleObject26.bin"/><Relationship Id="rId16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135005" y="839585"/>
            <a:ext cx="1126057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9004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07229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275838"/>
              </p:ext>
            </p:extLst>
          </p:nvPr>
        </p:nvGraphicFramePr>
        <p:xfrm>
          <a:off x="6594070" y="69146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69146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1122103" y="1451433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774342"/>
              </p:ext>
            </p:extLst>
          </p:nvPr>
        </p:nvGraphicFramePr>
        <p:xfrm>
          <a:off x="6594070" y="130331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30331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圆角矩形 20"/>
          <p:cNvSpPr/>
          <p:nvPr/>
        </p:nvSpPr>
        <p:spPr>
          <a:xfrm>
            <a:off x="1122103" y="2063280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703010"/>
              </p:ext>
            </p:extLst>
          </p:nvPr>
        </p:nvGraphicFramePr>
        <p:xfrm>
          <a:off x="6594070" y="191515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91515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圆角矩形 27"/>
          <p:cNvSpPr/>
          <p:nvPr/>
        </p:nvSpPr>
        <p:spPr>
          <a:xfrm>
            <a:off x="1122103" y="3699841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149731"/>
              </p:ext>
            </p:extLst>
          </p:nvPr>
        </p:nvGraphicFramePr>
        <p:xfrm>
          <a:off x="6593954" y="355171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3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3954" y="355171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61411"/>
              </p:ext>
            </p:extLst>
          </p:nvPr>
        </p:nvGraphicFramePr>
        <p:xfrm>
          <a:off x="4185458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4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5458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02515"/>
              </p:ext>
            </p:extLst>
          </p:nvPr>
        </p:nvGraphicFramePr>
        <p:xfrm>
          <a:off x="2807624" y="246573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07624" y="246573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524412"/>
              </p:ext>
            </p:extLst>
          </p:nvPr>
        </p:nvGraphicFramePr>
        <p:xfrm>
          <a:off x="5576800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76800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622561"/>
              </p:ext>
            </p:extLst>
          </p:nvPr>
        </p:nvGraphicFramePr>
        <p:xfrm>
          <a:off x="7593675" y="246576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7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93675" y="246576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65790"/>
              </p:ext>
            </p:extLst>
          </p:nvPr>
        </p:nvGraphicFramePr>
        <p:xfrm>
          <a:off x="2916238" y="903288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90" name="对象 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6238" y="903288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3807229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4" name="对象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957215"/>
              </p:ext>
            </p:extLst>
          </p:nvPr>
        </p:nvGraphicFramePr>
        <p:xfrm>
          <a:off x="4305300" y="1514475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" name="AxMath" r:id="rId15" imgW="217080" imgH="230400" progId="Equation.AxMath">
                  <p:embed/>
                </p:oleObj>
              </mc:Choice>
              <mc:Fallback>
                <p:oleObj name="AxMath" r:id="rId15" imgW="217080" imgH="2304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5300" y="1514475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矩形 94"/>
          <p:cNvSpPr/>
          <p:nvPr/>
        </p:nvSpPr>
        <p:spPr>
          <a:xfrm>
            <a:off x="5202209" y="206327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6" name="对象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733578"/>
              </p:ext>
            </p:extLst>
          </p:nvPr>
        </p:nvGraphicFramePr>
        <p:xfrm>
          <a:off x="5694363" y="2127250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" name="AxMath" r:id="rId17" imgW="225360" imgH="230400" progId="Equation.AxMath">
                  <p:embed/>
                </p:oleObj>
              </mc:Choice>
              <mc:Fallback>
                <p:oleObj name="AxMath" r:id="rId17" imgW="225360" imgH="2304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94363" y="2127250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7143287" y="3695958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8" name="对象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47923"/>
              </p:ext>
            </p:extLst>
          </p:nvPr>
        </p:nvGraphicFramePr>
        <p:xfrm>
          <a:off x="7519872" y="3758213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" name="AxMath" r:id="rId19" imgW="385200" imgH="230400" progId="Equation.AxMath">
                  <p:embed/>
                </p:oleObj>
              </mc:Choice>
              <mc:Fallback>
                <p:oleObj name="AxMath" r:id="rId19" imgW="385200" imgH="2304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19872" y="3758213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75102"/>
              </p:ext>
            </p:extLst>
          </p:nvPr>
        </p:nvGraphicFramePr>
        <p:xfrm>
          <a:off x="4292600" y="890588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" name="AxMath" r:id="rId21" imgW="226080" imgH="230400" progId="Equation.AxMath">
                  <p:embed/>
                </p:oleObj>
              </mc:Choice>
              <mc:Fallback>
                <p:oleObj name="AxMath" r:id="rId21" imgW="226080" imgH="2304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92600" y="890588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/>
          <p:cNvSpPr/>
          <p:nvPr/>
        </p:nvSpPr>
        <p:spPr>
          <a:xfrm>
            <a:off x="5202209" y="839584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1" name="对象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526087"/>
              </p:ext>
            </p:extLst>
          </p:nvPr>
        </p:nvGraphicFramePr>
        <p:xfrm>
          <a:off x="5686425" y="890588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" name="AxMath" r:id="rId23" imgW="227520" imgH="230400" progId="Equation.AxMath">
                  <p:embed/>
                </p:oleObj>
              </mc:Choice>
              <mc:Fallback>
                <p:oleObj name="AxMath" r:id="rId23" imgW="227520" imgH="230400" progId="Equation.AxMath">
                  <p:embed/>
                  <p:pic>
                    <p:nvPicPr>
                      <p:cNvPr id="99" name="对象 9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86425" y="890588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/>
          <p:cNvSpPr/>
          <p:nvPr/>
        </p:nvSpPr>
        <p:spPr>
          <a:xfrm>
            <a:off x="9729729" y="46906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75995"/>
              </p:ext>
            </p:extLst>
          </p:nvPr>
        </p:nvGraphicFramePr>
        <p:xfrm>
          <a:off x="10215100" y="52006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" name="AxMath" r:id="rId25" imgW="226080" imgH="230400" progId="Equation.AxMath">
                  <p:embed/>
                </p:oleObj>
              </mc:Choice>
              <mc:Fallback>
                <p:oleObj name="AxMath" r:id="rId25" imgW="226080" imgH="230400" progId="Equation.AxMath">
                  <p:embed/>
                  <p:pic>
                    <p:nvPicPr>
                      <p:cNvPr id="99" name="对象 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215100" y="52006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/>
          <p:cNvSpPr/>
          <p:nvPr/>
        </p:nvSpPr>
        <p:spPr>
          <a:xfrm>
            <a:off x="7143403" y="84428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1" name="对象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473484"/>
              </p:ext>
            </p:extLst>
          </p:nvPr>
        </p:nvGraphicFramePr>
        <p:xfrm>
          <a:off x="7621588" y="895350"/>
          <a:ext cx="3381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" name="AxMath" r:id="rId26" imgW="234360" imgH="230400" progId="Equation.AxMath">
                  <p:embed/>
                </p:oleObj>
              </mc:Choice>
              <mc:Fallback>
                <p:oleObj name="AxMath" r:id="rId26" imgW="234360" imgH="230400" progId="Equation.AxMath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621588" y="895350"/>
                        <a:ext cx="3381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/>
          <p:cNvSpPr/>
          <p:nvPr/>
        </p:nvSpPr>
        <p:spPr>
          <a:xfrm>
            <a:off x="9669777" y="108718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3" name="对象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934738"/>
              </p:ext>
            </p:extLst>
          </p:nvPr>
        </p:nvGraphicFramePr>
        <p:xfrm>
          <a:off x="9899740" y="1118707"/>
          <a:ext cx="822465" cy="36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" name="AxMath" r:id="rId28" imgW="622080" imgH="279000" progId="Equation.AxMath">
                  <p:embed/>
                </p:oleObj>
              </mc:Choice>
              <mc:Fallback>
                <p:oleObj name="AxMath" r:id="rId28" imgW="622080" imgH="2790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899740" y="1118707"/>
                        <a:ext cx="822465" cy="36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矩形 113"/>
          <p:cNvSpPr/>
          <p:nvPr/>
        </p:nvSpPr>
        <p:spPr>
          <a:xfrm>
            <a:off x="7148828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5" name="对象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508664"/>
              </p:ext>
            </p:extLst>
          </p:nvPr>
        </p:nvGraphicFramePr>
        <p:xfrm>
          <a:off x="7634288" y="1501775"/>
          <a:ext cx="3238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" name="AxMath" r:id="rId30" imgW="225360" imgH="230400" progId="Equation.AxMath">
                  <p:embed/>
                </p:oleObj>
              </mc:Choice>
              <mc:Fallback>
                <p:oleObj name="AxMath" r:id="rId30" imgW="225360" imgH="2304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634288" y="1501775"/>
                        <a:ext cx="3238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714340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436001"/>
              </p:ext>
            </p:extLst>
          </p:nvPr>
        </p:nvGraphicFramePr>
        <p:xfrm>
          <a:off x="7624763" y="2109788"/>
          <a:ext cx="331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" name="AxMath" r:id="rId32" imgW="232200" imgH="230400" progId="Equation.AxMath">
                  <p:embed/>
                </p:oleObj>
              </mc:Choice>
              <mc:Fallback>
                <p:oleObj name="AxMath" r:id="rId32" imgW="232200" imgH="2304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624763" y="2109788"/>
                        <a:ext cx="3317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矩形 119"/>
          <p:cNvSpPr/>
          <p:nvPr/>
        </p:nvSpPr>
        <p:spPr>
          <a:xfrm>
            <a:off x="5195454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1" name="对象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418437"/>
              </p:ext>
            </p:extLst>
          </p:nvPr>
        </p:nvGraphicFramePr>
        <p:xfrm>
          <a:off x="5686425" y="1501775"/>
          <a:ext cx="3143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" name="AxMath" r:id="rId34" imgW="218520" imgH="230400" progId="Equation.AxMath">
                  <p:embed/>
                </p:oleObj>
              </mc:Choice>
              <mc:Fallback>
                <p:oleObj name="AxMath" r:id="rId34" imgW="218520" imgH="2304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686425" y="1501775"/>
                        <a:ext cx="31432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矩形 121"/>
          <p:cNvSpPr/>
          <p:nvPr/>
        </p:nvSpPr>
        <p:spPr>
          <a:xfrm>
            <a:off x="2418773" y="144802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885595"/>
              </p:ext>
            </p:extLst>
          </p:nvPr>
        </p:nvGraphicFramePr>
        <p:xfrm>
          <a:off x="2914650" y="1498600"/>
          <a:ext cx="3000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" name="AxMath" r:id="rId36" imgW="209880" imgH="230400" progId="Equation.AxMath">
                  <p:embed/>
                </p:oleObj>
              </mc:Choice>
              <mc:Fallback>
                <p:oleObj name="AxMath" r:id="rId36" imgW="209880" imgH="2304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914650" y="1498600"/>
                        <a:ext cx="3000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3810116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7" name="对象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023752"/>
              </p:ext>
            </p:extLst>
          </p:nvPr>
        </p:nvGraphicFramePr>
        <p:xfrm>
          <a:off x="4295775" y="2109788"/>
          <a:ext cx="3206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" name="AxMath" r:id="rId38" imgW="223920" imgH="230400" progId="Equation.AxMath">
                  <p:embed/>
                </p:oleObj>
              </mc:Choice>
              <mc:Fallback>
                <p:oleObj name="AxMath" r:id="rId38" imgW="22392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295775" y="2109788"/>
                        <a:ext cx="3206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241877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304842"/>
              </p:ext>
            </p:extLst>
          </p:nvPr>
        </p:nvGraphicFramePr>
        <p:xfrm>
          <a:off x="2900363" y="2109788"/>
          <a:ext cx="3333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" name="AxMath" r:id="rId40" imgW="234000" imgH="230400" progId="Equation.AxMath">
                  <p:embed/>
                </p:oleObj>
              </mc:Choice>
              <mc:Fallback>
                <p:oleObj name="AxMath" r:id="rId40" imgW="23400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900363" y="2109788"/>
                        <a:ext cx="3333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5208197" y="369984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751706"/>
              </p:ext>
            </p:extLst>
          </p:nvPr>
        </p:nvGraphicFramePr>
        <p:xfrm>
          <a:off x="5584709" y="3750276"/>
          <a:ext cx="5413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" name="AxMath" r:id="rId42" imgW="378360" imgH="230400" progId="Equation.AxMath">
                  <p:embed/>
                </p:oleObj>
              </mc:Choice>
              <mc:Fallback>
                <p:oleObj name="AxMath" r:id="rId42" imgW="37836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584709" y="3750276"/>
                        <a:ext cx="5413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3801473" y="3695958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749380"/>
              </p:ext>
            </p:extLst>
          </p:nvPr>
        </p:nvGraphicFramePr>
        <p:xfrm>
          <a:off x="4179772" y="3747101"/>
          <a:ext cx="5381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" name="AxMath" r:id="rId44" imgW="376560" imgH="230400" progId="Equation.AxMath">
                  <p:embed/>
                </p:oleObj>
              </mc:Choice>
              <mc:Fallback>
                <p:oleObj name="AxMath" r:id="rId44" imgW="37656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179772" y="3747101"/>
                        <a:ext cx="5381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矩形 133"/>
          <p:cNvSpPr/>
          <p:nvPr/>
        </p:nvSpPr>
        <p:spPr>
          <a:xfrm>
            <a:off x="2416068" y="369984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5" name="对象 1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198068"/>
              </p:ext>
            </p:extLst>
          </p:nvPr>
        </p:nvGraphicFramePr>
        <p:xfrm>
          <a:off x="2798647" y="3750276"/>
          <a:ext cx="5286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" name="AxMath" r:id="rId46" imgW="369720" imgH="230400" progId="Equation.AxMath">
                  <p:embed/>
                </p:oleObj>
              </mc:Choice>
              <mc:Fallback>
                <p:oleObj name="AxMath" r:id="rId46" imgW="36972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798647" y="3750276"/>
                        <a:ext cx="5286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圆角矩形 55"/>
          <p:cNvSpPr/>
          <p:nvPr/>
        </p:nvSpPr>
        <p:spPr>
          <a:xfrm>
            <a:off x="1122103" y="3121196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143287" y="3117313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319112"/>
              </p:ext>
            </p:extLst>
          </p:nvPr>
        </p:nvGraphicFramePr>
        <p:xfrm>
          <a:off x="7516813" y="3179763"/>
          <a:ext cx="519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" name="AxMath" r:id="rId48" imgW="392040" imgH="230400" progId="Equation.AxMath">
                  <p:embed/>
                </p:oleObj>
              </mc:Choice>
              <mc:Fallback>
                <p:oleObj name="AxMath" r:id="rId48" imgW="392040" imgH="230400" progId="Equation.AxMath">
                  <p:embed/>
                  <p:pic>
                    <p:nvPicPr>
                      <p:cNvPr id="98" name="对象 97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516813" y="3179763"/>
                        <a:ext cx="519112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 59"/>
          <p:cNvSpPr/>
          <p:nvPr/>
        </p:nvSpPr>
        <p:spPr>
          <a:xfrm>
            <a:off x="5208197" y="312119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615453"/>
              </p:ext>
            </p:extLst>
          </p:nvPr>
        </p:nvGraphicFramePr>
        <p:xfrm>
          <a:off x="5580063" y="3171825"/>
          <a:ext cx="552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" name="AxMath" r:id="rId50" imgW="385200" imgH="230400" progId="Equation.AxMath">
                  <p:embed/>
                </p:oleObj>
              </mc:Choice>
              <mc:Fallback>
                <p:oleObj name="AxMath" r:id="rId50" imgW="385200" imgH="2304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580063" y="3171825"/>
                        <a:ext cx="5524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3801473" y="3117313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340364"/>
              </p:ext>
            </p:extLst>
          </p:nvPr>
        </p:nvGraphicFramePr>
        <p:xfrm>
          <a:off x="4175125" y="3168650"/>
          <a:ext cx="549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" name="AxMath" r:id="rId52" imgW="383760" imgH="230400" progId="Equation.AxMath">
                  <p:embed/>
                </p:oleObj>
              </mc:Choice>
              <mc:Fallback>
                <p:oleObj name="AxMath" r:id="rId52" imgW="383760" imgH="2304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175125" y="3168650"/>
                        <a:ext cx="5492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矩形 63"/>
          <p:cNvSpPr/>
          <p:nvPr/>
        </p:nvSpPr>
        <p:spPr>
          <a:xfrm>
            <a:off x="2416068" y="312119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061819"/>
              </p:ext>
            </p:extLst>
          </p:nvPr>
        </p:nvGraphicFramePr>
        <p:xfrm>
          <a:off x="2794000" y="3171825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" name="AxMath" r:id="rId54" imgW="376560" imgH="230400" progId="Equation.AxMath">
                  <p:embed/>
                </p:oleObj>
              </mc:Choice>
              <mc:Fallback>
                <p:oleObj name="AxMath" r:id="rId54" imgW="376560" imgH="230400" progId="Equation.AxMath">
                  <p:embed/>
                  <p:pic>
                    <p:nvPicPr>
                      <p:cNvPr id="135" name="对象 134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794000" y="3171825"/>
                        <a:ext cx="5381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32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135005" y="839585"/>
            <a:ext cx="1126057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9004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07229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/>
          </p:nvPr>
        </p:nvGraphicFramePr>
        <p:xfrm>
          <a:off x="6594070" y="69146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69146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1122103" y="1451433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6594070" y="130331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30331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圆角矩形 20"/>
          <p:cNvSpPr/>
          <p:nvPr/>
        </p:nvSpPr>
        <p:spPr>
          <a:xfrm>
            <a:off x="1122103" y="2063280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/>
          </p:nvPr>
        </p:nvGraphicFramePr>
        <p:xfrm>
          <a:off x="6594070" y="191515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91515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圆角矩形 27"/>
          <p:cNvSpPr/>
          <p:nvPr/>
        </p:nvSpPr>
        <p:spPr>
          <a:xfrm>
            <a:off x="1122103" y="3699841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/>
          </p:nvPr>
        </p:nvGraphicFramePr>
        <p:xfrm>
          <a:off x="6593954" y="355171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3954" y="355171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/>
          </p:nvPr>
        </p:nvGraphicFramePr>
        <p:xfrm>
          <a:off x="4185458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5458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/>
          </p:nvPr>
        </p:nvGraphicFramePr>
        <p:xfrm>
          <a:off x="2807624" y="246573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07624" y="246573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/>
          </p:nvPr>
        </p:nvGraphicFramePr>
        <p:xfrm>
          <a:off x="5576800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76800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/>
          </p:nvPr>
        </p:nvGraphicFramePr>
        <p:xfrm>
          <a:off x="7593675" y="246576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9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93675" y="246576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/>
          <p:cNvCxnSpPr/>
          <p:nvPr/>
        </p:nvCxnSpPr>
        <p:spPr>
          <a:xfrm flipH="1">
            <a:off x="3350029" y="1172095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H="1">
            <a:off x="4790901" y="1773089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6198176" y="2384936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8165753" y="4064093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/>
          <p:cNvCxnSpPr/>
          <p:nvPr/>
        </p:nvCxnSpPr>
        <p:spPr>
          <a:xfrm rot="5400000" flipH="1" flipV="1">
            <a:off x="7858784" y="3531182"/>
            <a:ext cx="1272144" cy="658206"/>
          </a:xfrm>
          <a:prstGeom prst="bentConnector3">
            <a:avLst>
              <a:gd name="adj1" fmla="val 583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肘形连接符 66"/>
          <p:cNvCxnSpPr/>
          <p:nvPr/>
        </p:nvCxnSpPr>
        <p:spPr>
          <a:xfrm rot="16200000" flipV="1">
            <a:off x="7257651" y="1788675"/>
            <a:ext cx="2365768" cy="766847"/>
          </a:xfrm>
          <a:prstGeom prst="bentConnector3">
            <a:avLst>
              <a:gd name="adj1" fmla="val 11359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1" name="对象 90"/>
          <p:cNvGraphicFramePr>
            <a:graphicFrameLocks noChangeAspect="1"/>
          </p:cNvGraphicFramePr>
          <p:nvPr>
            <p:extLst/>
          </p:nvPr>
        </p:nvGraphicFramePr>
        <p:xfrm>
          <a:off x="2916238" y="903288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6238" y="903288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3807229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4" name="对象 93"/>
          <p:cNvGraphicFramePr>
            <a:graphicFrameLocks noChangeAspect="1"/>
          </p:cNvGraphicFramePr>
          <p:nvPr>
            <p:extLst/>
          </p:nvPr>
        </p:nvGraphicFramePr>
        <p:xfrm>
          <a:off x="4305300" y="1514475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" name="AxMath" r:id="rId15" imgW="217080" imgH="230400" progId="Equation.AxMath">
                  <p:embed/>
                </p:oleObj>
              </mc:Choice>
              <mc:Fallback>
                <p:oleObj name="AxMath" r:id="rId15" imgW="217080" imgH="230400" progId="Equation.AxMath">
                  <p:embed/>
                  <p:pic>
                    <p:nvPicPr>
                      <p:cNvPr id="94" name="对象 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5300" y="1514475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矩形 94"/>
          <p:cNvSpPr/>
          <p:nvPr/>
        </p:nvSpPr>
        <p:spPr>
          <a:xfrm>
            <a:off x="5202209" y="206327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6" name="对象 95"/>
          <p:cNvGraphicFramePr>
            <a:graphicFrameLocks noChangeAspect="1"/>
          </p:cNvGraphicFramePr>
          <p:nvPr>
            <p:extLst/>
          </p:nvPr>
        </p:nvGraphicFramePr>
        <p:xfrm>
          <a:off x="5694363" y="2127250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" name="AxMath" r:id="rId17" imgW="225360" imgH="230400" progId="Equation.AxMath">
                  <p:embed/>
                </p:oleObj>
              </mc:Choice>
              <mc:Fallback>
                <p:oleObj name="AxMath" r:id="rId17" imgW="225360" imgH="230400" progId="Equation.AxMath">
                  <p:embed/>
                  <p:pic>
                    <p:nvPicPr>
                      <p:cNvPr id="96" name="对象 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94363" y="2127250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7143287" y="3695958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8" name="对象 97"/>
          <p:cNvGraphicFramePr>
            <a:graphicFrameLocks noChangeAspect="1"/>
          </p:cNvGraphicFramePr>
          <p:nvPr>
            <p:extLst/>
          </p:nvPr>
        </p:nvGraphicFramePr>
        <p:xfrm>
          <a:off x="7519872" y="3758213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" name="AxMath" r:id="rId19" imgW="385200" imgH="230400" progId="Equation.AxMath">
                  <p:embed/>
                </p:oleObj>
              </mc:Choice>
              <mc:Fallback>
                <p:oleObj name="AxMath" r:id="rId19" imgW="385200" imgH="230400" progId="Equation.AxMath">
                  <p:embed/>
                  <p:pic>
                    <p:nvPicPr>
                      <p:cNvPr id="98" name="对象 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19872" y="3758213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>
            <p:extLst/>
          </p:nvPr>
        </p:nvGraphicFramePr>
        <p:xfrm>
          <a:off x="4292600" y="890588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" name="AxMath" r:id="rId21" imgW="226080" imgH="230400" progId="Equation.AxMath">
                  <p:embed/>
                </p:oleObj>
              </mc:Choice>
              <mc:Fallback>
                <p:oleObj name="AxMath" r:id="rId21" imgW="226080" imgH="230400" progId="Equation.AxMath">
                  <p:embed/>
                  <p:pic>
                    <p:nvPicPr>
                      <p:cNvPr id="99" name="对象 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92600" y="890588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/>
          <p:cNvSpPr/>
          <p:nvPr/>
        </p:nvSpPr>
        <p:spPr>
          <a:xfrm>
            <a:off x="5202209" y="839584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1" name="对象 100"/>
          <p:cNvGraphicFramePr>
            <a:graphicFrameLocks noChangeAspect="1"/>
          </p:cNvGraphicFramePr>
          <p:nvPr>
            <p:extLst/>
          </p:nvPr>
        </p:nvGraphicFramePr>
        <p:xfrm>
          <a:off x="5686425" y="890588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" name="AxMath" r:id="rId23" imgW="227520" imgH="230400" progId="Equation.AxMath">
                  <p:embed/>
                </p:oleObj>
              </mc:Choice>
              <mc:Fallback>
                <p:oleObj name="AxMath" r:id="rId23" imgW="227520" imgH="230400" progId="Equation.AxMath">
                  <p:embed/>
                  <p:pic>
                    <p:nvPicPr>
                      <p:cNvPr id="101" name="对象 10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86425" y="890588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/>
          <p:cNvSpPr/>
          <p:nvPr/>
        </p:nvSpPr>
        <p:spPr>
          <a:xfrm>
            <a:off x="9729729" y="46906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>
            <p:extLst/>
          </p:nvPr>
        </p:nvGraphicFramePr>
        <p:xfrm>
          <a:off x="10215100" y="52006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" name="AxMath" r:id="rId25" imgW="226080" imgH="230400" progId="Equation.AxMath">
                  <p:embed/>
                </p:oleObj>
              </mc:Choice>
              <mc:Fallback>
                <p:oleObj name="AxMath" r:id="rId25" imgW="226080" imgH="230400" progId="Equation.AxMath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215100" y="52006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/>
          <p:cNvSpPr/>
          <p:nvPr/>
        </p:nvSpPr>
        <p:spPr>
          <a:xfrm>
            <a:off x="7143403" y="84428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1" name="对象 110"/>
          <p:cNvGraphicFramePr>
            <a:graphicFrameLocks noChangeAspect="1"/>
          </p:cNvGraphicFramePr>
          <p:nvPr>
            <p:extLst/>
          </p:nvPr>
        </p:nvGraphicFramePr>
        <p:xfrm>
          <a:off x="7237413" y="895350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" name="AxMath" r:id="rId26" imgW="773640" imgH="230400" progId="Equation.AxMath">
                  <p:embed/>
                </p:oleObj>
              </mc:Choice>
              <mc:Fallback>
                <p:oleObj name="AxMath" r:id="rId26" imgW="773640" imgH="2304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237413" y="895350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/>
          <p:cNvSpPr/>
          <p:nvPr/>
        </p:nvSpPr>
        <p:spPr>
          <a:xfrm>
            <a:off x="9669777" y="108718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3" name="对象 112"/>
          <p:cNvGraphicFramePr>
            <a:graphicFrameLocks noChangeAspect="1"/>
          </p:cNvGraphicFramePr>
          <p:nvPr>
            <p:extLst/>
          </p:nvPr>
        </p:nvGraphicFramePr>
        <p:xfrm>
          <a:off x="9899740" y="1118707"/>
          <a:ext cx="822465" cy="36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" name="AxMath" r:id="rId28" imgW="622080" imgH="279000" progId="Equation.AxMath">
                  <p:embed/>
                </p:oleObj>
              </mc:Choice>
              <mc:Fallback>
                <p:oleObj name="AxMath" r:id="rId28" imgW="622080" imgH="279000" progId="Equation.AxMath">
                  <p:embed/>
                  <p:pic>
                    <p:nvPicPr>
                      <p:cNvPr id="113" name="对象 11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899740" y="1118707"/>
                        <a:ext cx="822465" cy="36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矩形 113"/>
          <p:cNvSpPr/>
          <p:nvPr/>
        </p:nvSpPr>
        <p:spPr>
          <a:xfrm>
            <a:off x="7148828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5" name="对象 114"/>
          <p:cNvGraphicFramePr>
            <a:graphicFrameLocks noChangeAspect="1"/>
          </p:cNvGraphicFramePr>
          <p:nvPr>
            <p:extLst/>
          </p:nvPr>
        </p:nvGraphicFramePr>
        <p:xfrm>
          <a:off x="7634288" y="1501775"/>
          <a:ext cx="3238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" name="AxMath" r:id="rId30" imgW="225360" imgH="230400" progId="Equation.AxMath">
                  <p:embed/>
                </p:oleObj>
              </mc:Choice>
              <mc:Fallback>
                <p:oleObj name="AxMath" r:id="rId30" imgW="225360" imgH="2304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634288" y="1501775"/>
                        <a:ext cx="3238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714340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/>
          </p:nvPr>
        </p:nvGraphicFramePr>
        <p:xfrm>
          <a:off x="7624763" y="2109788"/>
          <a:ext cx="331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" name="AxMath" r:id="rId32" imgW="232200" imgH="230400" progId="Equation.AxMath">
                  <p:embed/>
                </p:oleObj>
              </mc:Choice>
              <mc:Fallback>
                <p:oleObj name="AxMath" r:id="rId32" imgW="232200" imgH="2304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624763" y="2109788"/>
                        <a:ext cx="3317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矩形 119"/>
          <p:cNvSpPr/>
          <p:nvPr/>
        </p:nvSpPr>
        <p:spPr>
          <a:xfrm>
            <a:off x="5195454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1" name="对象 120"/>
          <p:cNvGraphicFramePr>
            <a:graphicFrameLocks noChangeAspect="1"/>
          </p:cNvGraphicFramePr>
          <p:nvPr>
            <p:extLst/>
          </p:nvPr>
        </p:nvGraphicFramePr>
        <p:xfrm>
          <a:off x="5686425" y="1501775"/>
          <a:ext cx="3143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1" name="AxMath" r:id="rId34" imgW="218520" imgH="230400" progId="Equation.AxMath">
                  <p:embed/>
                </p:oleObj>
              </mc:Choice>
              <mc:Fallback>
                <p:oleObj name="AxMath" r:id="rId34" imgW="218520" imgH="2304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686425" y="1501775"/>
                        <a:ext cx="31432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矩形 121"/>
          <p:cNvSpPr/>
          <p:nvPr/>
        </p:nvSpPr>
        <p:spPr>
          <a:xfrm>
            <a:off x="2418773" y="144802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>
            <p:extLst/>
          </p:nvPr>
        </p:nvGraphicFramePr>
        <p:xfrm>
          <a:off x="2646363" y="1498600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" name="AxMath" r:id="rId36" imgW="583200" imgH="230400" progId="Equation.AxMath">
                  <p:embed/>
                </p:oleObj>
              </mc:Choice>
              <mc:Fallback>
                <p:oleObj name="AxMath" r:id="rId36" imgW="583200" imgH="2304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646363" y="1498600"/>
                        <a:ext cx="838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3810116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7" name="对象 126"/>
          <p:cNvGraphicFramePr>
            <a:graphicFrameLocks noChangeAspect="1"/>
          </p:cNvGraphicFramePr>
          <p:nvPr>
            <p:extLst/>
          </p:nvPr>
        </p:nvGraphicFramePr>
        <p:xfrm>
          <a:off x="4030663" y="2109788"/>
          <a:ext cx="8524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" name="AxMath" r:id="rId38" imgW="595080" imgH="230400" progId="Equation.AxMath">
                  <p:embed/>
                </p:oleObj>
              </mc:Choice>
              <mc:Fallback>
                <p:oleObj name="AxMath" r:id="rId38" imgW="595080" imgH="2304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030663" y="2109788"/>
                        <a:ext cx="8524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241877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/>
          </p:nvPr>
        </p:nvGraphicFramePr>
        <p:xfrm>
          <a:off x="2900363" y="2109788"/>
          <a:ext cx="3333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" name="AxMath" r:id="rId40" imgW="234000" imgH="230400" progId="Equation.AxMath">
                  <p:embed/>
                </p:oleObj>
              </mc:Choice>
              <mc:Fallback>
                <p:oleObj name="AxMath" r:id="rId40" imgW="234000" imgH="2304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900363" y="2109788"/>
                        <a:ext cx="3333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5208197" y="369984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/>
          </p:nvPr>
        </p:nvGraphicFramePr>
        <p:xfrm>
          <a:off x="5584709" y="3750276"/>
          <a:ext cx="5413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5" name="AxMath" r:id="rId42" imgW="378360" imgH="230400" progId="Equation.AxMath">
                  <p:embed/>
                </p:oleObj>
              </mc:Choice>
              <mc:Fallback>
                <p:oleObj name="AxMath" r:id="rId42" imgW="378360" imgH="2304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584709" y="3750276"/>
                        <a:ext cx="5413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3801473" y="3695958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/>
          </p:nvPr>
        </p:nvGraphicFramePr>
        <p:xfrm>
          <a:off x="4179772" y="3747101"/>
          <a:ext cx="5381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" name="AxMath" r:id="rId44" imgW="376560" imgH="230400" progId="Equation.AxMath">
                  <p:embed/>
                </p:oleObj>
              </mc:Choice>
              <mc:Fallback>
                <p:oleObj name="AxMath" r:id="rId44" imgW="376560" imgH="2304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179772" y="3747101"/>
                        <a:ext cx="5381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矩形 133"/>
          <p:cNvSpPr/>
          <p:nvPr/>
        </p:nvSpPr>
        <p:spPr>
          <a:xfrm>
            <a:off x="2416068" y="369984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5" name="对象 134"/>
          <p:cNvGraphicFramePr>
            <a:graphicFrameLocks noChangeAspect="1"/>
          </p:cNvGraphicFramePr>
          <p:nvPr>
            <p:extLst/>
          </p:nvPr>
        </p:nvGraphicFramePr>
        <p:xfrm>
          <a:off x="2798647" y="3750276"/>
          <a:ext cx="5286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" name="AxMath" r:id="rId46" imgW="369720" imgH="230400" progId="Equation.AxMath">
                  <p:embed/>
                </p:oleObj>
              </mc:Choice>
              <mc:Fallback>
                <p:oleObj name="AxMath" r:id="rId46" imgW="369720" imgH="230400" progId="Equation.AxMath">
                  <p:embed/>
                  <p:pic>
                    <p:nvPicPr>
                      <p:cNvPr id="135" name="对象 134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798647" y="3750276"/>
                        <a:ext cx="5286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圆角矩形 55"/>
          <p:cNvSpPr/>
          <p:nvPr/>
        </p:nvSpPr>
        <p:spPr>
          <a:xfrm>
            <a:off x="1122103" y="3121196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143287" y="3117313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/>
          </p:nvPr>
        </p:nvGraphicFramePr>
        <p:xfrm>
          <a:off x="7516813" y="3179763"/>
          <a:ext cx="519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" name="AxMath" r:id="rId48" imgW="392040" imgH="230400" progId="Equation.AxMath">
                  <p:embed/>
                </p:oleObj>
              </mc:Choice>
              <mc:Fallback>
                <p:oleObj name="AxMath" r:id="rId48" imgW="392040" imgH="230400" progId="Equation.AxMath">
                  <p:embed/>
                  <p:pic>
                    <p:nvPicPr>
                      <p:cNvPr id="58" name="对象 57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516813" y="3179763"/>
                        <a:ext cx="519112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 59"/>
          <p:cNvSpPr/>
          <p:nvPr/>
        </p:nvSpPr>
        <p:spPr>
          <a:xfrm>
            <a:off x="5208197" y="312119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/>
          </p:nvPr>
        </p:nvGraphicFramePr>
        <p:xfrm>
          <a:off x="5580063" y="3171825"/>
          <a:ext cx="552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9" name="AxMath" r:id="rId50" imgW="385200" imgH="230400" progId="Equation.AxMath">
                  <p:embed/>
                </p:oleObj>
              </mc:Choice>
              <mc:Fallback>
                <p:oleObj name="AxMath" r:id="rId50" imgW="385200" imgH="230400" progId="Equation.AxMath">
                  <p:embed/>
                  <p:pic>
                    <p:nvPicPr>
                      <p:cNvPr id="61" name="对象 60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580063" y="3171825"/>
                        <a:ext cx="5524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3801473" y="3117313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/>
          </p:nvPr>
        </p:nvGraphicFramePr>
        <p:xfrm>
          <a:off x="4175125" y="3168650"/>
          <a:ext cx="549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0" name="AxMath" r:id="rId52" imgW="383760" imgH="230400" progId="Equation.AxMath">
                  <p:embed/>
                </p:oleObj>
              </mc:Choice>
              <mc:Fallback>
                <p:oleObj name="AxMath" r:id="rId52" imgW="383760" imgH="230400" progId="Equation.AxMath">
                  <p:embed/>
                  <p:pic>
                    <p:nvPicPr>
                      <p:cNvPr id="63" name="对象 62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175125" y="3168650"/>
                        <a:ext cx="5492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矩形 63"/>
          <p:cNvSpPr/>
          <p:nvPr/>
        </p:nvSpPr>
        <p:spPr>
          <a:xfrm>
            <a:off x="2416068" y="312119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5" name="对象 64"/>
          <p:cNvGraphicFramePr>
            <a:graphicFrameLocks noChangeAspect="1"/>
          </p:cNvGraphicFramePr>
          <p:nvPr>
            <p:extLst/>
          </p:nvPr>
        </p:nvGraphicFramePr>
        <p:xfrm>
          <a:off x="2794000" y="3171825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1" name="AxMath" r:id="rId54" imgW="376560" imgH="230400" progId="Equation.AxMath">
                  <p:embed/>
                </p:oleObj>
              </mc:Choice>
              <mc:Fallback>
                <p:oleObj name="AxMath" r:id="rId54" imgW="376560" imgH="230400" progId="Equation.AxMath">
                  <p:embed/>
                  <p:pic>
                    <p:nvPicPr>
                      <p:cNvPr id="65" name="对象 64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794000" y="3171825"/>
                        <a:ext cx="5381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3816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419004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07229" y="839585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94070" y="69146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69146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594070" y="130331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4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30331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594070" y="191515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191515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594070" y="29907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6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4070" y="29907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185458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7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5458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807624" y="246573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8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07624" y="246573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5576800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9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76800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593675" y="246576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0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93675" y="246576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898470"/>
              </p:ext>
            </p:extLst>
          </p:nvPr>
        </p:nvGraphicFramePr>
        <p:xfrm>
          <a:off x="2916238" y="903288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1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6238" y="903288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3807229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4" name="对象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484699"/>
              </p:ext>
            </p:extLst>
          </p:nvPr>
        </p:nvGraphicFramePr>
        <p:xfrm>
          <a:off x="4305300" y="1514475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" name="AxMath" r:id="rId15" imgW="217080" imgH="230400" progId="Equation.AxMath">
                  <p:embed/>
                </p:oleObj>
              </mc:Choice>
              <mc:Fallback>
                <p:oleObj name="AxMath" r:id="rId15" imgW="217080" imgH="230400" progId="Equation.AxMath">
                  <p:embed/>
                  <p:pic>
                    <p:nvPicPr>
                      <p:cNvPr id="94" name="对象 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5300" y="1514475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矩形 94"/>
          <p:cNvSpPr/>
          <p:nvPr/>
        </p:nvSpPr>
        <p:spPr>
          <a:xfrm>
            <a:off x="5202209" y="206327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6" name="对象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227612"/>
              </p:ext>
            </p:extLst>
          </p:nvPr>
        </p:nvGraphicFramePr>
        <p:xfrm>
          <a:off x="5694363" y="2127250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" name="AxMath" r:id="rId17" imgW="225360" imgH="230400" progId="Equation.AxMath">
                  <p:embed/>
                </p:oleObj>
              </mc:Choice>
              <mc:Fallback>
                <p:oleObj name="AxMath" r:id="rId17" imgW="225360" imgH="230400" progId="Equation.AxMath">
                  <p:embed/>
                  <p:pic>
                    <p:nvPicPr>
                      <p:cNvPr id="96" name="对象 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94363" y="2127250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7143403" y="3134970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8" name="对象 97"/>
          <p:cNvGraphicFramePr>
            <a:graphicFrameLocks noChangeAspect="1"/>
          </p:cNvGraphicFramePr>
          <p:nvPr/>
        </p:nvGraphicFramePr>
        <p:xfrm>
          <a:off x="7353300" y="3165475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98" name="对象 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53300" y="3165475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452330"/>
              </p:ext>
            </p:extLst>
          </p:nvPr>
        </p:nvGraphicFramePr>
        <p:xfrm>
          <a:off x="4005263" y="855663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5" name="AxMath" r:id="rId21" imgW="629280" imgH="279000" progId="Equation.AxMath">
                  <p:embed/>
                </p:oleObj>
              </mc:Choice>
              <mc:Fallback>
                <p:oleObj name="AxMath" r:id="rId21" imgW="629280" imgH="279000" progId="Equation.AxMath">
                  <p:embed/>
                  <p:pic>
                    <p:nvPicPr>
                      <p:cNvPr id="99" name="对象 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05263" y="855663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/>
          <p:cNvSpPr/>
          <p:nvPr/>
        </p:nvSpPr>
        <p:spPr>
          <a:xfrm>
            <a:off x="5202209" y="839584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1" name="对象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765582"/>
              </p:ext>
            </p:extLst>
          </p:nvPr>
        </p:nvGraphicFramePr>
        <p:xfrm>
          <a:off x="5246688" y="855663"/>
          <a:ext cx="12049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6" name="AxMath" r:id="rId23" imgW="839160" imgH="279000" progId="Equation.AxMath">
                  <p:embed/>
                </p:oleObj>
              </mc:Choice>
              <mc:Fallback>
                <p:oleObj name="AxMath" r:id="rId23" imgW="839160" imgH="279000" progId="Equation.AxMath">
                  <p:embed/>
                  <p:pic>
                    <p:nvPicPr>
                      <p:cNvPr id="101" name="对象 10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46688" y="855663"/>
                        <a:ext cx="12049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/>
          <p:cNvSpPr/>
          <p:nvPr/>
        </p:nvSpPr>
        <p:spPr>
          <a:xfrm>
            <a:off x="9729729" y="46906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/>
        </p:nvGraphicFramePr>
        <p:xfrm>
          <a:off x="10215100" y="52006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" name="AxMath" r:id="rId25" imgW="226080" imgH="230400" progId="Equation.AxMath">
                  <p:embed/>
                </p:oleObj>
              </mc:Choice>
              <mc:Fallback>
                <p:oleObj name="AxMath" r:id="rId25" imgW="226080" imgH="230400" progId="Equation.AxMath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215100" y="52006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/>
          <p:cNvSpPr/>
          <p:nvPr/>
        </p:nvSpPr>
        <p:spPr>
          <a:xfrm>
            <a:off x="7143403" y="84428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1" name="对象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531189"/>
              </p:ext>
            </p:extLst>
          </p:nvPr>
        </p:nvGraphicFramePr>
        <p:xfrm>
          <a:off x="7237413" y="895350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8" name="AxMath" r:id="rId27" imgW="773640" imgH="230400" progId="Equation.AxMath">
                  <p:embed/>
                </p:oleObj>
              </mc:Choice>
              <mc:Fallback>
                <p:oleObj name="AxMath" r:id="rId27" imgW="773640" imgH="2304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237413" y="895350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/>
          <p:cNvSpPr/>
          <p:nvPr/>
        </p:nvSpPr>
        <p:spPr>
          <a:xfrm>
            <a:off x="9669777" y="108718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3" name="对象 112"/>
          <p:cNvGraphicFramePr>
            <a:graphicFrameLocks noChangeAspect="1"/>
          </p:cNvGraphicFramePr>
          <p:nvPr/>
        </p:nvGraphicFramePr>
        <p:xfrm>
          <a:off x="9899740" y="1118707"/>
          <a:ext cx="822465" cy="36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9" name="AxMath" r:id="rId29" imgW="622080" imgH="279000" progId="Equation.AxMath">
                  <p:embed/>
                </p:oleObj>
              </mc:Choice>
              <mc:Fallback>
                <p:oleObj name="AxMath" r:id="rId29" imgW="622080" imgH="279000" progId="Equation.AxMath">
                  <p:embed/>
                  <p:pic>
                    <p:nvPicPr>
                      <p:cNvPr id="113" name="对象 112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899740" y="1118707"/>
                        <a:ext cx="822465" cy="36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矩形 113"/>
          <p:cNvSpPr/>
          <p:nvPr/>
        </p:nvSpPr>
        <p:spPr>
          <a:xfrm>
            <a:off x="7148828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5" name="对象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938944"/>
              </p:ext>
            </p:extLst>
          </p:nvPr>
        </p:nvGraphicFramePr>
        <p:xfrm>
          <a:off x="7153715" y="1527148"/>
          <a:ext cx="1237790" cy="29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0" name="AxMath" r:id="rId31" imgW="1183680" imgH="279000" progId="Equation.AxMath">
                  <p:embed/>
                </p:oleObj>
              </mc:Choice>
              <mc:Fallback>
                <p:oleObj name="AxMath" r:id="rId31" imgW="1183680" imgH="2790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153715" y="1527148"/>
                        <a:ext cx="1237790" cy="29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714340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42169"/>
              </p:ext>
            </p:extLst>
          </p:nvPr>
        </p:nvGraphicFramePr>
        <p:xfrm>
          <a:off x="7153714" y="2141526"/>
          <a:ext cx="1219708" cy="2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" name="AxMath" r:id="rId33" imgW="1183680" imgH="279000" progId="Equation.AxMath">
                  <p:embed/>
                </p:oleObj>
              </mc:Choice>
              <mc:Fallback>
                <p:oleObj name="AxMath" r:id="rId33" imgW="1183680" imgH="2790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153714" y="2141526"/>
                        <a:ext cx="1219708" cy="2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矩形 119"/>
          <p:cNvSpPr/>
          <p:nvPr/>
        </p:nvSpPr>
        <p:spPr>
          <a:xfrm>
            <a:off x="5195454" y="1451432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1" name="对象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393163"/>
              </p:ext>
            </p:extLst>
          </p:nvPr>
        </p:nvGraphicFramePr>
        <p:xfrm>
          <a:off x="5392738" y="1466850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" name="AxMath" r:id="rId35" imgW="630720" imgH="279000" progId="Equation.AxMath">
                  <p:embed/>
                </p:oleObj>
              </mc:Choice>
              <mc:Fallback>
                <p:oleObj name="AxMath" r:id="rId35" imgW="630720" imgH="2790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92738" y="1466850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矩形 121"/>
          <p:cNvSpPr/>
          <p:nvPr/>
        </p:nvSpPr>
        <p:spPr>
          <a:xfrm>
            <a:off x="2418773" y="144802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545634"/>
              </p:ext>
            </p:extLst>
          </p:nvPr>
        </p:nvGraphicFramePr>
        <p:xfrm>
          <a:off x="2628900" y="1463675"/>
          <a:ext cx="873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" name="AxMath" r:id="rId37" imgW="606240" imgH="279000" progId="Equation.AxMath">
                  <p:embed/>
                </p:oleObj>
              </mc:Choice>
              <mc:Fallback>
                <p:oleObj name="AxMath" r:id="rId37" imgW="606240" imgH="2790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28900" y="1463675"/>
                        <a:ext cx="873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3810116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7" name="对象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912141"/>
              </p:ext>
            </p:extLst>
          </p:nvPr>
        </p:nvGraphicFramePr>
        <p:xfrm>
          <a:off x="4022725" y="2074863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" name="AxMath" r:id="rId39" imgW="604080" imgH="279000" progId="Equation.AxMath">
                  <p:embed/>
                </p:oleObj>
              </mc:Choice>
              <mc:Fallback>
                <p:oleObj name="AxMath" r:id="rId39" imgW="604080" imgH="2790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022725" y="2074863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241877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883760"/>
              </p:ext>
            </p:extLst>
          </p:nvPr>
        </p:nvGraphicFramePr>
        <p:xfrm>
          <a:off x="2633663" y="2074863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" name="AxMath" r:id="rId41" imgW="606240" imgH="279000" progId="Equation.AxMath">
                  <p:embed/>
                </p:oleObj>
              </mc:Choice>
              <mc:Fallback>
                <p:oleObj name="AxMath" r:id="rId41" imgW="606240" imgH="2790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633663" y="2074863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5208313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165631"/>
              </p:ext>
            </p:extLst>
          </p:nvPr>
        </p:nvGraphicFramePr>
        <p:xfrm>
          <a:off x="5399088" y="3154363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" name="AxMath" r:id="rId43" imgW="637920" imgH="279000" progId="Equation.AxMath">
                  <p:embed/>
                </p:oleObj>
              </mc:Choice>
              <mc:Fallback>
                <p:oleObj name="AxMath" r:id="rId43" imgW="6379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399088" y="3154363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3801589" y="313497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7563"/>
              </p:ext>
            </p:extLst>
          </p:nvPr>
        </p:nvGraphicFramePr>
        <p:xfrm>
          <a:off x="3994150" y="3151188"/>
          <a:ext cx="911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" name="AxMath" r:id="rId45" imgW="636480" imgH="279000" progId="Equation.AxMath">
                  <p:embed/>
                </p:oleObj>
              </mc:Choice>
              <mc:Fallback>
                <p:oleObj name="AxMath" r:id="rId45" imgW="63648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994150" y="3151188"/>
                        <a:ext cx="9112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矩形 133"/>
          <p:cNvSpPr/>
          <p:nvPr/>
        </p:nvSpPr>
        <p:spPr>
          <a:xfrm>
            <a:off x="2416184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5" name="对象 1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29580"/>
              </p:ext>
            </p:extLst>
          </p:nvPr>
        </p:nvGraphicFramePr>
        <p:xfrm>
          <a:off x="2614613" y="3154363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8" name="AxMath" r:id="rId47" imgW="629280" imgH="279000" progId="Equation.AxMath">
                  <p:embed/>
                </p:oleObj>
              </mc:Choice>
              <mc:Fallback>
                <p:oleObj name="AxMath" r:id="rId47" imgW="629280" imgH="279000" progId="Equation.AxMath">
                  <p:embed/>
                  <p:pic>
                    <p:nvPicPr>
                      <p:cNvPr id="135" name="对象 13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614613" y="3154363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圆角矩形 53"/>
          <p:cNvSpPr/>
          <p:nvPr/>
        </p:nvSpPr>
        <p:spPr>
          <a:xfrm>
            <a:off x="1135005" y="839585"/>
            <a:ext cx="1126057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122103" y="1451433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122103" y="2063280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122219" y="3138853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243909"/>
              </p:ext>
            </p:extLst>
          </p:nvPr>
        </p:nvGraphicFramePr>
        <p:xfrm>
          <a:off x="6593954" y="357460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9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3954" y="357460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/>
          <p:cNvSpPr/>
          <p:nvPr/>
        </p:nvSpPr>
        <p:spPr>
          <a:xfrm>
            <a:off x="7143287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437600"/>
              </p:ext>
            </p:extLst>
          </p:nvPr>
        </p:nvGraphicFramePr>
        <p:xfrm>
          <a:off x="7519988" y="3781425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0" name="AxMath" r:id="rId49" imgW="385200" imgH="230400" progId="Equation.AxMath">
                  <p:embed/>
                </p:oleObj>
              </mc:Choice>
              <mc:Fallback>
                <p:oleObj name="AxMath" r:id="rId49" imgW="385200" imgH="230400" progId="Equation.AxMath">
                  <p:embed/>
                  <p:pic>
                    <p:nvPicPr>
                      <p:cNvPr id="98" name="对象 97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7519988" y="3781425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矩形 57"/>
          <p:cNvSpPr/>
          <p:nvPr/>
        </p:nvSpPr>
        <p:spPr>
          <a:xfrm>
            <a:off x="5208197" y="3722727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557382"/>
              </p:ext>
            </p:extLst>
          </p:nvPr>
        </p:nvGraphicFramePr>
        <p:xfrm>
          <a:off x="5403850" y="3738563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1" name="AxMath" r:id="rId51" imgW="630720" imgH="279000" progId="Equation.AxMath">
                  <p:embed/>
                </p:oleObj>
              </mc:Choice>
              <mc:Fallback>
                <p:oleObj name="AxMath" r:id="rId51" imgW="6307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5403850" y="3738563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 59"/>
          <p:cNvSpPr/>
          <p:nvPr/>
        </p:nvSpPr>
        <p:spPr>
          <a:xfrm>
            <a:off x="3801473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344547"/>
              </p:ext>
            </p:extLst>
          </p:nvPr>
        </p:nvGraphicFramePr>
        <p:xfrm>
          <a:off x="3998913" y="3735388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" name="AxMath" r:id="rId53" imgW="629280" imgH="279000" progId="Equation.AxMath">
                  <p:embed/>
                </p:oleObj>
              </mc:Choice>
              <mc:Fallback>
                <p:oleObj name="AxMath" r:id="rId53" imgW="62928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998913" y="3735388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2416068" y="3722727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976321"/>
              </p:ext>
            </p:extLst>
          </p:nvPr>
        </p:nvGraphicFramePr>
        <p:xfrm>
          <a:off x="2619259" y="3738238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" name="AxMath" r:id="rId55" imgW="622080" imgH="279000" progId="Equation.AxMath">
                  <p:embed/>
                </p:oleObj>
              </mc:Choice>
              <mc:Fallback>
                <p:oleObj name="AxMath" r:id="rId55" imgW="622080" imgH="279000" progId="Equation.AxMath">
                  <p:embed/>
                  <p:pic>
                    <p:nvPicPr>
                      <p:cNvPr id="135" name="对象 134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619259" y="3738238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圆角矩形 63"/>
          <p:cNvSpPr/>
          <p:nvPr/>
        </p:nvSpPr>
        <p:spPr>
          <a:xfrm>
            <a:off x="1122103" y="3722728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/>
          <p:cNvSpPr/>
          <p:nvPr/>
        </p:nvSpPr>
        <p:spPr>
          <a:xfrm>
            <a:off x="9729729" y="46906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/>
        </p:nvGraphicFramePr>
        <p:xfrm>
          <a:off x="10215100" y="52006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3" name="AxMath" r:id="rId3" imgW="226080" imgH="230400" progId="Equation.AxMath">
                  <p:embed/>
                </p:oleObj>
              </mc:Choice>
              <mc:Fallback>
                <p:oleObj name="AxMath" r:id="rId3" imgW="226080" imgH="230400" progId="Equation.AxMath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15100" y="52006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/>
          <p:cNvSpPr/>
          <p:nvPr/>
        </p:nvSpPr>
        <p:spPr>
          <a:xfrm>
            <a:off x="9669777" y="108718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3" name="对象 112"/>
          <p:cNvGraphicFramePr>
            <a:graphicFrameLocks noChangeAspect="1"/>
          </p:cNvGraphicFramePr>
          <p:nvPr/>
        </p:nvGraphicFramePr>
        <p:xfrm>
          <a:off x="9899740" y="1118707"/>
          <a:ext cx="822465" cy="36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" name="AxMath" r:id="rId5" imgW="622080" imgH="279000" progId="Equation.AxMath">
                  <p:embed/>
                </p:oleObj>
              </mc:Choice>
              <mc:Fallback>
                <p:oleObj name="AxMath" r:id="rId5" imgW="622080" imgH="279000" progId="Equation.AxMath">
                  <p:embed/>
                  <p:pic>
                    <p:nvPicPr>
                      <p:cNvPr id="113" name="对象 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99740" y="1118707"/>
                        <a:ext cx="822465" cy="36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矩形 63"/>
          <p:cNvSpPr/>
          <p:nvPr/>
        </p:nvSpPr>
        <p:spPr>
          <a:xfrm>
            <a:off x="2419004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3807229" y="839585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6" name="对象 65"/>
          <p:cNvGraphicFramePr>
            <a:graphicFrameLocks noChangeAspect="1"/>
          </p:cNvGraphicFramePr>
          <p:nvPr/>
        </p:nvGraphicFramePr>
        <p:xfrm>
          <a:off x="6594070" y="69146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69146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/>
          <p:cNvGraphicFramePr>
            <a:graphicFrameLocks noChangeAspect="1"/>
          </p:cNvGraphicFramePr>
          <p:nvPr/>
        </p:nvGraphicFramePr>
        <p:xfrm>
          <a:off x="6594070" y="130331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" name="AxMath" r:id="rId9" imgW="151920" imgH="226800" progId="Equation.AxMath">
                  <p:embed/>
                </p:oleObj>
              </mc:Choice>
              <mc:Fallback>
                <p:oleObj name="AxMath" r:id="rId9" imgW="151920" imgH="22680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130331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/>
        </p:nvGraphicFramePr>
        <p:xfrm>
          <a:off x="6594070" y="191515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191515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6594070" y="29907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8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29907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/>
          <p:cNvGraphicFramePr>
            <a:graphicFrameLocks noChangeAspect="1"/>
          </p:cNvGraphicFramePr>
          <p:nvPr/>
        </p:nvGraphicFramePr>
        <p:xfrm>
          <a:off x="4185458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85458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/>
          <p:cNvGraphicFramePr>
            <a:graphicFrameLocks noChangeAspect="1"/>
          </p:cNvGraphicFramePr>
          <p:nvPr/>
        </p:nvGraphicFramePr>
        <p:xfrm>
          <a:off x="2807624" y="246573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0" name="AxMath" r:id="rId14" imgW="151920" imgH="226800" progId="Equation.AxMath">
                  <p:embed/>
                </p:oleObj>
              </mc:Choice>
              <mc:Fallback>
                <p:oleObj name="AxMath" r:id="rId14" imgW="151920" imgH="226800" progId="Equation.AxMath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07624" y="246573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/>
        </p:nvGraphicFramePr>
        <p:xfrm>
          <a:off x="5576800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1" name="AxMath" r:id="rId15" imgW="151920" imgH="226800" progId="Equation.AxMath">
                  <p:embed/>
                </p:oleObj>
              </mc:Choice>
              <mc:Fallback>
                <p:oleObj name="AxMath" r:id="rId15" imgW="151920" imgH="226800" progId="Equation.AxMath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76800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/>
          <p:cNvGraphicFramePr>
            <a:graphicFrameLocks noChangeAspect="1"/>
          </p:cNvGraphicFramePr>
          <p:nvPr/>
        </p:nvGraphicFramePr>
        <p:xfrm>
          <a:off x="7593675" y="246576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" name="AxMath" r:id="rId16" imgW="151920" imgH="226800" progId="Equation.AxMath">
                  <p:embed/>
                </p:oleObj>
              </mc:Choice>
              <mc:Fallback>
                <p:oleObj name="AxMath" r:id="rId16" imgW="151920" imgH="226800" progId="Equation.AxMath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93675" y="246576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214855"/>
              </p:ext>
            </p:extLst>
          </p:nvPr>
        </p:nvGraphicFramePr>
        <p:xfrm>
          <a:off x="2651125" y="871538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3" name="AxMath" r:id="rId17" imgW="622080" imgH="279000" progId="Equation.AxMath">
                  <p:embed/>
                </p:oleObj>
              </mc:Choice>
              <mc:Fallback>
                <p:oleObj name="AxMath" r:id="rId17" imgW="622080" imgH="279000" progId="Equation.AxMath">
                  <p:embed/>
                  <p:pic>
                    <p:nvPicPr>
                      <p:cNvPr id="91" name="对象 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51125" y="871538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矩形 74"/>
          <p:cNvSpPr/>
          <p:nvPr/>
        </p:nvSpPr>
        <p:spPr>
          <a:xfrm>
            <a:off x="3807229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6" name="对象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165354"/>
              </p:ext>
            </p:extLst>
          </p:nvPr>
        </p:nvGraphicFramePr>
        <p:xfrm>
          <a:off x="4033838" y="1482725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4" name="AxMath" r:id="rId19" imgW="629280" imgH="279000" progId="Equation.AxMath">
                  <p:embed/>
                </p:oleObj>
              </mc:Choice>
              <mc:Fallback>
                <p:oleObj name="AxMath" r:id="rId19" imgW="629280" imgH="279000" progId="Equation.AxMath">
                  <p:embed/>
                  <p:pic>
                    <p:nvPicPr>
                      <p:cNvPr id="94" name="对象 9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33838" y="1482725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 76"/>
          <p:cNvSpPr/>
          <p:nvPr/>
        </p:nvSpPr>
        <p:spPr>
          <a:xfrm>
            <a:off x="5202209" y="206327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8" name="对象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848759"/>
              </p:ext>
            </p:extLst>
          </p:nvPr>
        </p:nvGraphicFramePr>
        <p:xfrm>
          <a:off x="5427663" y="2095500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5" name="AxMath" r:id="rId21" imgW="630720" imgH="279000" progId="Equation.AxMath">
                  <p:embed/>
                </p:oleObj>
              </mc:Choice>
              <mc:Fallback>
                <p:oleObj name="AxMath" r:id="rId21" imgW="630720" imgH="279000" progId="Equation.AxMath">
                  <p:embed/>
                  <p:pic>
                    <p:nvPicPr>
                      <p:cNvPr id="96" name="对象 9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27663" y="2095500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矩形 78"/>
          <p:cNvSpPr/>
          <p:nvPr/>
        </p:nvSpPr>
        <p:spPr>
          <a:xfrm>
            <a:off x="7143403" y="3134970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/>
          <p:cNvGraphicFramePr>
            <a:graphicFrameLocks noChangeAspect="1"/>
          </p:cNvGraphicFramePr>
          <p:nvPr/>
        </p:nvGraphicFramePr>
        <p:xfrm>
          <a:off x="7353300" y="3165475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" name="AxMath" r:id="rId23" imgW="637560" imgH="279000" progId="Equation.AxMath">
                  <p:embed/>
                </p:oleObj>
              </mc:Choice>
              <mc:Fallback>
                <p:oleObj name="AxMath" r:id="rId23" imgW="637560" imgH="279000" progId="Equation.AxMath">
                  <p:embed/>
                  <p:pic>
                    <p:nvPicPr>
                      <p:cNvPr id="98" name="对象 9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53300" y="3165475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078729"/>
              </p:ext>
            </p:extLst>
          </p:nvPr>
        </p:nvGraphicFramePr>
        <p:xfrm>
          <a:off x="4005263" y="855663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" name="AxMath" r:id="rId25" imgW="629280" imgH="279000" progId="Equation.AxMath">
                  <p:embed/>
                </p:oleObj>
              </mc:Choice>
              <mc:Fallback>
                <p:oleObj name="AxMath" r:id="rId25" imgW="629280" imgH="279000" progId="Equation.AxMath">
                  <p:embed/>
                  <p:pic>
                    <p:nvPicPr>
                      <p:cNvPr id="99" name="对象 9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05263" y="855663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矩形 81"/>
          <p:cNvSpPr/>
          <p:nvPr/>
        </p:nvSpPr>
        <p:spPr>
          <a:xfrm>
            <a:off x="5202209" y="839584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3" name="对象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874778"/>
              </p:ext>
            </p:extLst>
          </p:nvPr>
        </p:nvGraphicFramePr>
        <p:xfrm>
          <a:off x="5246688" y="855663"/>
          <a:ext cx="12049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" name="AxMath" r:id="rId27" imgW="839160" imgH="279000" progId="Equation.AxMath">
                  <p:embed/>
                </p:oleObj>
              </mc:Choice>
              <mc:Fallback>
                <p:oleObj name="AxMath" r:id="rId27" imgW="839160" imgH="279000" progId="Equation.AxMath">
                  <p:embed/>
                  <p:pic>
                    <p:nvPicPr>
                      <p:cNvPr id="101" name="对象 10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246688" y="855663"/>
                        <a:ext cx="12049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矩形 83"/>
          <p:cNvSpPr/>
          <p:nvPr/>
        </p:nvSpPr>
        <p:spPr>
          <a:xfrm>
            <a:off x="7143403" y="84428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5" name="对象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401499"/>
              </p:ext>
            </p:extLst>
          </p:nvPr>
        </p:nvGraphicFramePr>
        <p:xfrm>
          <a:off x="7237413" y="895350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" name="AxMath" r:id="rId29" imgW="773640" imgH="230400" progId="Equation.AxMath">
                  <p:embed/>
                </p:oleObj>
              </mc:Choice>
              <mc:Fallback>
                <p:oleObj name="AxMath" r:id="rId29" imgW="773640" imgH="2304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37413" y="895350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矩形 85"/>
          <p:cNvSpPr/>
          <p:nvPr/>
        </p:nvSpPr>
        <p:spPr>
          <a:xfrm>
            <a:off x="7148828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7" name="对象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157153"/>
              </p:ext>
            </p:extLst>
          </p:nvPr>
        </p:nvGraphicFramePr>
        <p:xfrm>
          <a:off x="7153715" y="1527148"/>
          <a:ext cx="1237790" cy="29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0" name="AxMath" r:id="rId31" imgW="1183680" imgH="279000" progId="Equation.AxMath">
                  <p:embed/>
                </p:oleObj>
              </mc:Choice>
              <mc:Fallback>
                <p:oleObj name="AxMath" r:id="rId31" imgW="1183680" imgH="2790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153715" y="1527148"/>
                        <a:ext cx="1237790" cy="29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矩形 87"/>
          <p:cNvSpPr/>
          <p:nvPr/>
        </p:nvSpPr>
        <p:spPr>
          <a:xfrm>
            <a:off x="714340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9" name="对象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223078"/>
              </p:ext>
            </p:extLst>
          </p:nvPr>
        </p:nvGraphicFramePr>
        <p:xfrm>
          <a:off x="7153714" y="2141526"/>
          <a:ext cx="1219708" cy="2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1" name="AxMath" r:id="rId33" imgW="1183680" imgH="279000" progId="Equation.AxMath">
                  <p:embed/>
                </p:oleObj>
              </mc:Choice>
              <mc:Fallback>
                <p:oleObj name="AxMath" r:id="rId33" imgW="1183680" imgH="2790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153714" y="2141526"/>
                        <a:ext cx="1219708" cy="2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/>
          <p:cNvSpPr/>
          <p:nvPr/>
        </p:nvSpPr>
        <p:spPr>
          <a:xfrm>
            <a:off x="5195454" y="1451432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656094"/>
              </p:ext>
            </p:extLst>
          </p:nvPr>
        </p:nvGraphicFramePr>
        <p:xfrm>
          <a:off x="5392738" y="1466850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" name="AxMath" r:id="rId35" imgW="630720" imgH="279000" progId="Equation.AxMath">
                  <p:embed/>
                </p:oleObj>
              </mc:Choice>
              <mc:Fallback>
                <p:oleObj name="AxMath" r:id="rId35" imgW="630720" imgH="2790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92738" y="1466850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矩形 101"/>
          <p:cNvSpPr/>
          <p:nvPr/>
        </p:nvSpPr>
        <p:spPr>
          <a:xfrm>
            <a:off x="2418773" y="144802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642406"/>
              </p:ext>
            </p:extLst>
          </p:nvPr>
        </p:nvGraphicFramePr>
        <p:xfrm>
          <a:off x="2628900" y="1463675"/>
          <a:ext cx="873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3" name="AxMath" r:id="rId37" imgW="606240" imgH="279000" progId="Equation.AxMath">
                  <p:embed/>
                </p:oleObj>
              </mc:Choice>
              <mc:Fallback>
                <p:oleObj name="AxMath" r:id="rId37" imgW="606240" imgH="2790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28900" y="1463675"/>
                        <a:ext cx="873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矩形 103"/>
          <p:cNvSpPr/>
          <p:nvPr/>
        </p:nvSpPr>
        <p:spPr>
          <a:xfrm>
            <a:off x="3810116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690821"/>
              </p:ext>
            </p:extLst>
          </p:nvPr>
        </p:nvGraphicFramePr>
        <p:xfrm>
          <a:off x="4022725" y="2074863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" name="AxMath" r:id="rId39" imgW="604080" imgH="279000" progId="Equation.AxMath">
                  <p:embed/>
                </p:oleObj>
              </mc:Choice>
              <mc:Fallback>
                <p:oleObj name="AxMath" r:id="rId39" imgW="604080" imgH="2790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022725" y="2074863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矩形 105"/>
          <p:cNvSpPr/>
          <p:nvPr/>
        </p:nvSpPr>
        <p:spPr>
          <a:xfrm>
            <a:off x="241877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7" name="对象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37121"/>
              </p:ext>
            </p:extLst>
          </p:nvPr>
        </p:nvGraphicFramePr>
        <p:xfrm>
          <a:off x="2633663" y="2074863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5" name="AxMath" r:id="rId41" imgW="606240" imgH="279000" progId="Equation.AxMath">
                  <p:embed/>
                </p:oleObj>
              </mc:Choice>
              <mc:Fallback>
                <p:oleObj name="AxMath" r:id="rId41" imgW="606240" imgH="2790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633663" y="2074863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矩形 115"/>
          <p:cNvSpPr/>
          <p:nvPr/>
        </p:nvSpPr>
        <p:spPr>
          <a:xfrm>
            <a:off x="5208313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7" name="对象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532432"/>
              </p:ext>
            </p:extLst>
          </p:nvPr>
        </p:nvGraphicFramePr>
        <p:xfrm>
          <a:off x="5399088" y="3154363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" name="AxMath" r:id="rId43" imgW="637920" imgH="279000" progId="Equation.AxMath">
                  <p:embed/>
                </p:oleObj>
              </mc:Choice>
              <mc:Fallback>
                <p:oleObj name="AxMath" r:id="rId43" imgW="6379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399088" y="3154363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矩形 123"/>
          <p:cNvSpPr/>
          <p:nvPr/>
        </p:nvSpPr>
        <p:spPr>
          <a:xfrm>
            <a:off x="3801589" y="313497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5" name="对象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97818"/>
              </p:ext>
            </p:extLst>
          </p:nvPr>
        </p:nvGraphicFramePr>
        <p:xfrm>
          <a:off x="3994150" y="3151188"/>
          <a:ext cx="911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" name="AxMath" r:id="rId45" imgW="636480" imgH="279000" progId="Equation.AxMath">
                  <p:embed/>
                </p:oleObj>
              </mc:Choice>
              <mc:Fallback>
                <p:oleObj name="AxMath" r:id="rId45" imgW="63648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994150" y="3151188"/>
                        <a:ext cx="9112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矩形 135"/>
          <p:cNvSpPr/>
          <p:nvPr/>
        </p:nvSpPr>
        <p:spPr>
          <a:xfrm>
            <a:off x="2416184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7" name="对象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28022"/>
              </p:ext>
            </p:extLst>
          </p:nvPr>
        </p:nvGraphicFramePr>
        <p:xfrm>
          <a:off x="2614613" y="3154363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" name="AxMath" r:id="rId47" imgW="629280" imgH="279000" progId="Equation.AxMath">
                  <p:embed/>
                </p:oleObj>
              </mc:Choice>
              <mc:Fallback>
                <p:oleObj name="AxMath" r:id="rId47" imgW="629280" imgH="279000" progId="Equation.AxMath">
                  <p:embed/>
                  <p:pic>
                    <p:nvPicPr>
                      <p:cNvPr id="135" name="对象 13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614613" y="3154363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圆角矩形 137"/>
          <p:cNvSpPr/>
          <p:nvPr/>
        </p:nvSpPr>
        <p:spPr>
          <a:xfrm>
            <a:off x="1135005" y="839585"/>
            <a:ext cx="1126057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1122103" y="1451433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1122103" y="2063280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1122219" y="3138853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2" name="对象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994325"/>
              </p:ext>
            </p:extLst>
          </p:nvPr>
        </p:nvGraphicFramePr>
        <p:xfrm>
          <a:off x="6593954" y="357460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9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51" name="对象 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3954" y="357460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矩形 142"/>
          <p:cNvSpPr/>
          <p:nvPr/>
        </p:nvSpPr>
        <p:spPr>
          <a:xfrm>
            <a:off x="7143287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880022"/>
              </p:ext>
            </p:extLst>
          </p:nvPr>
        </p:nvGraphicFramePr>
        <p:xfrm>
          <a:off x="7353300" y="3749675"/>
          <a:ext cx="8445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" name="AxMath" r:id="rId49" imgW="637560" imgH="279000" progId="Equation.AxMath">
                  <p:embed/>
                </p:oleObj>
              </mc:Choice>
              <mc:Fallback>
                <p:oleObj name="AxMath" r:id="rId49" imgW="637560" imgH="279000" progId="Equation.AxMath">
                  <p:embed/>
                  <p:pic>
                    <p:nvPicPr>
                      <p:cNvPr id="53" name="对象 5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53300" y="3749675"/>
                        <a:ext cx="8445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矩形 144"/>
          <p:cNvSpPr/>
          <p:nvPr/>
        </p:nvSpPr>
        <p:spPr>
          <a:xfrm>
            <a:off x="5208197" y="3722727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6" name="对象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626146"/>
              </p:ext>
            </p:extLst>
          </p:nvPr>
        </p:nvGraphicFramePr>
        <p:xfrm>
          <a:off x="5403850" y="3738563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" name="AxMath" r:id="rId50" imgW="630720" imgH="279000" progId="Equation.AxMath">
                  <p:embed/>
                </p:oleObj>
              </mc:Choice>
              <mc:Fallback>
                <p:oleObj name="AxMath" r:id="rId50" imgW="630720" imgH="279000" progId="Equation.AxMath">
                  <p:embed/>
                  <p:pic>
                    <p:nvPicPr>
                      <p:cNvPr id="59" name="对象 58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403850" y="3738563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矩形 146"/>
          <p:cNvSpPr/>
          <p:nvPr/>
        </p:nvSpPr>
        <p:spPr>
          <a:xfrm>
            <a:off x="3801473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8" name="对象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381875"/>
              </p:ext>
            </p:extLst>
          </p:nvPr>
        </p:nvGraphicFramePr>
        <p:xfrm>
          <a:off x="3998913" y="3735388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2" name="AxMath" r:id="rId52" imgW="629280" imgH="279000" progId="Equation.AxMath">
                  <p:embed/>
                </p:oleObj>
              </mc:Choice>
              <mc:Fallback>
                <p:oleObj name="AxMath" r:id="rId52" imgW="629280" imgH="279000" progId="Equation.AxMath">
                  <p:embed/>
                  <p:pic>
                    <p:nvPicPr>
                      <p:cNvPr id="61" name="对象 60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3998913" y="3735388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矩形 148"/>
          <p:cNvSpPr/>
          <p:nvPr/>
        </p:nvSpPr>
        <p:spPr>
          <a:xfrm>
            <a:off x="2416068" y="3722727"/>
            <a:ext cx="1230283" cy="432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0" name="对象 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40961"/>
              </p:ext>
            </p:extLst>
          </p:nvPr>
        </p:nvGraphicFramePr>
        <p:xfrm>
          <a:off x="2619259" y="3738238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3" name="AxMath" r:id="rId54" imgW="622080" imgH="279000" progId="Equation.AxMath">
                  <p:embed/>
                </p:oleObj>
              </mc:Choice>
              <mc:Fallback>
                <p:oleObj name="AxMath" r:id="rId54" imgW="622080" imgH="279000" progId="Equation.AxMath">
                  <p:embed/>
                  <p:pic>
                    <p:nvPicPr>
                      <p:cNvPr id="63" name="对象 62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619259" y="3738238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圆角矩形 150"/>
          <p:cNvSpPr/>
          <p:nvPr/>
        </p:nvSpPr>
        <p:spPr>
          <a:xfrm>
            <a:off x="1122103" y="3722728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直接箭头连接符 151"/>
          <p:cNvCxnSpPr/>
          <p:nvPr/>
        </p:nvCxnSpPr>
        <p:spPr>
          <a:xfrm flipH="1">
            <a:off x="3546275" y="4033520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/>
          <p:cNvCxnSpPr/>
          <p:nvPr/>
        </p:nvCxnSpPr>
        <p:spPr>
          <a:xfrm flipV="1">
            <a:off x="3546274" y="520069"/>
            <a:ext cx="5040773" cy="3945717"/>
          </a:xfrm>
          <a:prstGeom prst="bentConnector3">
            <a:avLst>
              <a:gd name="adj1" fmla="val 101782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肘形连接符 29"/>
          <p:cNvCxnSpPr/>
          <p:nvPr/>
        </p:nvCxnSpPr>
        <p:spPr>
          <a:xfrm rot="10800000" flipV="1">
            <a:off x="3508259" y="517746"/>
            <a:ext cx="5151920" cy="505872"/>
          </a:xfrm>
          <a:prstGeom prst="bentConnector3">
            <a:avLst>
              <a:gd name="adj1" fmla="val 10001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H="1">
            <a:off x="4905374" y="1169705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6313487" y="1771342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>
            <a:off x="8244553" y="3467173"/>
            <a:ext cx="1" cy="432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14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/>
          <p:cNvSpPr/>
          <p:nvPr/>
        </p:nvSpPr>
        <p:spPr>
          <a:xfrm>
            <a:off x="9729729" y="46906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/>
        </p:nvGraphicFramePr>
        <p:xfrm>
          <a:off x="10215100" y="52006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" name="AxMath" r:id="rId3" imgW="226080" imgH="230400" progId="Equation.AxMath">
                  <p:embed/>
                </p:oleObj>
              </mc:Choice>
              <mc:Fallback>
                <p:oleObj name="AxMath" r:id="rId3" imgW="226080" imgH="230400" progId="Equation.AxMath">
                  <p:embed/>
                  <p:pic>
                    <p:nvPicPr>
                      <p:cNvPr id="109" name="对象 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15100" y="52006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/>
          <p:cNvSpPr/>
          <p:nvPr/>
        </p:nvSpPr>
        <p:spPr>
          <a:xfrm>
            <a:off x="9669777" y="108718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3" name="对象 112"/>
          <p:cNvGraphicFramePr>
            <a:graphicFrameLocks noChangeAspect="1"/>
          </p:cNvGraphicFramePr>
          <p:nvPr/>
        </p:nvGraphicFramePr>
        <p:xfrm>
          <a:off x="9899740" y="1118707"/>
          <a:ext cx="822465" cy="36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" name="AxMath" r:id="rId5" imgW="622080" imgH="279000" progId="Equation.AxMath">
                  <p:embed/>
                </p:oleObj>
              </mc:Choice>
              <mc:Fallback>
                <p:oleObj name="AxMath" r:id="rId5" imgW="622080" imgH="279000" progId="Equation.AxMath">
                  <p:embed/>
                  <p:pic>
                    <p:nvPicPr>
                      <p:cNvPr id="113" name="对象 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99740" y="1118707"/>
                        <a:ext cx="822465" cy="369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/>
          <p:cNvSpPr/>
          <p:nvPr/>
        </p:nvSpPr>
        <p:spPr>
          <a:xfrm>
            <a:off x="2419004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3807229" y="83958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6594070" y="69146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66" name="对象 6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69146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6594070" y="130331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" name="AxMath" r:id="rId9" imgW="151920" imgH="226800" progId="Equation.AxMath">
                  <p:embed/>
                </p:oleObj>
              </mc:Choice>
              <mc:Fallback>
                <p:oleObj name="AxMath" r:id="rId9" imgW="151920" imgH="226800" progId="Equation.AxMath">
                  <p:embed/>
                  <p:pic>
                    <p:nvPicPr>
                      <p:cNvPr id="67" name="对象 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130331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 noChangeAspect="1"/>
          </p:cNvGraphicFramePr>
          <p:nvPr/>
        </p:nvGraphicFramePr>
        <p:xfrm>
          <a:off x="6594070" y="191515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68" name="对象 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191515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6594070" y="29907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69" name="对象 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4070" y="29907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/>
        </p:nvGraphicFramePr>
        <p:xfrm>
          <a:off x="4185458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70" name="对象 6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85458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/>
        </p:nvGraphicFramePr>
        <p:xfrm>
          <a:off x="2807624" y="246573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" name="AxMath" r:id="rId14" imgW="151920" imgH="226800" progId="Equation.AxMath">
                  <p:embed/>
                </p:oleObj>
              </mc:Choice>
              <mc:Fallback>
                <p:oleObj name="AxMath" r:id="rId14" imgW="151920" imgH="226800" progId="Equation.AxMath">
                  <p:embed/>
                  <p:pic>
                    <p:nvPicPr>
                      <p:cNvPr id="71" name="对象 7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07624" y="246573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5576800" y="24610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" name="AxMath" r:id="rId15" imgW="151920" imgH="226800" progId="Equation.AxMath">
                  <p:embed/>
                </p:oleObj>
              </mc:Choice>
              <mc:Fallback>
                <p:oleObj name="AxMath" r:id="rId15" imgW="151920" imgH="226800" progId="Equation.AxMath">
                  <p:embed/>
                  <p:pic>
                    <p:nvPicPr>
                      <p:cNvPr id="72" name="对象 7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76800" y="24610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7593675" y="246576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" name="AxMath" r:id="rId16" imgW="151920" imgH="226800" progId="Equation.AxMath">
                  <p:embed/>
                </p:oleObj>
              </mc:Choice>
              <mc:Fallback>
                <p:oleObj name="AxMath" r:id="rId16" imgW="151920" imgH="226800" progId="Equation.AxMath">
                  <p:embed/>
                  <p:pic>
                    <p:nvPicPr>
                      <p:cNvPr id="73" name="对象 7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93675" y="246576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549785"/>
              </p:ext>
            </p:extLst>
          </p:nvPr>
        </p:nvGraphicFramePr>
        <p:xfrm>
          <a:off x="2651125" y="871538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1" name="AxMath" r:id="rId17" imgW="622080" imgH="279000" progId="Equation.AxMath">
                  <p:embed/>
                </p:oleObj>
              </mc:Choice>
              <mc:Fallback>
                <p:oleObj name="AxMath" r:id="rId17" imgW="622080" imgH="279000" progId="Equation.AxMath">
                  <p:embed/>
                  <p:pic>
                    <p:nvPicPr>
                      <p:cNvPr id="74" name="对象 7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51125" y="871538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矩形 64"/>
          <p:cNvSpPr/>
          <p:nvPr/>
        </p:nvSpPr>
        <p:spPr>
          <a:xfrm>
            <a:off x="3807229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6" name="对象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707533"/>
              </p:ext>
            </p:extLst>
          </p:nvPr>
        </p:nvGraphicFramePr>
        <p:xfrm>
          <a:off x="4033838" y="1482725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" name="AxMath" r:id="rId19" imgW="629280" imgH="279000" progId="Equation.AxMath">
                  <p:embed/>
                </p:oleObj>
              </mc:Choice>
              <mc:Fallback>
                <p:oleObj name="AxMath" r:id="rId19" imgW="629280" imgH="279000" progId="Equation.AxMath">
                  <p:embed/>
                  <p:pic>
                    <p:nvPicPr>
                      <p:cNvPr id="76" name="对象 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33838" y="1482725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矩形 66"/>
          <p:cNvSpPr/>
          <p:nvPr/>
        </p:nvSpPr>
        <p:spPr>
          <a:xfrm>
            <a:off x="5202209" y="206327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734496"/>
              </p:ext>
            </p:extLst>
          </p:nvPr>
        </p:nvGraphicFramePr>
        <p:xfrm>
          <a:off x="5427663" y="2095500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" name="AxMath" r:id="rId21" imgW="630720" imgH="279000" progId="Equation.AxMath">
                  <p:embed/>
                </p:oleObj>
              </mc:Choice>
              <mc:Fallback>
                <p:oleObj name="AxMath" r:id="rId21" imgW="630720" imgH="279000" progId="Equation.AxMath">
                  <p:embed/>
                  <p:pic>
                    <p:nvPicPr>
                      <p:cNvPr id="78" name="对象 7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27663" y="2095500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矩形 68"/>
          <p:cNvSpPr/>
          <p:nvPr/>
        </p:nvSpPr>
        <p:spPr>
          <a:xfrm>
            <a:off x="7143403" y="313497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0" name="对象 69"/>
          <p:cNvGraphicFramePr>
            <a:graphicFrameLocks noChangeAspect="1"/>
          </p:cNvGraphicFramePr>
          <p:nvPr/>
        </p:nvGraphicFramePr>
        <p:xfrm>
          <a:off x="7353300" y="3165475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" name="AxMath" r:id="rId23" imgW="637560" imgH="279000" progId="Equation.AxMath">
                  <p:embed/>
                </p:oleObj>
              </mc:Choice>
              <mc:Fallback>
                <p:oleObj name="AxMath" r:id="rId23" imgW="637560" imgH="279000" progId="Equation.AxMath">
                  <p:embed/>
                  <p:pic>
                    <p:nvPicPr>
                      <p:cNvPr id="80" name="对象 7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53300" y="3165475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623850"/>
              </p:ext>
            </p:extLst>
          </p:nvPr>
        </p:nvGraphicFramePr>
        <p:xfrm>
          <a:off x="4005263" y="855663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" name="AxMath" r:id="rId25" imgW="629280" imgH="279000" progId="Equation.AxMath">
                  <p:embed/>
                </p:oleObj>
              </mc:Choice>
              <mc:Fallback>
                <p:oleObj name="AxMath" r:id="rId25" imgW="629280" imgH="279000" progId="Equation.AxMath">
                  <p:embed/>
                  <p:pic>
                    <p:nvPicPr>
                      <p:cNvPr id="81" name="对象 8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05263" y="855663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矩形 71"/>
          <p:cNvSpPr/>
          <p:nvPr/>
        </p:nvSpPr>
        <p:spPr>
          <a:xfrm>
            <a:off x="5202209" y="839584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3" name="对象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856397"/>
              </p:ext>
            </p:extLst>
          </p:nvPr>
        </p:nvGraphicFramePr>
        <p:xfrm>
          <a:off x="5395913" y="855663"/>
          <a:ext cx="9048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" name="AxMath" r:id="rId27" imgW="630720" imgH="279000" progId="Equation.AxMath">
                  <p:embed/>
                </p:oleObj>
              </mc:Choice>
              <mc:Fallback>
                <p:oleObj name="AxMath" r:id="rId27" imgW="630720" imgH="279000" progId="Equation.AxMath">
                  <p:embed/>
                  <p:pic>
                    <p:nvPicPr>
                      <p:cNvPr id="83" name="对象 8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95913" y="855663"/>
                        <a:ext cx="9048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矩形 79"/>
          <p:cNvSpPr/>
          <p:nvPr/>
        </p:nvSpPr>
        <p:spPr>
          <a:xfrm>
            <a:off x="5195454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1" name="对象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730223"/>
              </p:ext>
            </p:extLst>
          </p:nvPr>
        </p:nvGraphicFramePr>
        <p:xfrm>
          <a:off x="5392738" y="1466850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7" name="AxMath" r:id="rId29" imgW="630720" imgH="279000" progId="Equation.AxMath">
                  <p:embed/>
                </p:oleObj>
              </mc:Choice>
              <mc:Fallback>
                <p:oleObj name="AxMath" r:id="rId29" imgW="630720" imgH="279000" progId="Equation.AxMath">
                  <p:embed/>
                  <p:pic>
                    <p:nvPicPr>
                      <p:cNvPr id="92" name="对象 9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92738" y="1466850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矩形 81"/>
          <p:cNvSpPr/>
          <p:nvPr/>
        </p:nvSpPr>
        <p:spPr>
          <a:xfrm>
            <a:off x="2418773" y="1448026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3" name="对象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28756"/>
              </p:ext>
            </p:extLst>
          </p:nvPr>
        </p:nvGraphicFramePr>
        <p:xfrm>
          <a:off x="2617788" y="1463675"/>
          <a:ext cx="896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" name="AxMath" r:id="rId31" imgW="622080" imgH="279000" progId="Equation.AxMath">
                  <p:embed/>
                </p:oleObj>
              </mc:Choice>
              <mc:Fallback>
                <p:oleObj name="AxMath" r:id="rId31" imgW="622080" imgH="279000" progId="Equation.AxMath">
                  <p:embed/>
                  <p:pic>
                    <p:nvPicPr>
                      <p:cNvPr id="103" name="对象 10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17788" y="1463675"/>
                        <a:ext cx="89693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矩形 83"/>
          <p:cNvSpPr/>
          <p:nvPr/>
        </p:nvSpPr>
        <p:spPr>
          <a:xfrm>
            <a:off x="3810116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5" name="对象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42478"/>
              </p:ext>
            </p:extLst>
          </p:nvPr>
        </p:nvGraphicFramePr>
        <p:xfrm>
          <a:off x="4006850" y="2074863"/>
          <a:ext cx="9001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" name="AxMath" r:id="rId33" imgW="629280" imgH="279000" progId="Equation.AxMath">
                  <p:embed/>
                </p:oleObj>
              </mc:Choice>
              <mc:Fallback>
                <p:oleObj name="AxMath" r:id="rId33" imgW="629280" imgH="279000" progId="Equation.AxMath">
                  <p:embed/>
                  <p:pic>
                    <p:nvPicPr>
                      <p:cNvPr id="105" name="对象 10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006850" y="2074863"/>
                        <a:ext cx="9001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矩形 85"/>
          <p:cNvSpPr/>
          <p:nvPr/>
        </p:nvSpPr>
        <p:spPr>
          <a:xfrm>
            <a:off x="241877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7" name="对象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055535"/>
              </p:ext>
            </p:extLst>
          </p:nvPr>
        </p:nvGraphicFramePr>
        <p:xfrm>
          <a:off x="2622550" y="2074863"/>
          <a:ext cx="8905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" name="AxMath" r:id="rId35" imgW="622080" imgH="279000" progId="Equation.AxMath">
                  <p:embed/>
                </p:oleObj>
              </mc:Choice>
              <mc:Fallback>
                <p:oleObj name="AxMath" r:id="rId35" imgW="622080" imgH="279000" progId="Equation.AxMath">
                  <p:embed/>
                  <p:pic>
                    <p:nvPicPr>
                      <p:cNvPr id="107" name="对象 10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22550" y="2074863"/>
                        <a:ext cx="8905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矩形 87"/>
          <p:cNvSpPr/>
          <p:nvPr/>
        </p:nvSpPr>
        <p:spPr>
          <a:xfrm>
            <a:off x="5208313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9" name="对象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591494"/>
              </p:ext>
            </p:extLst>
          </p:nvPr>
        </p:nvGraphicFramePr>
        <p:xfrm>
          <a:off x="5403850" y="3154363"/>
          <a:ext cx="9032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" name="AxMath" r:id="rId36" imgW="630720" imgH="279000" progId="Equation.AxMath">
                  <p:embed/>
                </p:oleObj>
              </mc:Choice>
              <mc:Fallback>
                <p:oleObj name="AxMath" r:id="rId36" imgW="630720" imgH="279000" progId="Equation.AxMath">
                  <p:embed/>
                  <p:pic>
                    <p:nvPicPr>
                      <p:cNvPr id="117" name="对象 116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403850" y="3154363"/>
                        <a:ext cx="90328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/>
          <p:cNvSpPr/>
          <p:nvPr/>
        </p:nvSpPr>
        <p:spPr>
          <a:xfrm>
            <a:off x="3801589" y="3134970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629979"/>
              </p:ext>
            </p:extLst>
          </p:nvPr>
        </p:nvGraphicFramePr>
        <p:xfrm>
          <a:off x="4000500" y="3151188"/>
          <a:ext cx="8985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2" name="AxMath" r:id="rId38" imgW="629280" imgH="279000" progId="Equation.AxMath">
                  <p:embed/>
                </p:oleObj>
              </mc:Choice>
              <mc:Fallback>
                <p:oleObj name="AxMath" r:id="rId38" imgW="629280" imgH="279000" progId="Equation.AxMath">
                  <p:embed/>
                  <p:pic>
                    <p:nvPicPr>
                      <p:cNvPr id="125" name="对象 124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000500" y="3151188"/>
                        <a:ext cx="8985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矩形 101"/>
          <p:cNvSpPr/>
          <p:nvPr/>
        </p:nvSpPr>
        <p:spPr>
          <a:xfrm>
            <a:off x="2416184" y="313885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456395"/>
              </p:ext>
            </p:extLst>
          </p:nvPr>
        </p:nvGraphicFramePr>
        <p:xfrm>
          <a:off x="2617788" y="3154363"/>
          <a:ext cx="8905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" name="AxMath" r:id="rId40" imgW="622080" imgH="279000" progId="Equation.AxMath">
                  <p:embed/>
                </p:oleObj>
              </mc:Choice>
              <mc:Fallback>
                <p:oleObj name="AxMath" r:id="rId40" imgW="622080" imgH="279000" progId="Equation.AxMath">
                  <p:embed/>
                  <p:pic>
                    <p:nvPicPr>
                      <p:cNvPr id="137" name="对象 1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17788" y="3154363"/>
                        <a:ext cx="8905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圆角矩形 103"/>
          <p:cNvSpPr/>
          <p:nvPr/>
        </p:nvSpPr>
        <p:spPr>
          <a:xfrm>
            <a:off x="1135005" y="839585"/>
            <a:ext cx="1126057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1122103" y="1451433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1122103" y="2063280"/>
            <a:ext cx="1138959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1122219" y="3138853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6" name="对象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407599"/>
              </p:ext>
            </p:extLst>
          </p:nvPr>
        </p:nvGraphicFramePr>
        <p:xfrm>
          <a:off x="6593954" y="357460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4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42" name="对象 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3954" y="357460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矩形 116"/>
          <p:cNvSpPr/>
          <p:nvPr/>
        </p:nvSpPr>
        <p:spPr>
          <a:xfrm>
            <a:off x="7143287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矩形 124"/>
          <p:cNvSpPr/>
          <p:nvPr/>
        </p:nvSpPr>
        <p:spPr>
          <a:xfrm>
            <a:off x="5208197" y="3722727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6" name="对象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635401"/>
              </p:ext>
            </p:extLst>
          </p:nvPr>
        </p:nvGraphicFramePr>
        <p:xfrm>
          <a:off x="5403850" y="3738563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" name="AxMath" r:id="rId41" imgW="630720" imgH="279000" progId="Equation.AxMath">
                  <p:embed/>
                </p:oleObj>
              </mc:Choice>
              <mc:Fallback>
                <p:oleObj name="AxMath" r:id="rId41" imgW="630720" imgH="279000" progId="Equation.AxMath">
                  <p:embed/>
                  <p:pic>
                    <p:nvPicPr>
                      <p:cNvPr id="146" name="对象 145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403850" y="3738563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矩形 136"/>
          <p:cNvSpPr/>
          <p:nvPr/>
        </p:nvSpPr>
        <p:spPr>
          <a:xfrm>
            <a:off x="3801473" y="371884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8" name="对象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448162"/>
              </p:ext>
            </p:extLst>
          </p:nvPr>
        </p:nvGraphicFramePr>
        <p:xfrm>
          <a:off x="3998913" y="3735388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6" name="AxMath" r:id="rId43" imgW="629280" imgH="279000" progId="Equation.AxMath">
                  <p:embed/>
                </p:oleObj>
              </mc:Choice>
              <mc:Fallback>
                <p:oleObj name="AxMath" r:id="rId43" imgW="629280" imgH="279000" progId="Equation.AxMath">
                  <p:embed/>
                  <p:pic>
                    <p:nvPicPr>
                      <p:cNvPr id="148" name="对象 14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998913" y="3735388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/>
          <p:cNvSpPr/>
          <p:nvPr/>
        </p:nvSpPr>
        <p:spPr>
          <a:xfrm>
            <a:off x="2416068" y="3722727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95853"/>
              </p:ext>
            </p:extLst>
          </p:nvPr>
        </p:nvGraphicFramePr>
        <p:xfrm>
          <a:off x="2619259" y="3738238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7" name="AxMath" r:id="rId44" imgW="622080" imgH="279000" progId="Equation.AxMath">
                  <p:embed/>
                </p:oleObj>
              </mc:Choice>
              <mc:Fallback>
                <p:oleObj name="AxMath" r:id="rId44" imgW="622080" imgH="279000" progId="Equation.AxMath">
                  <p:embed/>
                  <p:pic>
                    <p:nvPicPr>
                      <p:cNvPr id="150" name="对象 14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619259" y="3738238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圆角矩形 140"/>
          <p:cNvSpPr/>
          <p:nvPr/>
        </p:nvSpPr>
        <p:spPr>
          <a:xfrm>
            <a:off x="1122103" y="3722728"/>
            <a:ext cx="1138843" cy="4322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7" name="对象 1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781175"/>
              </p:ext>
            </p:extLst>
          </p:nvPr>
        </p:nvGraphicFramePr>
        <p:xfrm>
          <a:off x="7351712" y="3752152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8" name="AxMath" r:id="rId23" imgW="637560" imgH="279000" progId="Equation.AxMath">
                  <p:embed/>
                </p:oleObj>
              </mc:Choice>
              <mc:Fallback>
                <p:oleObj name="AxMath" r:id="rId23" imgW="637560" imgH="279000" progId="Equation.AxMath">
                  <p:embed/>
                  <p:pic>
                    <p:nvPicPr>
                      <p:cNvPr id="154" name="对象 15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51712" y="3752152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矩形 157"/>
          <p:cNvSpPr/>
          <p:nvPr/>
        </p:nvSpPr>
        <p:spPr>
          <a:xfrm>
            <a:off x="7143403" y="844289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9" name="对象 158"/>
          <p:cNvGraphicFramePr>
            <a:graphicFrameLocks noChangeAspect="1"/>
          </p:cNvGraphicFramePr>
          <p:nvPr>
            <p:extLst/>
          </p:nvPr>
        </p:nvGraphicFramePr>
        <p:xfrm>
          <a:off x="7334250" y="860425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9" name="AxMath" r:id="rId46" imgW="637560" imgH="279000" progId="Equation.AxMath">
                  <p:embed/>
                </p:oleObj>
              </mc:Choice>
              <mc:Fallback>
                <p:oleObj name="AxMath" r:id="rId46" imgW="637560" imgH="279000" progId="Equation.AxMath">
                  <p:embed/>
                  <p:pic>
                    <p:nvPicPr>
                      <p:cNvPr id="111" name="对象 110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7334250" y="860425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" name="矩形 159"/>
          <p:cNvSpPr/>
          <p:nvPr/>
        </p:nvSpPr>
        <p:spPr>
          <a:xfrm>
            <a:off x="7148828" y="1451432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1" name="对象 160"/>
          <p:cNvGraphicFramePr>
            <a:graphicFrameLocks noChangeAspect="1"/>
          </p:cNvGraphicFramePr>
          <p:nvPr>
            <p:extLst/>
          </p:nvPr>
        </p:nvGraphicFramePr>
        <p:xfrm>
          <a:off x="7337425" y="1466850"/>
          <a:ext cx="9175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0" name="AxMath" r:id="rId48" imgW="637560" imgH="279000" progId="Equation.AxMath">
                  <p:embed/>
                </p:oleObj>
              </mc:Choice>
              <mc:Fallback>
                <p:oleObj name="AxMath" r:id="rId48" imgW="637560" imgH="279000" progId="Equation.AxMath">
                  <p:embed/>
                  <p:pic>
                    <p:nvPicPr>
                      <p:cNvPr id="115" name="对象 114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337425" y="1466850"/>
                        <a:ext cx="917575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161"/>
          <p:cNvSpPr/>
          <p:nvPr/>
        </p:nvSpPr>
        <p:spPr>
          <a:xfrm>
            <a:off x="7143403" y="2058575"/>
            <a:ext cx="1230283" cy="432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3" name="对象 162"/>
          <p:cNvGraphicFramePr>
            <a:graphicFrameLocks noChangeAspect="1"/>
          </p:cNvGraphicFramePr>
          <p:nvPr>
            <p:extLst/>
          </p:nvPr>
        </p:nvGraphicFramePr>
        <p:xfrm>
          <a:off x="7334250" y="2074863"/>
          <a:ext cx="9128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" name="AxMath" r:id="rId50" imgW="637560" imgH="279000" progId="Equation.AxMath">
                  <p:embed/>
                </p:oleObj>
              </mc:Choice>
              <mc:Fallback>
                <p:oleObj name="AxMath" r:id="rId50" imgW="637560" imgH="2790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334250" y="2074863"/>
                        <a:ext cx="9128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87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组合 241"/>
          <p:cNvGrpSpPr/>
          <p:nvPr/>
        </p:nvGrpSpPr>
        <p:grpSpPr>
          <a:xfrm>
            <a:off x="-4739874" y="-2994968"/>
            <a:ext cx="10892065" cy="17974908"/>
            <a:chOff x="-4739874" y="-2994968"/>
            <a:chExt cx="10892065" cy="17974908"/>
          </a:xfrm>
        </p:grpSpPr>
        <p:grpSp>
          <p:nvGrpSpPr>
            <p:cNvPr id="2" name="组合 1"/>
            <p:cNvGrpSpPr/>
            <p:nvPr/>
          </p:nvGrpSpPr>
          <p:grpSpPr>
            <a:xfrm>
              <a:off x="-1549665" y="-2994968"/>
              <a:ext cx="7701856" cy="3804894"/>
              <a:chOff x="-2389193" y="316559"/>
              <a:chExt cx="7701856" cy="3804894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-2376291" y="464681"/>
                <a:ext cx="1126057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0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-1092292" y="46468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95933" y="46468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7" name="对象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41923905"/>
                  </p:ext>
                </p:extLst>
              </p:nvPr>
            </p:nvGraphicFramePr>
            <p:xfrm>
              <a:off x="3082774" y="31655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6" name="AxMath" r:id="rId3" imgW="151920" imgH="226800" progId="Equation.AxMath">
                      <p:embed/>
                    </p:oleObj>
                  </mc:Choice>
                  <mc:Fallback>
                    <p:oleObj name="AxMath" r:id="rId3" imgW="151920" imgH="226800" progId="Equation.AxMath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082774" y="31655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圆角矩形 7"/>
              <p:cNvSpPr/>
              <p:nvPr/>
            </p:nvSpPr>
            <p:spPr>
              <a:xfrm>
                <a:off x="-2389193" y="1076529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9" name="对象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640518"/>
                  </p:ext>
                </p:extLst>
              </p:nvPr>
            </p:nvGraphicFramePr>
            <p:xfrm>
              <a:off x="3082774" y="928407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7" name="AxMath" r:id="rId5" imgW="151920" imgH="226800" progId="Equation.AxMath">
                      <p:embed/>
                    </p:oleObj>
                  </mc:Choice>
                  <mc:Fallback>
                    <p:oleObj name="AxMath" r:id="rId5" imgW="151920" imgH="226800" progId="Equation.AxMath">
                      <p:embed/>
                      <p:pic>
                        <p:nvPicPr>
                          <p:cNvPr id="20" name="对象 1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082774" y="928407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圆角矩形 9"/>
              <p:cNvSpPr/>
              <p:nvPr/>
            </p:nvSpPr>
            <p:spPr>
              <a:xfrm>
                <a:off x="-2389193" y="1688376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5099402"/>
                  </p:ext>
                </p:extLst>
              </p:nvPr>
            </p:nvGraphicFramePr>
            <p:xfrm>
              <a:off x="3082774" y="154025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8" name="AxMath" r:id="rId6" imgW="151920" imgH="226800" progId="Equation.AxMath">
                      <p:embed/>
                    </p:oleObj>
                  </mc:Choice>
                  <mc:Fallback>
                    <p:oleObj name="AxMath" r:id="rId6" imgW="151920" imgH="226800" progId="Equation.AxMath">
                      <p:embed/>
                      <p:pic>
                        <p:nvPicPr>
                          <p:cNvPr id="27" name="对象 2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082774" y="154025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圆角矩形 11"/>
              <p:cNvSpPr/>
              <p:nvPr/>
            </p:nvSpPr>
            <p:spPr>
              <a:xfrm>
                <a:off x="-2389193" y="3324937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6491057"/>
                  </p:ext>
                </p:extLst>
              </p:nvPr>
            </p:nvGraphicFramePr>
            <p:xfrm>
              <a:off x="3082658" y="317681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9" name="AxMath" r:id="rId7" imgW="151920" imgH="226800" progId="Equation.AxMath">
                      <p:embed/>
                    </p:oleObj>
                  </mc:Choice>
                  <mc:Fallback>
                    <p:oleObj name="AxMath" r:id="rId7" imgW="151920" imgH="226800" progId="Equation.AxMath">
                      <p:embed/>
                      <p:pic>
                        <p:nvPicPr>
                          <p:cNvPr id="34" name="对象 3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082658" y="317681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7914903"/>
                  </p:ext>
                </p:extLst>
              </p:nvPr>
            </p:nvGraphicFramePr>
            <p:xfrm>
              <a:off x="674162" y="2086182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0" name="AxMath" r:id="rId8" imgW="151920" imgH="226800" progId="Equation.AxMath">
                      <p:embed/>
                    </p:oleObj>
                  </mc:Choice>
                  <mc:Fallback>
                    <p:oleObj name="AxMath" r:id="rId8" imgW="151920" imgH="226800" progId="Equation.AxMath">
                      <p:embed/>
                      <p:pic>
                        <p:nvPicPr>
                          <p:cNvPr id="35" name="对象 3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674162" y="2086182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2255790"/>
                  </p:ext>
                </p:extLst>
              </p:nvPr>
            </p:nvGraphicFramePr>
            <p:xfrm>
              <a:off x="-703672" y="2090833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1" name="AxMath" r:id="rId10" imgW="151920" imgH="226800" progId="Equation.AxMath">
                      <p:embed/>
                    </p:oleObj>
                  </mc:Choice>
                  <mc:Fallback>
                    <p:oleObj name="AxMath" r:id="rId10" imgW="151920" imgH="226800" progId="Equation.AxMath">
                      <p:embed/>
                      <p:pic>
                        <p:nvPicPr>
                          <p:cNvPr id="36" name="对象 3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-703672" y="2090833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747466"/>
                  </p:ext>
                </p:extLst>
              </p:nvPr>
            </p:nvGraphicFramePr>
            <p:xfrm>
              <a:off x="2065504" y="2086182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2" name="AxMath" r:id="rId11" imgW="151920" imgH="226800" progId="Equation.AxMath">
                      <p:embed/>
                    </p:oleObj>
                  </mc:Choice>
                  <mc:Fallback>
                    <p:oleObj name="AxMath" r:id="rId11" imgW="151920" imgH="226800" progId="Equation.AxMath">
                      <p:embed/>
                      <p:pic>
                        <p:nvPicPr>
                          <p:cNvPr id="37" name="对象 36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065504" y="2086182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4916103"/>
                  </p:ext>
                </p:extLst>
              </p:nvPr>
            </p:nvGraphicFramePr>
            <p:xfrm>
              <a:off x="4082379" y="2090858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3" name="AxMath" r:id="rId12" imgW="151920" imgH="226800" progId="Equation.AxMath">
                      <p:embed/>
                    </p:oleObj>
                  </mc:Choice>
                  <mc:Fallback>
                    <p:oleObj name="AxMath" r:id="rId12" imgW="151920" imgH="226800" progId="Equation.AxMath">
                      <p:embed/>
                      <p:pic>
                        <p:nvPicPr>
                          <p:cNvPr id="38" name="对象 37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082379" y="2090858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8" name="直接箭头连接符 17"/>
              <p:cNvCxnSpPr/>
              <p:nvPr/>
            </p:nvCxnSpPr>
            <p:spPr>
              <a:xfrm flipH="1">
                <a:off x="-161267" y="797191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H="1">
                <a:off x="1279605" y="1398185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flipH="1">
                <a:off x="2686880" y="2010032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H="1">
                <a:off x="4654457" y="3689189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肘形连接符 21"/>
              <p:cNvCxnSpPr/>
              <p:nvPr/>
            </p:nvCxnSpPr>
            <p:spPr>
              <a:xfrm rot="5400000" flipH="1" flipV="1">
                <a:off x="4347488" y="3156278"/>
                <a:ext cx="1272144" cy="658206"/>
              </a:xfrm>
              <a:prstGeom prst="bentConnector3">
                <a:avLst>
                  <a:gd name="adj1" fmla="val 583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肘形连接符 22"/>
              <p:cNvCxnSpPr/>
              <p:nvPr/>
            </p:nvCxnSpPr>
            <p:spPr>
              <a:xfrm rot="16200000" flipV="1">
                <a:off x="3746355" y="1413771"/>
                <a:ext cx="2365768" cy="766847"/>
              </a:xfrm>
              <a:prstGeom prst="bentConnector3">
                <a:avLst>
                  <a:gd name="adj1" fmla="val 113599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aphicFrame>
            <p:nvGraphicFramePr>
              <p:cNvPr id="24" name="对象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8194534"/>
                  </p:ext>
                </p:extLst>
              </p:nvPr>
            </p:nvGraphicFramePr>
            <p:xfrm>
              <a:off x="-595058" y="528384"/>
              <a:ext cx="288925" cy="303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4" name="AxMath" r:id="rId13" imgW="218880" imgH="230400" progId="Equation.AxMath">
                      <p:embed/>
                    </p:oleObj>
                  </mc:Choice>
                  <mc:Fallback>
                    <p:oleObj name="AxMath" r:id="rId13" imgW="218880" imgH="230400" progId="Equation.AxMath">
                      <p:embed/>
                      <p:pic>
                        <p:nvPicPr>
                          <p:cNvPr id="91" name="对象 9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-595058" y="528384"/>
                            <a:ext cx="288925" cy="3032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矩形 24"/>
              <p:cNvSpPr/>
              <p:nvPr/>
            </p:nvSpPr>
            <p:spPr>
              <a:xfrm>
                <a:off x="295933" y="107652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9068956"/>
                  </p:ext>
                </p:extLst>
              </p:nvPr>
            </p:nvGraphicFramePr>
            <p:xfrm>
              <a:off x="794004" y="1139571"/>
              <a:ext cx="287338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5" name="AxMath" r:id="rId15" imgW="217080" imgH="230400" progId="Equation.AxMath">
                      <p:embed/>
                    </p:oleObj>
                  </mc:Choice>
                  <mc:Fallback>
                    <p:oleObj name="AxMath" r:id="rId15" imgW="217080" imgH="230400" progId="Equation.AxMath">
                      <p:embed/>
                      <p:pic>
                        <p:nvPicPr>
                          <p:cNvPr id="94" name="对象 9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94004" y="1139571"/>
                            <a:ext cx="287338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" name="矩形 26"/>
              <p:cNvSpPr/>
              <p:nvPr/>
            </p:nvSpPr>
            <p:spPr>
              <a:xfrm>
                <a:off x="1690913" y="168837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8" name="对象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6912305"/>
                  </p:ext>
                </p:extLst>
              </p:nvPr>
            </p:nvGraphicFramePr>
            <p:xfrm>
              <a:off x="2183067" y="1752346"/>
              <a:ext cx="296862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6" name="AxMath" r:id="rId17" imgW="225360" imgH="230400" progId="Equation.AxMath">
                      <p:embed/>
                    </p:oleObj>
                  </mc:Choice>
                  <mc:Fallback>
                    <p:oleObj name="AxMath" r:id="rId17" imgW="225360" imgH="230400" progId="Equation.AxMath">
                      <p:embed/>
                      <p:pic>
                        <p:nvPicPr>
                          <p:cNvPr id="96" name="对象 95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183067" y="1752346"/>
                            <a:ext cx="296862" cy="3032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矩形 28"/>
              <p:cNvSpPr/>
              <p:nvPr/>
            </p:nvSpPr>
            <p:spPr>
              <a:xfrm>
                <a:off x="3631991" y="3321054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0" name="对象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4135057"/>
                  </p:ext>
                </p:extLst>
              </p:nvPr>
            </p:nvGraphicFramePr>
            <p:xfrm>
              <a:off x="4008576" y="3383309"/>
              <a:ext cx="511175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7" name="AxMath" r:id="rId19" imgW="385200" imgH="230400" progId="Equation.AxMath">
                      <p:embed/>
                    </p:oleObj>
                  </mc:Choice>
                  <mc:Fallback>
                    <p:oleObj name="AxMath" r:id="rId19" imgW="385200" imgH="230400" progId="Equation.AxMath">
                      <p:embed/>
                      <p:pic>
                        <p:nvPicPr>
                          <p:cNvPr id="98" name="对象 97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08576" y="3383309"/>
                            <a:ext cx="511175" cy="3032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9976813"/>
                  </p:ext>
                </p:extLst>
              </p:nvPr>
            </p:nvGraphicFramePr>
            <p:xfrm>
              <a:off x="781304" y="515684"/>
              <a:ext cx="322263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8" name="AxMath" r:id="rId21" imgW="226080" imgH="230400" progId="Equation.AxMath">
                      <p:embed/>
                    </p:oleObj>
                  </mc:Choice>
                  <mc:Fallback>
                    <p:oleObj name="AxMath" r:id="rId21" imgW="226080" imgH="230400" progId="Equation.AxMath">
                      <p:embed/>
                      <p:pic>
                        <p:nvPicPr>
                          <p:cNvPr id="99" name="对象 98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81304" y="515684"/>
                            <a:ext cx="322263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矩形 31"/>
              <p:cNvSpPr/>
              <p:nvPr/>
            </p:nvSpPr>
            <p:spPr>
              <a:xfrm>
                <a:off x="1690913" y="464680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3" name="对象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244998"/>
                  </p:ext>
                </p:extLst>
              </p:nvPr>
            </p:nvGraphicFramePr>
            <p:xfrm>
              <a:off x="2175129" y="515684"/>
              <a:ext cx="325438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49" name="AxMath" r:id="rId23" imgW="227520" imgH="230400" progId="Equation.AxMath">
                      <p:embed/>
                    </p:oleObj>
                  </mc:Choice>
                  <mc:Fallback>
                    <p:oleObj name="AxMath" r:id="rId23" imgW="227520" imgH="230400" progId="Equation.AxMath">
                      <p:embed/>
                      <p:pic>
                        <p:nvPicPr>
                          <p:cNvPr id="101" name="对象 100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175129" y="515684"/>
                            <a:ext cx="325438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矩形 33"/>
              <p:cNvSpPr/>
              <p:nvPr/>
            </p:nvSpPr>
            <p:spPr>
              <a:xfrm>
                <a:off x="3632107" y="46938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5" name="对象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5180791"/>
                  </p:ext>
                </p:extLst>
              </p:nvPr>
            </p:nvGraphicFramePr>
            <p:xfrm>
              <a:off x="3726117" y="520446"/>
              <a:ext cx="110807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0" name="AxMath" r:id="rId25" imgW="773640" imgH="230400" progId="Equation.AxMath">
                      <p:embed/>
                    </p:oleObj>
                  </mc:Choice>
                  <mc:Fallback>
                    <p:oleObj name="AxMath" r:id="rId25" imgW="773640" imgH="230400" progId="Equation.AxMath">
                      <p:embed/>
                      <p:pic>
                        <p:nvPicPr>
                          <p:cNvPr id="111" name="对象 110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726117" y="520446"/>
                            <a:ext cx="110807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矩形 35"/>
              <p:cNvSpPr/>
              <p:nvPr/>
            </p:nvSpPr>
            <p:spPr>
              <a:xfrm>
                <a:off x="3637532" y="107652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7" name="对象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38696124"/>
                  </p:ext>
                </p:extLst>
              </p:nvPr>
            </p:nvGraphicFramePr>
            <p:xfrm>
              <a:off x="4122992" y="1126871"/>
              <a:ext cx="32385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1" name="AxMath" r:id="rId27" imgW="225360" imgH="230400" progId="Equation.AxMath">
                      <p:embed/>
                    </p:oleObj>
                  </mc:Choice>
                  <mc:Fallback>
                    <p:oleObj name="AxMath" r:id="rId27" imgW="225360" imgH="230400" progId="Equation.AxMath">
                      <p:embed/>
                      <p:pic>
                        <p:nvPicPr>
                          <p:cNvPr id="115" name="对象 114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122992" y="1126871"/>
                            <a:ext cx="32385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矩形 37"/>
              <p:cNvSpPr/>
              <p:nvPr/>
            </p:nvSpPr>
            <p:spPr>
              <a:xfrm>
                <a:off x="3632107" y="168367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39" name="对象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88155359"/>
                  </p:ext>
                </p:extLst>
              </p:nvPr>
            </p:nvGraphicFramePr>
            <p:xfrm>
              <a:off x="4113467" y="1734884"/>
              <a:ext cx="331787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2" name="AxMath" r:id="rId29" imgW="232200" imgH="230400" progId="Equation.AxMath">
                      <p:embed/>
                    </p:oleObj>
                  </mc:Choice>
                  <mc:Fallback>
                    <p:oleObj name="AxMath" r:id="rId29" imgW="232200" imgH="230400" progId="Equation.AxMath">
                      <p:embed/>
                      <p:pic>
                        <p:nvPicPr>
                          <p:cNvPr id="119" name="对象 118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113467" y="1734884"/>
                            <a:ext cx="331787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矩形 39"/>
              <p:cNvSpPr/>
              <p:nvPr/>
            </p:nvSpPr>
            <p:spPr>
              <a:xfrm>
                <a:off x="1684158" y="107652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1" name="对象 4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2044106"/>
                  </p:ext>
                </p:extLst>
              </p:nvPr>
            </p:nvGraphicFramePr>
            <p:xfrm>
              <a:off x="2175129" y="1126871"/>
              <a:ext cx="31432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3" name="AxMath" r:id="rId31" imgW="218520" imgH="230400" progId="Equation.AxMath">
                      <p:embed/>
                    </p:oleObj>
                  </mc:Choice>
                  <mc:Fallback>
                    <p:oleObj name="AxMath" r:id="rId31" imgW="218520" imgH="230400" progId="Equation.AxMath">
                      <p:embed/>
                      <p:pic>
                        <p:nvPicPr>
                          <p:cNvPr id="121" name="对象 120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2175129" y="1126871"/>
                            <a:ext cx="31432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矩形 41"/>
              <p:cNvSpPr/>
              <p:nvPr/>
            </p:nvSpPr>
            <p:spPr>
              <a:xfrm>
                <a:off x="-1092523" y="1073122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3" name="对象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8196589"/>
                  </p:ext>
                </p:extLst>
              </p:nvPr>
            </p:nvGraphicFramePr>
            <p:xfrm>
              <a:off x="-864933" y="1123696"/>
              <a:ext cx="8382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4" name="AxMath" r:id="rId33" imgW="583200" imgH="230400" progId="Equation.AxMath">
                      <p:embed/>
                    </p:oleObj>
                  </mc:Choice>
                  <mc:Fallback>
                    <p:oleObj name="AxMath" r:id="rId33" imgW="583200" imgH="230400" progId="Equation.AxMath">
                      <p:embed/>
                      <p:pic>
                        <p:nvPicPr>
                          <p:cNvPr id="123" name="对象 122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-864933" y="1123696"/>
                            <a:ext cx="8382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矩形 43"/>
              <p:cNvSpPr/>
              <p:nvPr/>
            </p:nvSpPr>
            <p:spPr>
              <a:xfrm>
                <a:off x="298820" y="168367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5" name="对象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1878460"/>
                  </p:ext>
                </p:extLst>
              </p:nvPr>
            </p:nvGraphicFramePr>
            <p:xfrm>
              <a:off x="519367" y="1734884"/>
              <a:ext cx="852487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5" name="AxMath" r:id="rId35" imgW="595080" imgH="230400" progId="Equation.AxMath">
                      <p:embed/>
                    </p:oleObj>
                  </mc:Choice>
                  <mc:Fallback>
                    <p:oleObj name="AxMath" r:id="rId35" imgW="595080" imgH="230400" progId="Equation.AxMath">
                      <p:embed/>
                      <p:pic>
                        <p:nvPicPr>
                          <p:cNvPr id="127" name="对象 126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519367" y="1734884"/>
                            <a:ext cx="852487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矩形 45"/>
              <p:cNvSpPr/>
              <p:nvPr/>
            </p:nvSpPr>
            <p:spPr>
              <a:xfrm>
                <a:off x="-1092523" y="168367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7" name="对象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8892220"/>
                  </p:ext>
                </p:extLst>
              </p:nvPr>
            </p:nvGraphicFramePr>
            <p:xfrm>
              <a:off x="-610933" y="1734884"/>
              <a:ext cx="33337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6" name="AxMath" r:id="rId37" imgW="234000" imgH="230400" progId="Equation.AxMath">
                      <p:embed/>
                    </p:oleObj>
                  </mc:Choice>
                  <mc:Fallback>
                    <p:oleObj name="AxMath" r:id="rId37" imgW="234000" imgH="230400" progId="Equation.AxMath">
                      <p:embed/>
                      <p:pic>
                        <p:nvPicPr>
                          <p:cNvPr id="129" name="对象 128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-610933" y="1734884"/>
                            <a:ext cx="33337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矩形 47"/>
              <p:cNvSpPr/>
              <p:nvPr/>
            </p:nvSpPr>
            <p:spPr>
              <a:xfrm>
                <a:off x="1696901" y="3324936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49" name="对象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4921559"/>
                  </p:ext>
                </p:extLst>
              </p:nvPr>
            </p:nvGraphicFramePr>
            <p:xfrm>
              <a:off x="2073413" y="3375372"/>
              <a:ext cx="541338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7" name="AxMath" r:id="rId39" imgW="378360" imgH="230400" progId="Equation.AxMath">
                      <p:embed/>
                    </p:oleObj>
                  </mc:Choice>
                  <mc:Fallback>
                    <p:oleObj name="AxMath" r:id="rId39" imgW="378360" imgH="230400" progId="Equation.AxMath">
                      <p:embed/>
                      <p:pic>
                        <p:nvPicPr>
                          <p:cNvPr id="131" name="对象 130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2073413" y="3375372"/>
                            <a:ext cx="541338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矩形 49"/>
              <p:cNvSpPr/>
              <p:nvPr/>
            </p:nvSpPr>
            <p:spPr>
              <a:xfrm>
                <a:off x="290177" y="3321054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51" name="对象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0848453"/>
                  </p:ext>
                </p:extLst>
              </p:nvPr>
            </p:nvGraphicFramePr>
            <p:xfrm>
              <a:off x="668476" y="3372197"/>
              <a:ext cx="538162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8" name="AxMath" r:id="rId41" imgW="376560" imgH="230400" progId="Equation.AxMath">
                      <p:embed/>
                    </p:oleObj>
                  </mc:Choice>
                  <mc:Fallback>
                    <p:oleObj name="AxMath" r:id="rId41" imgW="376560" imgH="230400" progId="Equation.AxMath">
                      <p:embed/>
                      <p:pic>
                        <p:nvPicPr>
                          <p:cNvPr id="133" name="对象 132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668476" y="3372197"/>
                            <a:ext cx="538162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" name="矩形 51"/>
              <p:cNvSpPr/>
              <p:nvPr/>
            </p:nvSpPr>
            <p:spPr>
              <a:xfrm>
                <a:off x="-1095228" y="3324936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53" name="对象 5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1511487"/>
                  </p:ext>
                </p:extLst>
              </p:nvPr>
            </p:nvGraphicFramePr>
            <p:xfrm>
              <a:off x="-712649" y="3375372"/>
              <a:ext cx="528637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59" name="AxMath" r:id="rId43" imgW="369720" imgH="230400" progId="Equation.AxMath">
                      <p:embed/>
                    </p:oleObj>
                  </mc:Choice>
                  <mc:Fallback>
                    <p:oleObj name="AxMath" r:id="rId43" imgW="369720" imgH="230400" progId="Equation.AxMath">
                      <p:embed/>
                      <p:pic>
                        <p:nvPicPr>
                          <p:cNvPr id="135" name="对象 134"/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-712649" y="3375372"/>
                            <a:ext cx="528637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" name="圆角矩形 53"/>
              <p:cNvSpPr/>
              <p:nvPr/>
            </p:nvSpPr>
            <p:spPr>
              <a:xfrm>
                <a:off x="-2389193" y="2746292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631991" y="2742409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56" name="对象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0349233"/>
                  </p:ext>
                </p:extLst>
              </p:nvPr>
            </p:nvGraphicFramePr>
            <p:xfrm>
              <a:off x="4005517" y="2804859"/>
              <a:ext cx="519112" cy="303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0" name="AxMath" r:id="rId45" imgW="392040" imgH="230400" progId="Equation.AxMath">
                      <p:embed/>
                    </p:oleObj>
                  </mc:Choice>
                  <mc:Fallback>
                    <p:oleObj name="AxMath" r:id="rId45" imgW="392040" imgH="230400" progId="Equation.AxMath">
                      <p:embed/>
                      <p:pic>
                        <p:nvPicPr>
                          <p:cNvPr id="58" name="对象 57"/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4005517" y="2804859"/>
                            <a:ext cx="519112" cy="3032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矩形 56"/>
              <p:cNvSpPr/>
              <p:nvPr/>
            </p:nvSpPr>
            <p:spPr>
              <a:xfrm>
                <a:off x="1696901" y="274629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58" name="对象 5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9098171"/>
                  </p:ext>
                </p:extLst>
              </p:nvPr>
            </p:nvGraphicFramePr>
            <p:xfrm>
              <a:off x="2068767" y="2796921"/>
              <a:ext cx="55245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1" name="AxMath" r:id="rId47" imgW="385200" imgH="230400" progId="Equation.AxMath">
                      <p:embed/>
                    </p:oleObj>
                  </mc:Choice>
                  <mc:Fallback>
                    <p:oleObj name="AxMath" r:id="rId47" imgW="385200" imgH="230400" progId="Equation.AxMath">
                      <p:embed/>
                      <p:pic>
                        <p:nvPicPr>
                          <p:cNvPr id="61" name="对象 60"/>
                          <p:cNvPicPr/>
                          <p:nvPr/>
                        </p:nvPicPr>
                        <p:blipFill>
                          <a:blip r:embed="rId48"/>
                          <a:stretch>
                            <a:fillRect/>
                          </a:stretch>
                        </p:blipFill>
                        <p:spPr>
                          <a:xfrm>
                            <a:off x="2068767" y="2796921"/>
                            <a:ext cx="55245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矩形 58"/>
              <p:cNvSpPr/>
              <p:nvPr/>
            </p:nvSpPr>
            <p:spPr>
              <a:xfrm>
                <a:off x="290177" y="2742409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60" name="对象 5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1434924"/>
                  </p:ext>
                </p:extLst>
              </p:nvPr>
            </p:nvGraphicFramePr>
            <p:xfrm>
              <a:off x="663829" y="2793746"/>
              <a:ext cx="54927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2" name="AxMath" r:id="rId49" imgW="383760" imgH="230400" progId="Equation.AxMath">
                      <p:embed/>
                    </p:oleObj>
                  </mc:Choice>
                  <mc:Fallback>
                    <p:oleObj name="AxMath" r:id="rId49" imgW="383760" imgH="230400" progId="Equation.AxMath">
                      <p:embed/>
                      <p:pic>
                        <p:nvPicPr>
                          <p:cNvPr id="63" name="对象 62"/>
                          <p:cNvPicPr/>
                          <p:nvPr/>
                        </p:nvPicPr>
                        <p:blipFill>
                          <a:blip r:embed="rId50"/>
                          <a:stretch>
                            <a:fillRect/>
                          </a:stretch>
                        </p:blipFill>
                        <p:spPr>
                          <a:xfrm>
                            <a:off x="663829" y="2793746"/>
                            <a:ext cx="54927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矩形 60"/>
              <p:cNvSpPr/>
              <p:nvPr/>
            </p:nvSpPr>
            <p:spPr>
              <a:xfrm>
                <a:off x="-1095228" y="2746291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62" name="对象 6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2082612"/>
                  </p:ext>
                </p:extLst>
              </p:nvPr>
            </p:nvGraphicFramePr>
            <p:xfrm>
              <a:off x="-717296" y="2796921"/>
              <a:ext cx="538163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3" name="AxMath" r:id="rId51" imgW="376560" imgH="230400" progId="Equation.AxMath">
                      <p:embed/>
                    </p:oleObj>
                  </mc:Choice>
                  <mc:Fallback>
                    <p:oleObj name="AxMath" r:id="rId51" imgW="376560" imgH="230400" progId="Equation.AxMath">
                      <p:embed/>
                      <p:pic>
                        <p:nvPicPr>
                          <p:cNvPr id="65" name="对象 64"/>
                          <p:cNvPicPr/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-717296" y="2796921"/>
                            <a:ext cx="538163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" name="组合 2"/>
            <p:cNvGrpSpPr/>
            <p:nvPr/>
          </p:nvGrpSpPr>
          <p:grpSpPr>
            <a:xfrm>
              <a:off x="-1541498" y="1636390"/>
              <a:ext cx="7269402" cy="3611648"/>
              <a:chOff x="6732355" y="316746"/>
              <a:chExt cx="7269402" cy="361164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8029256" y="46486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9417481" y="464868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65" name="对象 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047992"/>
                  </p:ext>
                </p:extLst>
              </p:nvPr>
            </p:nvGraphicFramePr>
            <p:xfrm>
              <a:off x="12204322" y="316746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4" name="AxMath" r:id="rId53" imgW="151920" imgH="226800" progId="Equation.AxMath">
                      <p:embed/>
                    </p:oleObj>
                  </mc:Choice>
                  <mc:Fallback>
                    <p:oleObj name="AxMath" r:id="rId53" imgW="151920" imgH="226800" progId="Equation.AxMath">
                      <p:embed/>
                      <p:pic>
                        <p:nvPicPr>
                          <p:cNvPr id="13" name="对象 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04322" y="316746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对象 6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3051381"/>
                  </p:ext>
                </p:extLst>
              </p:nvPr>
            </p:nvGraphicFramePr>
            <p:xfrm>
              <a:off x="12204322" y="92859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5" name="AxMath" r:id="rId54" imgW="151920" imgH="226800" progId="Equation.AxMath">
                      <p:embed/>
                    </p:oleObj>
                  </mc:Choice>
                  <mc:Fallback>
                    <p:oleObj name="AxMath" r:id="rId54" imgW="151920" imgH="226800" progId="Equation.AxMath">
                      <p:embed/>
                      <p:pic>
                        <p:nvPicPr>
                          <p:cNvPr id="20" name="对象 1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04322" y="92859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对象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3477249"/>
                  </p:ext>
                </p:extLst>
              </p:nvPr>
            </p:nvGraphicFramePr>
            <p:xfrm>
              <a:off x="12204322" y="1540441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" name="AxMath" r:id="rId55" imgW="151920" imgH="226800" progId="Equation.AxMath">
                      <p:embed/>
                    </p:oleObj>
                  </mc:Choice>
                  <mc:Fallback>
                    <p:oleObj name="AxMath" r:id="rId55" imgW="151920" imgH="226800" progId="Equation.AxMath">
                      <p:embed/>
                      <p:pic>
                        <p:nvPicPr>
                          <p:cNvPr id="27" name="对象 2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04322" y="1540441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对象 6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2099282"/>
                  </p:ext>
                </p:extLst>
              </p:nvPr>
            </p:nvGraphicFramePr>
            <p:xfrm>
              <a:off x="12204322" y="261601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7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34" name="对象 3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04322" y="261601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对象 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4548099"/>
                  </p:ext>
                </p:extLst>
              </p:nvPr>
            </p:nvGraphicFramePr>
            <p:xfrm>
              <a:off x="9795710" y="208636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8" name="AxMath" r:id="rId57" imgW="151920" imgH="226800" progId="Equation.AxMath">
                      <p:embed/>
                    </p:oleObj>
                  </mc:Choice>
                  <mc:Fallback>
                    <p:oleObj name="AxMath" r:id="rId57" imgW="151920" imgH="226800" progId="Equation.AxMath">
                      <p:embed/>
                      <p:pic>
                        <p:nvPicPr>
                          <p:cNvPr id="35" name="对象 3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795710" y="208636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对象 6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8042946"/>
                  </p:ext>
                </p:extLst>
              </p:nvPr>
            </p:nvGraphicFramePr>
            <p:xfrm>
              <a:off x="8417876" y="2091020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9" name="AxMath" r:id="rId58" imgW="151920" imgH="226800" progId="Equation.AxMath">
                      <p:embed/>
                    </p:oleObj>
                  </mc:Choice>
                  <mc:Fallback>
                    <p:oleObj name="AxMath" r:id="rId58" imgW="151920" imgH="226800" progId="Equation.AxMath">
                      <p:embed/>
                      <p:pic>
                        <p:nvPicPr>
                          <p:cNvPr id="36" name="对象 3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417876" y="2091020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对象 7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8705371"/>
                  </p:ext>
                </p:extLst>
              </p:nvPr>
            </p:nvGraphicFramePr>
            <p:xfrm>
              <a:off x="11187052" y="208636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0" name="AxMath" r:id="rId59" imgW="151920" imgH="226800" progId="Equation.AxMath">
                      <p:embed/>
                    </p:oleObj>
                  </mc:Choice>
                  <mc:Fallback>
                    <p:oleObj name="AxMath" r:id="rId59" imgW="151920" imgH="226800" progId="Equation.AxMath">
                      <p:embed/>
                      <p:pic>
                        <p:nvPicPr>
                          <p:cNvPr id="37" name="对象 36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1187052" y="208636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对象 7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9343139"/>
                  </p:ext>
                </p:extLst>
              </p:nvPr>
            </p:nvGraphicFramePr>
            <p:xfrm>
              <a:off x="13203927" y="209104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1" name="AxMath" r:id="rId60" imgW="151920" imgH="226800" progId="Equation.AxMath">
                      <p:embed/>
                    </p:oleObj>
                  </mc:Choice>
                  <mc:Fallback>
                    <p:oleObj name="AxMath" r:id="rId60" imgW="151920" imgH="226800" progId="Equation.AxMath">
                      <p:embed/>
                      <p:pic>
                        <p:nvPicPr>
                          <p:cNvPr id="38" name="对象 37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3203927" y="209104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对象 7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0601093"/>
                  </p:ext>
                </p:extLst>
              </p:nvPr>
            </p:nvGraphicFramePr>
            <p:xfrm>
              <a:off x="8526490" y="528571"/>
              <a:ext cx="288925" cy="303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2" name="AxMath" r:id="rId61" imgW="218880" imgH="230400" progId="Equation.AxMath">
                      <p:embed/>
                    </p:oleObj>
                  </mc:Choice>
                  <mc:Fallback>
                    <p:oleObj name="AxMath" r:id="rId61" imgW="218880" imgH="230400" progId="Equation.AxMath">
                      <p:embed/>
                      <p:pic>
                        <p:nvPicPr>
                          <p:cNvPr id="91" name="对象 9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526490" y="528571"/>
                            <a:ext cx="288925" cy="3032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矩形 73"/>
              <p:cNvSpPr/>
              <p:nvPr/>
            </p:nvSpPr>
            <p:spPr>
              <a:xfrm>
                <a:off x="9417481" y="107671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75" name="对象 7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468751"/>
                  </p:ext>
                </p:extLst>
              </p:nvPr>
            </p:nvGraphicFramePr>
            <p:xfrm>
              <a:off x="9915552" y="1139758"/>
              <a:ext cx="287338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3" name="AxMath" r:id="rId62" imgW="217080" imgH="230400" progId="Equation.AxMath">
                      <p:embed/>
                    </p:oleObj>
                  </mc:Choice>
                  <mc:Fallback>
                    <p:oleObj name="AxMath" r:id="rId62" imgW="217080" imgH="230400" progId="Equation.AxMath">
                      <p:embed/>
                      <p:pic>
                        <p:nvPicPr>
                          <p:cNvPr id="94" name="对象 9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915552" y="1139758"/>
                            <a:ext cx="287338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矩形 75"/>
              <p:cNvSpPr/>
              <p:nvPr/>
            </p:nvSpPr>
            <p:spPr>
              <a:xfrm>
                <a:off x="10812461" y="1688562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77" name="对象 7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0517170"/>
                  </p:ext>
                </p:extLst>
              </p:nvPr>
            </p:nvGraphicFramePr>
            <p:xfrm>
              <a:off x="11304615" y="1752533"/>
              <a:ext cx="296862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4" name="AxMath" r:id="rId63" imgW="225360" imgH="230400" progId="Equation.AxMath">
                      <p:embed/>
                    </p:oleObj>
                  </mc:Choice>
                  <mc:Fallback>
                    <p:oleObj name="AxMath" r:id="rId63" imgW="225360" imgH="230400" progId="Equation.AxMath">
                      <p:embed/>
                      <p:pic>
                        <p:nvPicPr>
                          <p:cNvPr id="96" name="对象 95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1304615" y="1752533"/>
                            <a:ext cx="296862" cy="3032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" name="矩形 77"/>
              <p:cNvSpPr/>
              <p:nvPr/>
            </p:nvSpPr>
            <p:spPr>
              <a:xfrm>
                <a:off x="12753655" y="2760253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79" name="对象 7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3602692"/>
                  </p:ext>
                </p:extLst>
              </p:nvPr>
            </p:nvGraphicFramePr>
            <p:xfrm>
              <a:off x="12963552" y="2790758"/>
              <a:ext cx="846138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5" name="AxMath" r:id="rId64" imgW="637560" imgH="279000" progId="Equation.AxMath">
                      <p:embed/>
                    </p:oleObj>
                  </mc:Choice>
                  <mc:Fallback>
                    <p:oleObj name="AxMath" r:id="rId64" imgW="637560" imgH="279000" progId="Equation.AxMath">
                      <p:embed/>
                      <p:pic>
                        <p:nvPicPr>
                          <p:cNvPr id="98" name="对象 97"/>
                          <p:cNvPicPr/>
                          <p:nvPr/>
                        </p:nvPicPr>
                        <p:blipFill>
                          <a:blip r:embed="rId65"/>
                          <a:stretch>
                            <a:fillRect/>
                          </a:stretch>
                        </p:blipFill>
                        <p:spPr>
                          <a:xfrm>
                            <a:off x="12963552" y="2790758"/>
                            <a:ext cx="846138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对象 7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5611441"/>
                  </p:ext>
                </p:extLst>
              </p:nvPr>
            </p:nvGraphicFramePr>
            <p:xfrm>
              <a:off x="9615515" y="480946"/>
              <a:ext cx="8985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6" name="AxMath" r:id="rId66" imgW="629280" imgH="279000" progId="Equation.AxMath">
                      <p:embed/>
                    </p:oleObj>
                  </mc:Choice>
                  <mc:Fallback>
                    <p:oleObj name="AxMath" r:id="rId66" imgW="629280" imgH="279000" progId="Equation.AxMath">
                      <p:embed/>
                      <p:pic>
                        <p:nvPicPr>
                          <p:cNvPr id="99" name="对象 98"/>
                          <p:cNvPicPr/>
                          <p:nvPr/>
                        </p:nvPicPr>
                        <p:blipFill>
                          <a:blip r:embed="rId67"/>
                          <a:stretch>
                            <a:fillRect/>
                          </a:stretch>
                        </p:blipFill>
                        <p:spPr>
                          <a:xfrm>
                            <a:off x="9615515" y="480946"/>
                            <a:ext cx="8985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矩形 80"/>
              <p:cNvSpPr/>
              <p:nvPr/>
            </p:nvSpPr>
            <p:spPr>
              <a:xfrm>
                <a:off x="10812461" y="464867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2" name="对象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0475961"/>
                  </p:ext>
                </p:extLst>
              </p:nvPr>
            </p:nvGraphicFramePr>
            <p:xfrm>
              <a:off x="10856940" y="480946"/>
              <a:ext cx="120491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7" name="AxMath" r:id="rId68" imgW="839160" imgH="279000" progId="Equation.AxMath">
                      <p:embed/>
                    </p:oleObj>
                  </mc:Choice>
                  <mc:Fallback>
                    <p:oleObj name="AxMath" r:id="rId68" imgW="839160" imgH="279000" progId="Equation.AxMath">
                      <p:embed/>
                      <p:pic>
                        <p:nvPicPr>
                          <p:cNvPr id="101" name="对象 100"/>
                          <p:cNvPicPr/>
                          <p:nvPr/>
                        </p:nvPicPr>
                        <p:blipFill>
                          <a:blip r:embed="rId69"/>
                          <a:stretch>
                            <a:fillRect/>
                          </a:stretch>
                        </p:blipFill>
                        <p:spPr>
                          <a:xfrm>
                            <a:off x="10856940" y="480946"/>
                            <a:ext cx="120491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3" name="矩形 82"/>
              <p:cNvSpPr/>
              <p:nvPr/>
            </p:nvSpPr>
            <p:spPr>
              <a:xfrm>
                <a:off x="12753655" y="469572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4" name="对象 8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784618"/>
                  </p:ext>
                </p:extLst>
              </p:nvPr>
            </p:nvGraphicFramePr>
            <p:xfrm>
              <a:off x="12847665" y="520633"/>
              <a:ext cx="110807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8" name="AxMath" r:id="rId70" imgW="773640" imgH="230400" progId="Equation.AxMath">
                      <p:embed/>
                    </p:oleObj>
                  </mc:Choice>
                  <mc:Fallback>
                    <p:oleObj name="AxMath" r:id="rId70" imgW="773640" imgH="230400" progId="Equation.AxMath">
                      <p:embed/>
                      <p:pic>
                        <p:nvPicPr>
                          <p:cNvPr id="111" name="对象 110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2847665" y="520633"/>
                            <a:ext cx="110807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5" name="矩形 84"/>
              <p:cNvSpPr/>
              <p:nvPr/>
            </p:nvSpPr>
            <p:spPr>
              <a:xfrm>
                <a:off x="12759080" y="107671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6" name="对象 8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6005474"/>
                  </p:ext>
                </p:extLst>
              </p:nvPr>
            </p:nvGraphicFramePr>
            <p:xfrm>
              <a:off x="12763967" y="1152431"/>
              <a:ext cx="1237790" cy="292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79" name="AxMath" r:id="rId71" imgW="1183680" imgH="279000" progId="Equation.AxMath">
                      <p:embed/>
                    </p:oleObj>
                  </mc:Choice>
                  <mc:Fallback>
                    <p:oleObj name="AxMath" r:id="rId71" imgW="1183680" imgH="279000" progId="Equation.AxMath">
                      <p:embed/>
                      <p:pic>
                        <p:nvPicPr>
                          <p:cNvPr id="115" name="对象 114"/>
                          <p:cNvPicPr/>
                          <p:nvPr/>
                        </p:nvPicPr>
                        <p:blipFill>
                          <a:blip r:embed="rId72"/>
                          <a:stretch>
                            <a:fillRect/>
                          </a:stretch>
                        </p:blipFill>
                        <p:spPr>
                          <a:xfrm>
                            <a:off x="12763967" y="1152431"/>
                            <a:ext cx="1237790" cy="29212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" name="矩形 86"/>
              <p:cNvSpPr/>
              <p:nvPr/>
            </p:nvSpPr>
            <p:spPr>
              <a:xfrm>
                <a:off x="12753655" y="168385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88" name="对象 8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075788"/>
                  </p:ext>
                </p:extLst>
              </p:nvPr>
            </p:nvGraphicFramePr>
            <p:xfrm>
              <a:off x="12763966" y="1766809"/>
              <a:ext cx="1219708" cy="2889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0" name="AxMath" r:id="rId73" imgW="1183680" imgH="279000" progId="Equation.AxMath">
                      <p:embed/>
                    </p:oleObj>
                  </mc:Choice>
                  <mc:Fallback>
                    <p:oleObj name="AxMath" r:id="rId73" imgW="1183680" imgH="279000" progId="Equation.AxMath">
                      <p:embed/>
                      <p:pic>
                        <p:nvPicPr>
                          <p:cNvPr id="119" name="对象 118"/>
                          <p:cNvPicPr/>
                          <p:nvPr/>
                        </p:nvPicPr>
                        <p:blipFill>
                          <a:blip r:embed="rId74"/>
                          <a:stretch>
                            <a:fillRect/>
                          </a:stretch>
                        </p:blipFill>
                        <p:spPr>
                          <a:xfrm>
                            <a:off x="12763966" y="1766809"/>
                            <a:ext cx="1219708" cy="2889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矩形 88"/>
              <p:cNvSpPr/>
              <p:nvPr/>
            </p:nvSpPr>
            <p:spPr>
              <a:xfrm>
                <a:off x="10805706" y="1076715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0" name="对象 8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385325"/>
                  </p:ext>
                </p:extLst>
              </p:nvPr>
            </p:nvGraphicFramePr>
            <p:xfrm>
              <a:off x="11002990" y="1092133"/>
              <a:ext cx="903287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1" name="AxMath" r:id="rId75" imgW="630720" imgH="279000" progId="Equation.AxMath">
                      <p:embed/>
                    </p:oleObj>
                  </mc:Choice>
                  <mc:Fallback>
                    <p:oleObj name="AxMath" r:id="rId75" imgW="630720" imgH="279000" progId="Equation.AxMath">
                      <p:embed/>
                      <p:pic>
                        <p:nvPicPr>
                          <p:cNvPr id="121" name="对象 120"/>
                          <p:cNvPicPr/>
                          <p:nvPr/>
                        </p:nvPicPr>
                        <p:blipFill>
                          <a:blip r:embed="rId76"/>
                          <a:stretch>
                            <a:fillRect/>
                          </a:stretch>
                        </p:blipFill>
                        <p:spPr>
                          <a:xfrm>
                            <a:off x="11002990" y="1092133"/>
                            <a:ext cx="903287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1" name="矩形 90"/>
              <p:cNvSpPr/>
              <p:nvPr/>
            </p:nvSpPr>
            <p:spPr>
              <a:xfrm>
                <a:off x="8029025" y="1073309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2" name="对象 9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0136148"/>
                  </p:ext>
                </p:extLst>
              </p:nvPr>
            </p:nvGraphicFramePr>
            <p:xfrm>
              <a:off x="8239152" y="1088958"/>
              <a:ext cx="8731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2" name="AxMath" r:id="rId77" imgW="606240" imgH="279000" progId="Equation.AxMath">
                      <p:embed/>
                    </p:oleObj>
                  </mc:Choice>
                  <mc:Fallback>
                    <p:oleObj name="AxMath" r:id="rId77" imgW="606240" imgH="279000" progId="Equation.AxMath">
                      <p:embed/>
                      <p:pic>
                        <p:nvPicPr>
                          <p:cNvPr id="123" name="对象 122"/>
                          <p:cNvPicPr/>
                          <p:nvPr/>
                        </p:nvPicPr>
                        <p:blipFill>
                          <a:blip r:embed="rId78"/>
                          <a:stretch>
                            <a:fillRect/>
                          </a:stretch>
                        </p:blipFill>
                        <p:spPr>
                          <a:xfrm>
                            <a:off x="8239152" y="1088958"/>
                            <a:ext cx="8731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3" name="矩形 92"/>
              <p:cNvSpPr/>
              <p:nvPr/>
            </p:nvSpPr>
            <p:spPr>
              <a:xfrm>
                <a:off x="9420368" y="168385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4" name="对象 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068918"/>
                  </p:ext>
                </p:extLst>
              </p:nvPr>
            </p:nvGraphicFramePr>
            <p:xfrm>
              <a:off x="9632977" y="1700146"/>
              <a:ext cx="86677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3" name="AxMath" r:id="rId79" imgW="604080" imgH="279000" progId="Equation.AxMath">
                      <p:embed/>
                    </p:oleObj>
                  </mc:Choice>
                  <mc:Fallback>
                    <p:oleObj name="AxMath" r:id="rId79" imgW="604080" imgH="279000" progId="Equation.AxMath">
                      <p:embed/>
                      <p:pic>
                        <p:nvPicPr>
                          <p:cNvPr id="127" name="对象 126"/>
                          <p:cNvPicPr/>
                          <p:nvPr/>
                        </p:nvPicPr>
                        <p:blipFill>
                          <a:blip r:embed="rId80"/>
                          <a:stretch>
                            <a:fillRect/>
                          </a:stretch>
                        </p:blipFill>
                        <p:spPr>
                          <a:xfrm>
                            <a:off x="9632977" y="1700146"/>
                            <a:ext cx="86677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5" name="矩形 94"/>
              <p:cNvSpPr/>
              <p:nvPr/>
            </p:nvSpPr>
            <p:spPr>
              <a:xfrm>
                <a:off x="8029025" y="168385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6" name="对象 9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7846191"/>
                  </p:ext>
                </p:extLst>
              </p:nvPr>
            </p:nvGraphicFramePr>
            <p:xfrm>
              <a:off x="8243915" y="1700146"/>
              <a:ext cx="86677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4" name="AxMath" r:id="rId81" imgW="606240" imgH="279000" progId="Equation.AxMath">
                      <p:embed/>
                    </p:oleObj>
                  </mc:Choice>
                  <mc:Fallback>
                    <p:oleObj name="AxMath" r:id="rId81" imgW="606240" imgH="279000" progId="Equation.AxMath">
                      <p:embed/>
                      <p:pic>
                        <p:nvPicPr>
                          <p:cNvPr id="129" name="对象 128"/>
                          <p:cNvPicPr/>
                          <p:nvPr/>
                        </p:nvPicPr>
                        <p:blipFill>
                          <a:blip r:embed="rId82"/>
                          <a:stretch>
                            <a:fillRect/>
                          </a:stretch>
                        </p:blipFill>
                        <p:spPr>
                          <a:xfrm>
                            <a:off x="8243915" y="1700146"/>
                            <a:ext cx="86677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7" name="矩形 96"/>
              <p:cNvSpPr/>
              <p:nvPr/>
            </p:nvSpPr>
            <p:spPr>
              <a:xfrm>
                <a:off x="10818565" y="276413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98" name="对象 9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4293652"/>
                  </p:ext>
                </p:extLst>
              </p:nvPr>
            </p:nvGraphicFramePr>
            <p:xfrm>
              <a:off x="11009340" y="2779646"/>
              <a:ext cx="9144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5" name="AxMath" r:id="rId83" imgW="637920" imgH="279000" progId="Equation.AxMath">
                      <p:embed/>
                    </p:oleObj>
                  </mc:Choice>
                  <mc:Fallback>
                    <p:oleObj name="AxMath" r:id="rId83" imgW="637920" imgH="279000" progId="Equation.AxMath">
                      <p:embed/>
                      <p:pic>
                        <p:nvPicPr>
                          <p:cNvPr id="131" name="对象 130"/>
                          <p:cNvPicPr/>
                          <p:nvPr/>
                        </p:nvPicPr>
                        <p:blipFill>
                          <a:blip r:embed="rId84"/>
                          <a:stretch>
                            <a:fillRect/>
                          </a:stretch>
                        </p:blipFill>
                        <p:spPr>
                          <a:xfrm>
                            <a:off x="11009340" y="2779646"/>
                            <a:ext cx="9144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9" name="矩形 98"/>
              <p:cNvSpPr/>
              <p:nvPr/>
            </p:nvSpPr>
            <p:spPr>
              <a:xfrm>
                <a:off x="9411841" y="2760253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00" name="对象 9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2811056"/>
                  </p:ext>
                </p:extLst>
              </p:nvPr>
            </p:nvGraphicFramePr>
            <p:xfrm>
              <a:off x="9604402" y="2776471"/>
              <a:ext cx="91122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6" name="AxMath" r:id="rId85" imgW="636480" imgH="279000" progId="Equation.AxMath">
                      <p:embed/>
                    </p:oleObj>
                  </mc:Choice>
                  <mc:Fallback>
                    <p:oleObj name="AxMath" r:id="rId85" imgW="636480" imgH="279000" progId="Equation.AxMath">
                      <p:embed/>
                      <p:pic>
                        <p:nvPicPr>
                          <p:cNvPr id="133" name="对象 132"/>
                          <p:cNvPicPr/>
                          <p:nvPr/>
                        </p:nvPicPr>
                        <p:blipFill>
                          <a:blip r:embed="rId86"/>
                          <a:stretch>
                            <a:fillRect/>
                          </a:stretch>
                        </p:blipFill>
                        <p:spPr>
                          <a:xfrm>
                            <a:off x="9604402" y="2776471"/>
                            <a:ext cx="91122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" name="矩形 100"/>
              <p:cNvSpPr/>
              <p:nvPr/>
            </p:nvSpPr>
            <p:spPr>
              <a:xfrm>
                <a:off x="8026436" y="276413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02" name="对象 10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2434232"/>
                  </p:ext>
                </p:extLst>
              </p:nvPr>
            </p:nvGraphicFramePr>
            <p:xfrm>
              <a:off x="8224865" y="2779646"/>
              <a:ext cx="8985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7" name="AxMath" r:id="rId87" imgW="629280" imgH="279000" progId="Equation.AxMath">
                      <p:embed/>
                    </p:oleObj>
                  </mc:Choice>
                  <mc:Fallback>
                    <p:oleObj name="AxMath" r:id="rId87" imgW="629280" imgH="279000" progId="Equation.AxMath">
                      <p:embed/>
                      <p:pic>
                        <p:nvPicPr>
                          <p:cNvPr id="135" name="对象 134"/>
                          <p:cNvPicPr/>
                          <p:nvPr/>
                        </p:nvPicPr>
                        <p:blipFill>
                          <a:blip r:embed="rId88"/>
                          <a:stretch>
                            <a:fillRect/>
                          </a:stretch>
                        </p:blipFill>
                        <p:spPr>
                          <a:xfrm>
                            <a:off x="8224865" y="2779646"/>
                            <a:ext cx="8985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圆角矩形 102"/>
              <p:cNvSpPr/>
              <p:nvPr/>
            </p:nvSpPr>
            <p:spPr>
              <a:xfrm>
                <a:off x="6745257" y="464868"/>
                <a:ext cx="1126057" cy="43226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0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6732355" y="1076716"/>
                <a:ext cx="1138959" cy="43226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6732355" y="1688563"/>
                <a:ext cx="1138959" cy="43226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圆角矩形 105"/>
              <p:cNvSpPr/>
              <p:nvPr/>
            </p:nvSpPr>
            <p:spPr>
              <a:xfrm>
                <a:off x="6732471" y="2764136"/>
                <a:ext cx="1138843" cy="43226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07" name="对象 10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2799594"/>
                  </p:ext>
                </p:extLst>
              </p:nvPr>
            </p:nvGraphicFramePr>
            <p:xfrm>
              <a:off x="12204206" y="319988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8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51" name="对象 5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04206" y="319988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8" name="矩形 107"/>
              <p:cNvSpPr/>
              <p:nvPr/>
            </p:nvSpPr>
            <p:spPr>
              <a:xfrm>
                <a:off x="12753539" y="334412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09" name="对象 10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5669528"/>
                  </p:ext>
                </p:extLst>
              </p:nvPr>
            </p:nvGraphicFramePr>
            <p:xfrm>
              <a:off x="13130240" y="3406708"/>
              <a:ext cx="511175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9" name="AxMath" r:id="rId89" imgW="385200" imgH="230400" progId="Equation.AxMath">
                      <p:embed/>
                    </p:oleObj>
                  </mc:Choice>
                  <mc:Fallback>
                    <p:oleObj name="AxMath" r:id="rId89" imgW="385200" imgH="230400" progId="Equation.AxMath">
                      <p:embed/>
                      <p:pic>
                        <p:nvPicPr>
                          <p:cNvPr id="53" name="对象 5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3130240" y="3406708"/>
                            <a:ext cx="511175" cy="3032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" name="矩形 109"/>
              <p:cNvSpPr/>
              <p:nvPr/>
            </p:nvSpPr>
            <p:spPr>
              <a:xfrm>
                <a:off x="10818449" y="3348010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11" name="对象 1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8677028"/>
                  </p:ext>
                </p:extLst>
              </p:nvPr>
            </p:nvGraphicFramePr>
            <p:xfrm>
              <a:off x="11014102" y="3363846"/>
              <a:ext cx="903288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0" name="AxMath" r:id="rId90" imgW="630720" imgH="279000" progId="Equation.AxMath">
                      <p:embed/>
                    </p:oleObj>
                  </mc:Choice>
                  <mc:Fallback>
                    <p:oleObj name="AxMath" r:id="rId90" imgW="630720" imgH="279000" progId="Equation.AxMath">
                      <p:embed/>
                      <p:pic>
                        <p:nvPicPr>
                          <p:cNvPr id="59" name="对象 58"/>
                          <p:cNvPicPr/>
                          <p:nvPr/>
                        </p:nvPicPr>
                        <p:blipFill>
                          <a:blip r:embed="rId91"/>
                          <a:stretch>
                            <a:fillRect/>
                          </a:stretch>
                        </p:blipFill>
                        <p:spPr>
                          <a:xfrm>
                            <a:off x="11014102" y="3363846"/>
                            <a:ext cx="903288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" name="矩形 111"/>
              <p:cNvSpPr/>
              <p:nvPr/>
            </p:nvSpPr>
            <p:spPr>
              <a:xfrm>
                <a:off x="9411725" y="334412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13" name="对象 1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314702"/>
                  </p:ext>
                </p:extLst>
              </p:nvPr>
            </p:nvGraphicFramePr>
            <p:xfrm>
              <a:off x="9609165" y="3360671"/>
              <a:ext cx="90011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1" name="AxMath" r:id="rId92" imgW="629280" imgH="279000" progId="Equation.AxMath">
                      <p:embed/>
                    </p:oleObj>
                  </mc:Choice>
                  <mc:Fallback>
                    <p:oleObj name="AxMath" r:id="rId92" imgW="629280" imgH="279000" progId="Equation.AxMath">
                      <p:embed/>
                      <p:pic>
                        <p:nvPicPr>
                          <p:cNvPr id="61" name="对象 60"/>
                          <p:cNvPicPr/>
                          <p:nvPr/>
                        </p:nvPicPr>
                        <p:blipFill>
                          <a:blip r:embed="rId93"/>
                          <a:stretch>
                            <a:fillRect/>
                          </a:stretch>
                        </p:blipFill>
                        <p:spPr>
                          <a:xfrm>
                            <a:off x="9609165" y="3360671"/>
                            <a:ext cx="90011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" name="矩形 113"/>
              <p:cNvSpPr/>
              <p:nvPr/>
            </p:nvSpPr>
            <p:spPr>
              <a:xfrm>
                <a:off x="8026320" y="3348010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15" name="对象 1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9195538"/>
                  </p:ext>
                </p:extLst>
              </p:nvPr>
            </p:nvGraphicFramePr>
            <p:xfrm>
              <a:off x="8229511" y="3363521"/>
              <a:ext cx="8890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2" name="AxMath" r:id="rId94" imgW="622080" imgH="279000" progId="Equation.AxMath">
                      <p:embed/>
                    </p:oleObj>
                  </mc:Choice>
                  <mc:Fallback>
                    <p:oleObj name="AxMath" r:id="rId94" imgW="622080" imgH="279000" progId="Equation.AxMath">
                      <p:embed/>
                      <p:pic>
                        <p:nvPicPr>
                          <p:cNvPr id="63" name="对象 62"/>
                          <p:cNvPicPr/>
                          <p:nvPr/>
                        </p:nvPicPr>
                        <p:blipFill>
                          <a:blip r:embed="rId95"/>
                          <a:stretch>
                            <a:fillRect/>
                          </a:stretch>
                        </p:blipFill>
                        <p:spPr>
                          <a:xfrm>
                            <a:off x="8229511" y="3363521"/>
                            <a:ext cx="8890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6" name="圆角矩形 115"/>
              <p:cNvSpPr/>
              <p:nvPr/>
            </p:nvSpPr>
            <p:spPr>
              <a:xfrm>
                <a:off x="6732355" y="3348011"/>
                <a:ext cx="1138843" cy="43226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1" name="右箭头 230"/>
            <p:cNvSpPr/>
            <p:nvPr/>
          </p:nvSpPr>
          <p:spPr>
            <a:xfrm rot="5400000">
              <a:off x="2087973" y="10770808"/>
              <a:ext cx="677465" cy="356111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4" name="组合 233"/>
            <p:cNvGrpSpPr/>
            <p:nvPr/>
          </p:nvGrpSpPr>
          <p:grpSpPr>
            <a:xfrm>
              <a:off x="-1543139" y="5530028"/>
              <a:ext cx="7538076" cy="4827913"/>
              <a:chOff x="6745257" y="4046861"/>
              <a:chExt cx="7538076" cy="4827913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8042158" y="5248573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9430383" y="5248573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19" name="对象 1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4953451"/>
                  </p:ext>
                </p:extLst>
              </p:nvPr>
            </p:nvGraphicFramePr>
            <p:xfrm>
              <a:off x="12217224" y="5100451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3" name="AxMath" r:id="rId53" imgW="151920" imgH="226800" progId="Equation.AxMath">
                      <p:embed/>
                    </p:oleObj>
                  </mc:Choice>
                  <mc:Fallback>
                    <p:oleObj name="AxMath" r:id="rId53" imgW="151920" imgH="226800" progId="Equation.AxMath">
                      <p:embed/>
                      <p:pic>
                        <p:nvPicPr>
                          <p:cNvPr id="66" name="对象 6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17224" y="5100451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0" name="对象 1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3368976"/>
                  </p:ext>
                </p:extLst>
              </p:nvPr>
            </p:nvGraphicFramePr>
            <p:xfrm>
              <a:off x="12217224" y="571229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4" name="AxMath" r:id="rId54" imgW="151920" imgH="226800" progId="Equation.AxMath">
                      <p:embed/>
                    </p:oleObj>
                  </mc:Choice>
                  <mc:Fallback>
                    <p:oleObj name="AxMath" r:id="rId54" imgW="151920" imgH="226800" progId="Equation.AxMath">
                      <p:embed/>
                      <p:pic>
                        <p:nvPicPr>
                          <p:cNvPr id="67" name="对象 6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17224" y="571229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1" name="对象 1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8637999"/>
                  </p:ext>
                </p:extLst>
              </p:nvPr>
            </p:nvGraphicFramePr>
            <p:xfrm>
              <a:off x="12217224" y="6324146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5" name="AxMath" r:id="rId55" imgW="151920" imgH="226800" progId="Equation.AxMath">
                      <p:embed/>
                    </p:oleObj>
                  </mc:Choice>
                  <mc:Fallback>
                    <p:oleObj name="AxMath" r:id="rId55" imgW="151920" imgH="226800" progId="Equation.AxMath">
                      <p:embed/>
                      <p:pic>
                        <p:nvPicPr>
                          <p:cNvPr id="68" name="对象 6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17224" y="6324146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" name="对象 1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7507527"/>
                  </p:ext>
                </p:extLst>
              </p:nvPr>
            </p:nvGraphicFramePr>
            <p:xfrm>
              <a:off x="12217224" y="7399719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6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69" name="对象 6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17224" y="7399719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" name="对象 1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8750663"/>
                  </p:ext>
                </p:extLst>
              </p:nvPr>
            </p:nvGraphicFramePr>
            <p:xfrm>
              <a:off x="9808612" y="687007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7" name="AxMath" r:id="rId57" imgW="151920" imgH="226800" progId="Equation.AxMath">
                      <p:embed/>
                    </p:oleObj>
                  </mc:Choice>
                  <mc:Fallback>
                    <p:oleObj name="AxMath" r:id="rId57" imgW="151920" imgH="226800" progId="Equation.AxMath">
                      <p:embed/>
                      <p:pic>
                        <p:nvPicPr>
                          <p:cNvPr id="70" name="对象 6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808612" y="687007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4" name="对象 1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2601114"/>
                  </p:ext>
                </p:extLst>
              </p:nvPr>
            </p:nvGraphicFramePr>
            <p:xfrm>
              <a:off x="8430778" y="687472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8" name="AxMath" r:id="rId58" imgW="151920" imgH="226800" progId="Equation.AxMath">
                      <p:embed/>
                    </p:oleObj>
                  </mc:Choice>
                  <mc:Fallback>
                    <p:oleObj name="AxMath" r:id="rId58" imgW="151920" imgH="226800" progId="Equation.AxMath">
                      <p:embed/>
                      <p:pic>
                        <p:nvPicPr>
                          <p:cNvPr id="71" name="对象 70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430778" y="687472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5" name="对象 1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800745"/>
                  </p:ext>
                </p:extLst>
              </p:nvPr>
            </p:nvGraphicFramePr>
            <p:xfrm>
              <a:off x="11199954" y="687007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99" name="AxMath" r:id="rId59" imgW="151920" imgH="226800" progId="Equation.AxMath">
                      <p:embed/>
                    </p:oleObj>
                  </mc:Choice>
                  <mc:Fallback>
                    <p:oleObj name="AxMath" r:id="rId59" imgW="151920" imgH="226800" progId="Equation.AxMath">
                      <p:embed/>
                      <p:pic>
                        <p:nvPicPr>
                          <p:cNvPr id="72" name="对象 7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1199954" y="687007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6" name="对象 1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6091967"/>
                  </p:ext>
                </p:extLst>
              </p:nvPr>
            </p:nvGraphicFramePr>
            <p:xfrm>
              <a:off x="13216829" y="6874750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0" name="AxMath" r:id="rId60" imgW="151920" imgH="226800" progId="Equation.AxMath">
                      <p:embed/>
                    </p:oleObj>
                  </mc:Choice>
                  <mc:Fallback>
                    <p:oleObj name="AxMath" r:id="rId60" imgW="151920" imgH="226800" progId="Equation.AxMath">
                      <p:embed/>
                      <p:pic>
                        <p:nvPicPr>
                          <p:cNvPr id="73" name="对象 72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3216829" y="6874750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7" name="对象 1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1505511"/>
                  </p:ext>
                </p:extLst>
              </p:nvPr>
            </p:nvGraphicFramePr>
            <p:xfrm>
              <a:off x="8274279" y="5280526"/>
              <a:ext cx="820738" cy="366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1" name="AxMath" r:id="rId96" imgW="622080" imgH="279000" progId="Equation.AxMath">
                      <p:embed/>
                    </p:oleObj>
                  </mc:Choice>
                  <mc:Fallback>
                    <p:oleObj name="AxMath" r:id="rId96" imgW="622080" imgH="279000" progId="Equation.AxMath">
                      <p:embed/>
                      <p:pic>
                        <p:nvPicPr>
                          <p:cNvPr id="74" name="对象 73"/>
                          <p:cNvPicPr/>
                          <p:nvPr/>
                        </p:nvPicPr>
                        <p:blipFill>
                          <a:blip r:embed="rId97"/>
                          <a:stretch>
                            <a:fillRect/>
                          </a:stretch>
                        </p:blipFill>
                        <p:spPr>
                          <a:xfrm>
                            <a:off x="8274279" y="5280526"/>
                            <a:ext cx="820738" cy="3667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8" name="矩形 127"/>
              <p:cNvSpPr/>
              <p:nvPr/>
            </p:nvSpPr>
            <p:spPr>
              <a:xfrm>
                <a:off x="9430383" y="5860420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29" name="对象 1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3847419"/>
                  </p:ext>
                </p:extLst>
              </p:nvPr>
            </p:nvGraphicFramePr>
            <p:xfrm>
              <a:off x="9656992" y="5891713"/>
              <a:ext cx="830262" cy="369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2" name="AxMath" r:id="rId98" imgW="629280" imgH="279000" progId="Equation.AxMath">
                      <p:embed/>
                    </p:oleObj>
                  </mc:Choice>
                  <mc:Fallback>
                    <p:oleObj name="AxMath" r:id="rId98" imgW="629280" imgH="279000" progId="Equation.AxMath">
                      <p:embed/>
                      <p:pic>
                        <p:nvPicPr>
                          <p:cNvPr id="76" name="对象 75"/>
                          <p:cNvPicPr/>
                          <p:nvPr/>
                        </p:nvPicPr>
                        <p:blipFill>
                          <a:blip r:embed="rId99"/>
                          <a:stretch>
                            <a:fillRect/>
                          </a:stretch>
                        </p:blipFill>
                        <p:spPr>
                          <a:xfrm>
                            <a:off x="9656992" y="5891713"/>
                            <a:ext cx="830262" cy="3698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0" name="矩形 129"/>
              <p:cNvSpPr/>
              <p:nvPr/>
            </p:nvSpPr>
            <p:spPr>
              <a:xfrm>
                <a:off x="10825363" y="6472267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1" name="对象 1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0424107"/>
                  </p:ext>
                </p:extLst>
              </p:nvPr>
            </p:nvGraphicFramePr>
            <p:xfrm>
              <a:off x="11050817" y="6504488"/>
              <a:ext cx="830262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3" name="AxMath" r:id="rId100" imgW="630720" imgH="279000" progId="Equation.AxMath">
                      <p:embed/>
                    </p:oleObj>
                  </mc:Choice>
                  <mc:Fallback>
                    <p:oleObj name="AxMath" r:id="rId100" imgW="630720" imgH="279000" progId="Equation.AxMath">
                      <p:embed/>
                      <p:pic>
                        <p:nvPicPr>
                          <p:cNvPr id="78" name="对象 77"/>
                          <p:cNvPicPr/>
                          <p:nvPr/>
                        </p:nvPicPr>
                        <p:blipFill>
                          <a:blip r:embed="rId101"/>
                          <a:stretch>
                            <a:fillRect/>
                          </a:stretch>
                        </p:blipFill>
                        <p:spPr>
                          <a:xfrm>
                            <a:off x="11050817" y="6504488"/>
                            <a:ext cx="830262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2" name="矩形 131"/>
              <p:cNvSpPr/>
              <p:nvPr/>
            </p:nvSpPr>
            <p:spPr>
              <a:xfrm>
                <a:off x="12766557" y="7543958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3" name="对象 1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3782287"/>
                  </p:ext>
                </p:extLst>
              </p:nvPr>
            </p:nvGraphicFramePr>
            <p:xfrm>
              <a:off x="12976454" y="7574463"/>
              <a:ext cx="846138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4" name="AxMath" r:id="rId64" imgW="637560" imgH="279000" progId="Equation.AxMath">
                      <p:embed/>
                    </p:oleObj>
                  </mc:Choice>
                  <mc:Fallback>
                    <p:oleObj name="AxMath" r:id="rId64" imgW="637560" imgH="279000" progId="Equation.AxMath">
                      <p:embed/>
                      <p:pic>
                        <p:nvPicPr>
                          <p:cNvPr id="80" name="对象 79"/>
                          <p:cNvPicPr/>
                          <p:nvPr/>
                        </p:nvPicPr>
                        <p:blipFill>
                          <a:blip r:embed="rId65"/>
                          <a:stretch>
                            <a:fillRect/>
                          </a:stretch>
                        </p:blipFill>
                        <p:spPr>
                          <a:xfrm>
                            <a:off x="12976454" y="7574463"/>
                            <a:ext cx="846138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4" name="对象 1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4373816"/>
                  </p:ext>
                </p:extLst>
              </p:nvPr>
            </p:nvGraphicFramePr>
            <p:xfrm>
              <a:off x="9628417" y="5264651"/>
              <a:ext cx="8985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5" name="AxMath" r:id="rId102" imgW="629280" imgH="279000" progId="Equation.AxMath">
                      <p:embed/>
                    </p:oleObj>
                  </mc:Choice>
                  <mc:Fallback>
                    <p:oleObj name="AxMath" r:id="rId102" imgW="629280" imgH="279000" progId="Equation.AxMath">
                      <p:embed/>
                      <p:pic>
                        <p:nvPicPr>
                          <p:cNvPr id="81" name="对象 80"/>
                          <p:cNvPicPr/>
                          <p:nvPr/>
                        </p:nvPicPr>
                        <p:blipFill>
                          <a:blip r:embed="rId67"/>
                          <a:stretch>
                            <a:fillRect/>
                          </a:stretch>
                        </p:blipFill>
                        <p:spPr>
                          <a:xfrm>
                            <a:off x="9628417" y="5264651"/>
                            <a:ext cx="8985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" name="矩形 134"/>
              <p:cNvSpPr/>
              <p:nvPr/>
            </p:nvSpPr>
            <p:spPr>
              <a:xfrm>
                <a:off x="10825363" y="5248572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6" name="对象 1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0617084"/>
                  </p:ext>
                </p:extLst>
              </p:nvPr>
            </p:nvGraphicFramePr>
            <p:xfrm>
              <a:off x="10869842" y="5264651"/>
              <a:ext cx="120491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6" name="AxMath" r:id="rId103" imgW="839160" imgH="279000" progId="Equation.AxMath">
                      <p:embed/>
                    </p:oleObj>
                  </mc:Choice>
                  <mc:Fallback>
                    <p:oleObj name="AxMath" r:id="rId103" imgW="839160" imgH="279000" progId="Equation.AxMath">
                      <p:embed/>
                      <p:pic>
                        <p:nvPicPr>
                          <p:cNvPr id="83" name="对象 82"/>
                          <p:cNvPicPr/>
                          <p:nvPr/>
                        </p:nvPicPr>
                        <p:blipFill>
                          <a:blip r:embed="rId69"/>
                          <a:stretch>
                            <a:fillRect/>
                          </a:stretch>
                        </p:blipFill>
                        <p:spPr>
                          <a:xfrm>
                            <a:off x="10869842" y="5264651"/>
                            <a:ext cx="120491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7" name="矩形 136"/>
              <p:cNvSpPr/>
              <p:nvPr/>
            </p:nvSpPr>
            <p:spPr>
              <a:xfrm>
                <a:off x="12766557" y="5253277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38" name="对象 1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7068536"/>
                  </p:ext>
                </p:extLst>
              </p:nvPr>
            </p:nvGraphicFramePr>
            <p:xfrm>
              <a:off x="12860567" y="5304338"/>
              <a:ext cx="110807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7" name="AxMath" r:id="rId104" imgW="773640" imgH="230400" progId="Equation.AxMath">
                      <p:embed/>
                    </p:oleObj>
                  </mc:Choice>
                  <mc:Fallback>
                    <p:oleObj name="AxMath" r:id="rId104" imgW="773640" imgH="230400" progId="Equation.AxMath">
                      <p:embed/>
                      <p:pic>
                        <p:nvPicPr>
                          <p:cNvPr id="85" name="对象 84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2860567" y="5304338"/>
                            <a:ext cx="1108075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" name="矩形 138"/>
              <p:cNvSpPr/>
              <p:nvPr/>
            </p:nvSpPr>
            <p:spPr>
              <a:xfrm>
                <a:off x="12771982" y="5860420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40" name="对象 1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9494176"/>
                  </p:ext>
                </p:extLst>
              </p:nvPr>
            </p:nvGraphicFramePr>
            <p:xfrm>
              <a:off x="12776869" y="5936136"/>
              <a:ext cx="1237790" cy="292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8" name="AxMath" r:id="rId105" imgW="1183680" imgH="279000" progId="Equation.AxMath">
                      <p:embed/>
                    </p:oleObj>
                  </mc:Choice>
                  <mc:Fallback>
                    <p:oleObj name="AxMath" r:id="rId105" imgW="1183680" imgH="279000" progId="Equation.AxMath">
                      <p:embed/>
                      <p:pic>
                        <p:nvPicPr>
                          <p:cNvPr id="87" name="对象 86"/>
                          <p:cNvPicPr/>
                          <p:nvPr/>
                        </p:nvPicPr>
                        <p:blipFill>
                          <a:blip r:embed="rId72"/>
                          <a:stretch>
                            <a:fillRect/>
                          </a:stretch>
                        </p:blipFill>
                        <p:spPr>
                          <a:xfrm>
                            <a:off x="12776869" y="5936136"/>
                            <a:ext cx="1237790" cy="29212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1" name="矩形 140"/>
              <p:cNvSpPr/>
              <p:nvPr/>
            </p:nvSpPr>
            <p:spPr>
              <a:xfrm>
                <a:off x="12766557" y="6467563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42" name="对象 1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4898133"/>
                  </p:ext>
                </p:extLst>
              </p:nvPr>
            </p:nvGraphicFramePr>
            <p:xfrm>
              <a:off x="12776868" y="6550514"/>
              <a:ext cx="1219708" cy="2889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09" name="AxMath" r:id="rId106" imgW="1183680" imgH="279000" progId="Equation.AxMath">
                      <p:embed/>
                    </p:oleObj>
                  </mc:Choice>
                  <mc:Fallback>
                    <p:oleObj name="AxMath" r:id="rId106" imgW="1183680" imgH="279000" progId="Equation.AxMath">
                      <p:embed/>
                      <p:pic>
                        <p:nvPicPr>
                          <p:cNvPr id="89" name="对象 88"/>
                          <p:cNvPicPr/>
                          <p:nvPr/>
                        </p:nvPicPr>
                        <p:blipFill>
                          <a:blip r:embed="rId74"/>
                          <a:stretch>
                            <a:fillRect/>
                          </a:stretch>
                        </p:blipFill>
                        <p:spPr>
                          <a:xfrm>
                            <a:off x="12776868" y="6550514"/>
                            <a:ext cx="1219708" cy="2889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" name="矩形 142"/>
              <p:cNvSpPr/>
              <p:nvPr/>
            </p:nvSpPr>
            <p:spPr>
              <a:xfrm>
                <a:off x="10818608" y="5860420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44" name="对象 1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90018215"/>
                  </p:ext>
                </p:extLst>
              </p:nvPr>
            </p:nvGraphicFramePr>
            <p:xfrm>
              <a:off x="11015892" y="5875838"/>
              <a:ext cx="903287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0" name="AxMath" r:id="rId107" imgW="630720" imgH="279000" progId="Equation.AxMath">
                      <p:embed/>
                    </p:oleObj>
                  </mc:Choice>
                  <mc:Fallback>
                    <p:oleObj name="AxMath" r:id="rId107" imgW="630720" imgH="279000" progId="Equation.AxMath">
                      <p:embed/>
                      <p:pic>
                        <p:nvPicPr>
                          <p:cNvPr id="92" name="对象 91"/>
                          <p:cNvPicPr/>
                          <p:nvPr/>
                        </p:nvPicPr>
                        <p:blipFill>
                          <a:blip r:embed="rId76"/>
                          <a:stretch>
                            <a:fillRect/>
                          </a:stretch>
                        </p:blipFill>
                        <p:spPr>
                          <a:xfrm>
                            <a:off x="11015892" y="5875838"/>
                            <a:ext cx="903287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5" name="矩形 144"/>
              <p:cNvSpPr/>
              <p:nvPr/>
            </p:nvSpPr>
            <p:spPr>
              <a:xfrm>
                <a:off x="8041927" y="5857014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46" name="对象 1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2489897"/>
                  </p:ext>
                </p:extLst>
              </p:nvPr>
            </p:nvGraphicFramePr>
            <p:xfrm>
              <a:off x="8252054" y="5872663"/>
              <a:ext cx="8731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1" name="AxMath" r:id="rId108" imgW="606240" imgH="279000" progId="Equation.AxMath">
                      <p:embed/>
                    </p:oleObj>
                  </mc:Choice>
                  <mc:Fallback>
                    <p:oleObj name="AxMath" r:id="rId108" imgW="606240" imgH="279000" progId="Equation.AxMath">
                      <p:embed/>
                      <p:pic>
                        <p:nvPicPr>
                          <p:cNvPr id="103" name="对象 102"/>
                          <p:cNvPicPr/>
                          <p:nvPr/>
                        </p:nvPicPr>
                        <p:blipFill>
                          <a:blip r:embed="rId78"/>
                          <a:stretch>
                            <a:fillRect/>
                          </a:stretch>
                        </p:blipFill>
                        <p:spPr>
                          <a:xfrm>
                            <a:off x="8252054" y="5872663"/>
                            <a:ext cx="8731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7" name="矩形 146"/>
              <p:cNvSpPr/>
              <p:nvPr/>
            </p:nvSpPr>
            <p:spPr>
              <a:xfrm>
                <a:off x="9433270" y="6467563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48" name="对象 1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4937521"/>
                  </p:ext>
                </p:extLst>
              </p:nvPr>
            </p:nvGraphicFramePr>
            <p:xfrm>
              <a:off x="9645879" y="6483851"/>
              <a:ext cx="86677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2" name="AxMath" r:id="rId109" imgW="604080" imgH="279000" progId="Equation.AxMath">
                      <p:embed/>
                    </p:oleObj>
                  </mc:Choice>
                  <mc:Fallback>
                    <p:oleObj name="AxMath" r:id="rId109" imgW="604080" imgH="279000" progId="Equation.AxMath">
                      <p:embed/>
                      <p:pic>
                        <p:nvPicPr>
                          <p:cNvPr id="105" name="对象 104"/>
                          <p:cNvPicPr/>
                          <p:nvPr/>
                        </p:nvPicPr>
                        <p:blipFill>
                          <a:blip r:embed="rId80"/>
                          <a:stretch>
                            <a:fillRect/>
                          </a:stretch>
                        </p:blipFill>
                        <p:spPr>
                          <a:xfrm>
                            <a:off x="9645879" y="6483851"/>
                            <a:ext cx="86677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9" name="矩形 148"/>
              <p:cNvSpPr/>
              <p:nvPr/>
            </p:nvSpPr>
            <p:spPr>
              <a:xfrm>
                <a:off x="8041927" y="6467563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50" name="对象 1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7639314"/>
                  </p:ext>
                </p:extLst>
              </p:nvPr>
            </p:nvGraphicFramePr>
            <p:xfrm>
              <a:off x="8256817" y="6483851"/>
              <a:ext cx="86677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3" name="AxMath" r:id="rId110" imgW="606240" imgH="279000" progId="Equation.AxMath">
                      <p:embed/>
                    </p:oleObj>
                  </mc:Choice>
                  <mc:Fallback>
                    <p:oleObj name="AxMath" r:id="rId110" imgW="606240" imgH="279000" progId="Equation.AxMath">
                      <p:embed/>
                      <p:pic>
                        <p:nvPicPr>
                          <p:cNvPr id="107" name="对象 106"/>
                          <p:cNvPicPr/>
                          <p:nvPr/>
                        </p:nvPicPr>
                        <p:blipFill>
                          <a:blip r:embed="rId82"/>
                          <a:stretch>
                            <a:fillRect/>
                          </a:stretch>
                        </p:blipFill>
                        <p:spPr>
                          <a:xfrm>
                            <a:off x="8256817" y="6483851"/>
                            <a:ext cx="86677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1" name="矩形 150"/>
              <p:cNvSpPr/>
              <p:nvPr/>
            </p:nvSpPr>
            <p:spPr>
              <a:xfrm>
                <a:off x="10831467" y="7547840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52" name="对象 15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5634133"/>
                  </p:ext>
                </p:extLst>
              </p:nvPr>
            </p:nvGraphicFramePr>
            <p:xfrm>
              <a:off x="11022242" y="7563351"/>
              <a:ext cx="9144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4" name="AxMath" r:id="rId111" imgW="637920" imgH="279000" progId="Equation.AxMath">
                      <p:embed/>
                    </p:oleObj>
                  </mc:Choice>
                  <mc:Fallback>
                    <p:oleObj name="AxMath" r:id="rId111" imgW="637920" imgH="279000" progId="Equation.AxMath">
                      <p:embed/>
                      <p:pic>
                        <p:nvPicPr>
                          <p:cNvPr id="117" name="对象 116"/>
                          <p:cNvPicPr/>
                          <p:nvPr/>
                        </p:nvPicPr>
                        <p:blipFill>
                          <a:blip r:embed="rId84"/>
                          <a:stretch>
                            <a:fillRect/>
                          </a:stretch>
                        </p:blipFill>
                        <p:spPr>
                          <a:xfrm>
                            <a:off x="11022242" y="7563351"/>
                            <a:ext cx="9144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" name="矩形 152"/>
              <p:cNvSpPr/>
              <p:nvPr/>
            </p:nvSpPr>
            <p:spPr>
              <a:xfrm>
                <a:off x="9424743" y="7543958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54" name="对象 15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6442050"/>
                  </p:ext>
                </p:extLst>
              </p:nvPr>
            </p:nvGraphicFramePr>
            <p:xfrm>
              <a:off x="9617304" y="7560176"/>
              <a:ext cx="91122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5" name="AxMath" r:id="rId112" imgW="636480" imgH="279000" progId="Equation.AxMath">
                      <p:embed/>
                    </p:oleObj>
                  </mc:Choice>
                  <mc:Fallback>
                    <p:oleObj name="AxMath" r:id="rId112" imgW="636480" imgH="279000" progId="Equation.AxMath">
                      <p:embed/>
                      <p:pic>
                        <p:nvPicPr>
                          <p:cNvPr id="125" name="对象 124"/>
                          <p:cNvPicPr/>
                          <p:nvPr/>
                        </p:nvPicPr>
                        <p:blipFill>
                          <a:blip r:embed="rId86"/>
                          <a:stretch>
                            <a:fillRect/>
                          </a:stretch>
                        </p:blipFill>
                        <p:spPr>
                          <a:xfrm>
                            <a:off x="9617304" y="7560176"/>
                            <a:ext cx="91122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" name="矩形 154"/>
              <p:cNvSpPr/>
              <p:nvPr/>
            </p:nvSpPr>
            <p:spPr>
              <a:xfrm>
                <a:off x="8039338" y="7547840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56" name="对象 1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0792834"/>
                  </p:ext>
                </p:extLst>
              </p:nvPr>
            </p:nvGraphicFramePr>
            <p:xfrm>
              <a:off x="8237767" y="7563351"/>
              <a:ext cx="8985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6" name="AxMath" r:id="rId113" imgW="629280" imgH="279000" progId="Equation.AxMath">
                      <p:embed/>
                    </p:oleObj>
                  </mc:Choice>
                  <mc:Fallback>
                    <p:oleObj name="AxMath" r:id="rId113" imgW="629280" imgH="279000" progId="Equation.AxMath">
                      <p:embed/>
                      <p:pic>
                        <p:nvPicPr>
                          <p:cNvPr id="137" name="对象 136"/>
                          <p:cNvPicPr/>
                          <p:nvPr/>
                        </p:nvPicPr>
                        <p:blipFill>
                          <a:blip r:embed="rId88"/>
                          <a:stretch>
                            <a:fillRect/>
                          </a:stretch>
                        </p:blipFill>
                        <p:spPr>
                          <a:xfrm>
                            <a:off x="8237767" y="7563351"/>
                            <a:ext cx="8985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7" name="圆角矩形 156"/>
              <p:cNvSpPr/>
              <p:nvPr/>
            </p:nvSpPr>
            <p:spPr>
              <a:xfrm>
                <a:off x="6758159" y="5248573"/>
                <a:ext cx="1126057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0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圆角矩形 157"/>
              <p:cNvSpPr/>
              <p:nvPr/>
            </p:nvSpPr>
            <p:spPr>
              <a:xfrm>
                <a:off x="6745257" y="5860421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圆角矩形 158"/>
              <p:cNvSpPr/>
              <p:nvPr/>
            </p:nvSpPr>
            <p:spPr>
              <a:xfrm>
                <a:off x="6745257" y="6472268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圆角矩形 159"/>
              <p:cNvSpPr/>
              <p:nvPr/>
            </p:nvSpPr>
            <p:spPr>
              <a:xfrm>
                <a:off x="6745373" y="7547841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61" name="对象 16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7175385"/>
                  </p:ext>
                </p:extLst>
              </p:nvPr>
            </p:nvGraphicFramePr>
            <p:xfrm>
              <a:off x="12217108" y="7983594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7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142" name="对象 14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217108" y="7983594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" name="矩形 161"/>
              <p:cNvSpPr/>
              <p:nvPr/>
            </p:nvSpPr>
            <p:spPr>
              <a:xfrm>
                <a:off x="12766441" y="8127833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63" name="对象 16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2132582"/>
                  </p:ext>
                </p:extLst>
              </p:nvPr>
            </p:nvGraphicFramePr>
            <p:xfrm>
              <a:off x="12976454" y="8158663"/>
              <a:ext cx="844550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8" name="AxMath" r:id="rId114" imgW="637560" imgH="279000" progId="Equation.AxMath">
                      <p:embed/>
                    </p:oleObj>
                  </mc:Choice>
                  <mc:Fallback>
                    <p:oleObj name="AxMath" r:id="rId114" imgW="637560" imgH="279000" progId="Equation.AxMath">
                      <p:embed/>
                      <p:pic>
                        <p:nvPicPr>
                          <p:cNvPr id="144" name="对象 143"/>
                          <p:cNvPicPr/>
                          <p:nvPr/>
                        </p:nvPicPr>
                        <p:blipFill>
                          <a:blip r:embed="rId65"/>
                          <a:stretch>
                            <a:fillRect/>
                          </a:stretch>
                        </p:blipFill>
                        <p:spPr>
                          <a:xfrm>
                            <a:off x="12976454" y="8158663"/>
                            <a:ext cx="844550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" name="矩形 163"/>
              <p:cNvSpPr/>
              <p:nvPr/>
            </p:nvSpPr>
            <p:spPr>
              <a:xfrm>
                <a:off x="10831351" y="8131715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65" name="对象 1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1164652"/>
                  </p:ext>
                </p:extLst>
              </p:nvPr>
            </p:nvGraphicFramePr>
            <p:xfrm>
              <a:off x="11027004" y="8147551"/>
              <a:ext cx="903288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19" name="AxMath" r:id="rId115" imgW="630720" imgH="279000" progId="Equation.AxMath">
                      <p:embed/>
                    </p:oleObj>
                  </mc:Choice>
                  <mc:Fallback>
                    <p:oleObj name="AxMath" r:id="rId115" imgW="630720" imgH="279000" progId="Equation.AxMath">
                      <p:embed/>
                      <p:pic>
                        <p:nvPicPr>
                          <p:cNvPr id="146" name="对象 145"/>
                          <p:cNvPicPr/>
                          <p:nvPr/>
                        </p:nvPicPr>
                        <p:blipFill>
                          <a:blip r:embed="rId91"/>
                          <a:stretch>
                            <a:fillRect/>
                          </a:stretch>
                        </p:blipFill>
                        <p:spPr>
                          <a:xfrm>
                            <a:off x="11027004" y="8147551"/>
                            <a:ext cx="903288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6" name="矩形 165"/>
              <p:cNvSpPr/>
              <p:nvPr/>
            </p:nvSpPr>
            <p:spPr>
              <a:xfrm>
                <a:off x="9424627" y="8127833"/>
                <a:ext cx="1230283" cy="4322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67" name="对象 1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0693330"/>
                  </p:ext>
                </p:extLst>
              </p:nvPr>
            </p:nvGraphicFramePr>
            <p:xfrm>
              <a:off x="9622067" y="8144376"/>
              <a:ext cx="90011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0" name="AxMath" r:id="rId116" imgW="629280" imgH="279000" progId="Equation.AxMath">
                      <p:embed/>
                    </p:oleObj>
                  </mc:Choice>
                  <mc:Fallback>
                    <p:oleObj name="AxMath" r:id="rId116" imgW="629280" imgH="279000" progId="Equation.AxMath">
                      <p:embed/>
                      <p:pic>
                        <p:nvPicPr>
                          <p:cNvPr id="148" name="对象 147"/>
                          <p:cNvPicPr/>
                          <p:nvPr/>
                        </p:nvPicPr>
                        <p:blipFill>
                          <a:blip r:embed="rId93"/>
                          <a:stretch>
                            <a:fillRect/>
                          </a:stretch>
                        </p:blipFill>
                        <p:spPr>
                          <a:xfrm>
                            <a:off x="9622067" y="8144376"/>
                            <a:ext cx="90011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8" name="矩形 167"/>
              <p:cNvSpPr/>
              <p:nvPr/>
            </p:nvSpPr>
            <p:spPr>
              <a:xfrm>
                <a:off x="8039222" y="8131715"/>
                <a:ext cx="1230283" cy="43226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69" name="对象 1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3693139"/>
                  </p:ext>
                </p:extLst>
              </p:nvPr>
            </p:nvGraphicFramePr>
            <p:xfrm>
              <a:off x="8242413" y="8147226"/>
              <a:ext cx="8890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1" name="AxMath" r:id="rId117" imgW="622080" imgH="279000" progId="Equation.AxMath">
                      <p:embed/>
                    </p:oleObj>
                  </mc:Choice>
                  <mc:Fallback>
                    <p:oleObj name="AxMath" r:id="rId117" imgW="622080" imgH="279000" progId="Equation.AxMath">
                      <p:embed/>
                      <p:pic>
                        <p:nvPicPr>
                          <p:cNvPr id="150" name="对象 149"/>
                          <p:cNvPicPr/>
                          <p:nvPr/>
                        </p:nvPicPr>
                        <p:blipFill>
                          <a:blip r:embed="rId95"/>
                          <a:stretch>
                            <a:fillRect/>
                          </a:stretch>
                        </p:blipFill>
                        <p:spPr>
                          <a:xfrm>
                            <a:off x="8242413" y="8147226"/>
                            <a:ext cx="8890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0" name="圆角矩形 169"/>
              <p:cNvSpPr/>
              <p:nvPr/>
            </p:nvSpPr>
            <p:spPr>
              <a:xfrm>
                <a:off x="6745257" y="8131716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1" name="直接箭头连接符 170"/>
              <p:cNvCxnSpPr/>
              <p:nvPr/>
            </p:nvCxnSpPr>
            <p:spPr>
              <a:xfrm flipH="1">
                <a:off x="9169429" y="8442508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肘形连接符 171"/>
              <p:cNvCxnSpPr/>
              <p:nvPr/>
            </p:nvCxnSpPr>
            <p:spPr>
              <a:xfrm flipV="1">
                <a:off x="9169428" y="4929057"/>
                <a:ext cx="5040773" cy="3945717"/>
              </a:xfrm>
              <a:prstGeom prst="bentConnector3">
                <a:avLst>
                  <a:gd name="adj1" fmla="val 101782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肘形连接符 172"/>
              <p:cNvCxnSpPr/>
              <p:nvPr/>
            </p:nvCxnSpPr>
            <p:spPr>
              <a:xfrm rot="10800000" flipV="1">
                <a:off x="9131413" y="4926734"/>
                <a:ext cx="5151920" cy="505872"/>
              </a:xfrm>
              <a:prstGeom prst="bentConnector3">
                <a:avLst>
                  <a:gd name="adj1" fmla="val 100019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直接箭头连接符 173"/>
              <p:cNvCxnSpPr/>
              <p:nvPr/>
            </p:nvCxnSpPr>
            <p:spPr>
              <a:xfrm flipH="1">
                <a:off x="10528528" y="5578693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箭头连接符 174"/>
              <p:cNvCxnSpPr/>
              <p:nvPr/>
            </p:nvCxnSpPr>
            <p:spPr>
              <a:xfrm flipH="1">
                <a:off x="11936641" y="6180330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/>
              <p:cNvCxnSpPr/>
              <p:nvPr/>
            </p:nvCxnSpPr>
            <p:spPr>
              <a:xfrm flipH="1">
                <a:off x="13867707" y="7876161"/>
                <a:ext cx="1" cy="43226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右箭头 231"/>
              <p:cNvSpPr/>
              <p:nvPr/>
            </p:nvSpPr>
            <p:spPr>
              <a:xfrm rot="5400000">
                <a:off x="10410301" y="4173605"/>
                <a:ext cx="609600" cy="356111"/>
              </a:xfrm>
              <a:prstGeom prst="rightArrow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6" name="右箭头 235"/>
            <p:cNvSpPr/>
            <p:nvPr/>
          </p:nvSpPr>
          <p:spPr>
            <a:xfrm rot="5400000">
              <a:off x="2240373" y="1098056"/>
              <a:ext cx="677465" cy="356111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-4739874" y="752424"/>
              <a:ext cx="21876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scatter-reduce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左大括号 237"/>
            <p:cNvSpPr/>
            <p:nvPr/>
          </p:nvSpPr>
          <p:spPr>
            <a:xfrm>
              <a:off x="-2377440" y="-2994968"/>
              <a:ext cx="599440" cy="8166408"/>
            </a:xfrm>
            <a:prstGeom prst="leftBrace">
              <a:avLst>
                <a:gd name="adj1" fmla="val 23587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-4425268" y="10546941"/>
              <a:ext cx="15584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all-gather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左大括号 239"/>
            <p:cNvSpPr/>
            <p:nvPr/>
          </p:nvSpPr>
          <p:spPr>
            <a:xfrm>
              <a:off x="-2381533" y="6725347"/>
              <a:ext cx="599440" cy="8166408"/>
            </a:xfrm>
            <a:prstGeom prst="leftBrace">
              <a:avLst>
                <a:gd name="adj1" fmla="val 23587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1" name="组合 240"/>
            <p:cNvGrpSpPr/>
            <p:nvPr/>
          </p:nvGrpSpPr>
          <p:grpSpPr>
            <a:xfrm>
              <a:off x="-1530237" y="11368292"/>
              <a:ext cx="7257008" cy="3611648"/>
              <a:chOff x="-1530237" y="11368292"/>
              <a:chExt cx="7257008" cy="3611648"/>
            </a:xfrm>
          </p:grpSpPr>
          <p:sp>
            <p:nvSpPr>
              <p:cNvPr id="177" name="矩形 176"/>
              <p:cNvSpPr/>
              <p:nvPr/>
            </p:nvSpPr>
            <p:spPr>
              <a:xfrm>
                <a:off x="-233336" y="1151641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1154889" y="1151641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79" name="对象 17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0018297"/>
                  </p:ext>
                </p:extLst>
              </p:nvPr>
            </p:nvGraphicFramePr>
            <p:xfrm>
              <a:off x="3941730" y="11368292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2" name="AxMath" r:id="rId53" imgW="151920" imgH="226800" progId="Equation.AxMath">
                      <p:embed/>
                    </p:oleObj>
                  </mc:Choice>
                  <mc:Fallback>
                    <p:oleObj name="AxMath" r:id="rId53" imgW="151920" imgH="226800" progId="Equation.AxMath">
                      <p:embed/>
                      <p:pic>
                        <p:nvPicPr>
                          <p:cNvPr id="52" name="对象 5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41730" y="11368292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0" name="对象 17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5850857"/>
                  </p:ext>
                </p:extLst>
              </p:nvPr>
            </p:nvGraphicFramePr>
            <p:xfrm>
              <a:off x="3941730" y="11980140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3" name="AxMath" r:id="rId54" imgW="151920" imgH="226800" progId="Equation.AxMath">
                      <p:embed/>
                    </p:oleObj>
                  </mc:Choice>
                  <mc:Fallback>
                    <p:oleObj name="AxMath" r:id="rId54" imgW="151920" imgH="226800" progId="Equation.AxMath">
                      <p:embed/>
                      <p:pic>
                        <p:nvPicPr>
                          <p:cNvPr id="53" name="对象 5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41730" y="11980140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" name="对象 18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0382357"/>
                  </p:ext>
                </p:extLst>
              </p:nvPr>
            </p:nvGraphicFramePr>
            <p:xfrm>
              <a:off x="3941730" y="12591987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4" name="AxMath" r:id="rId55" imgW="151920" imgH="226800" progId="Equation.AxMath">
                      <p:embed/>
                    </p:oleObj>
                  </mc:Choice>
                  <mc:Fallback>
                    <p:oleObj name="AxMath" r:id="rId55" imgW="151920" imgH="226800" progId="Equation.AxMath">
                      <p:embed/>
                      <p:pic>
                        <p:nvPicPr>
                          <p:cNvPr id="58" name="对象 5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41730" y="12591987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2" name="对象 1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3075525"/>
                  </p:ext>
                </p:extLst>
              </p:nvPr>
            </p:nvGraphicFramePr>
            <p:xfrm>
              <a:off x="3941730" y="13667560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5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59" name="对象 5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41730" y="13667560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3" name="对象 18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0952029"/>
                  </p:ext>
                </p:extLst>
              </p:nvPr>
            </p:nvGraphicFramePr>
            <p:xfrm>
              <a:off x="1533118" y="1313791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6" name="AxMath" r:id="rId57" imgW="151920" imgH="226800" progId="Equation.AxMath">
                      <p:embed/>
                    </p:oleObj>
                  </mc:Choice>
                  <mc:Fallback>
                    <p:oleObj name="AxMath" r:id="rId57" imgW="151920" imgH="226800" progId="Equation.AxMath">
                      <p:embed/>
                      <p:pic>
                        <p:nvPicPr>
                          <p:cNvPr id="60" name="对象 5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533118" y="1313791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" name="对象 18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7821611"/>
                  </p:ext>
                </p:extLst>
              </p:nvPr>
            </p:nvGraphicFramePr>
            <p:xfrm>
              <a:off x="155284" y="13142566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7" name="AxMath" r:id="rId58" imgW="151920" imgH="226800" progId="Equation.AxMath">
                      <p:embed/>
                    </p:oleObj>
                  </mc:Choice>
                  <mc:Fallback>
                    <p:oleObj name="AxMath" r:id="rId58" imgW="151920" imgH="226800" progId="Equation.AxMath">
                      <p:embed/>
                      <p:pic>
                        <p:nvPicPr>
                          <p:cNvPr id="61" name="对象 60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55284" y="13142566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5" name="对象 18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0665523"/>
                  </p:ext>
                </p:extLst>
              </p:nvPr>
            </p:nvGraphicFramePr>
            <p:xfrm>
              <a:off x="2924460" y="1313791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8" name="AxMath" r:id="rId59" imgW="151920" imgH="226800" progId="Equation.AxMath">
                      <p:embed/>
                    </p:oleObj>
                  </mc:Choice>
                  <mc:Fallback>
                    <p:oleObj name="AxMath" r:id="rId59" imgW="151920" imgH="226800" progId="Equation.AxMath">
                      <p:embed/>
                      <p:pic>
                        <p:nvPicPr>
                          <p:cNvPr id="62" name="对象 6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924460" y="1313791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6" name="对象 18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3919089"/>
                  </p:ext>
                </p:extLst>
              </p:nvPr>
            </p:nvGraphicFramePr>
            <p:xfrm>
              <a:off x="4941335" y="13142591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29" name="AxMath" r:id="rId60" imgW="151920" imgH="226800" progId="Equation.AxMath">
                      <p:embed/>
                    </p:oleObj>
                  </mc:Choice>
                  <mc:Fallback>
                    <p:oleObj name="AxMath" r:id="rId60" imgW="151920" imgH="226800" progId="Equation.AxMath">
                      <p:embed/>
                      <p:pic>
                        <p:nvPicPr>
                          <p:cNvPr id="63" name="对象 62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941335" y="13142591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7" name="对象 1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81827307"/>
                  </p:ext>
                </p:extLst>
              </p:nvPr>
            </p:nvGraphicFramePr>
            <p:xfrm>
              <a:off x="-1215" y="11548367"/>
              <a:ext cx="820738" cy="366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0" name="AxMath" r:id="rId118" imgW="622080" imgH="279000" progId="Equation.AxMath">
                      <p:embed/>
                    </p:oleObj>
                  </mc:Choice>
                  <mc:Fallback>
                    <p:oleObj name="AxMath" r:id="rId118" imgW="622080" imgH="279000" progId="Equation.AxMath">
                      <p:embed/>
                      <p:pic>
                        <p:nvPicPr>
                          <p:cNvPr id="64" name="对象 63"/>
                          <p:cNvPicPr/>
                          <p:nvPr/>
                        </p:nvPicPr>
                        <p:blipFill>
                          <a:blip r:embed="rId97"/>
                          <a:stretch>
                            <a:fillRect/>
                          </a:stretch>
                        </p:blipFill>
                        <p:spPr>
                          <a:xfrm>
                            <a:off x="-1215" y="11548367"/>
                            <a:ext cx="820738" cy="3667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8" name="矩形 187"/>
              <p:cNvSpPr/>
              <p:nvPr/>
            </p:nvSpPr>
            <p:spPr>
              <a:xfrm>
                <a:off x="1154889" y="12128261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89" name="对象 18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5162679"/>
                  </p:ext>
                </p:extLst>
              </p:nvPr>
            </p:nvGraphicFramePr>
            <p:xfrm>
              <a:off x="1381498" y="12159554"/>
              <a:ext cx="830262" cy="369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1" name="AxMath" r:id="rId119" imgW="629280" imgH="279000" progId="Equation.AxMath">
                      <p:embed/>
                    </p:oleObj>
                  </mc:Choice>
                  <mc:Fallback>
                    <p:oleObj name="AxMath" r:id="rId119" imgW="629280" imgH="279000" progId="Equation.AxMath">
                      <p:embed/>
                      <p:pic>
                        <p:nvPicPr>
                          <p:cNvPr id="66" name="对象 65"/>
                          <p:cNvPicPr/>
                          <p:nvPr/>
                        </p:nvPicPr>
                        <p:blipFill>
                          <a:blip r:embed="rId99"/>
                          <a:stretch>
                            <a:fillRect/>
                          </a:stretch>
                        </p:blipFill>
                        <p:spPr>
                          <a:xfrm>
                            <a:off x="1381498" y="12159554"/>
                            <a:ext cx="830262" cy="3698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0" name="矩形 189"/>
              <p:cNvSpPr/>
              <p:nvPr/>
            </p:nvSpPr>
            <p:spPr>
              <a:xfrm>
                <a:off x="2549869" y="12740108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91" name="对象 19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192424"/>
                  </p:ext>
                </p:extLst>
              </p:nvPr>
            </p:nvGraphicFramePr>
            <p:xfrm>
              <a:off x="2775323" y="12772329"/>
              <a:ext cx="830262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2" name="AxMath" r:id="rId120" imgW="630720" imgH="279000" progId="Equation.AxMath">
                      <p:embed/>
                    </p:oleObj>
                  </mc:Choice>
                  <mc:Fallback>
                    <p:oleObj name="AxMath" r:id="rId120" imgW="630720" imgH="279000" progId="Equation.AxMath">
                      <p:embed/>
                      <p:pic>
                        <p:nvPicPr>
                          <p:cNvPr id="68" name="对象 67"/>
                          <p:cNvPicPr/>
                          <p:nvPr/>
                        </p:nvPicPr>
                        <p:blipFill>
                          <a:blip r:embed="rId101"/>
                          <a:stretch>
                            <a:fillRect/>
                          </a:stretch>
                        </p:blipFill>
                        <p:spPr>
                          <a:xfrm>
                            <a:off x="2775323" y="12772329"/>
                            <a:ext cx="830262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2" name="矩形 191"/>
              <p:cNvSpPr/>
              <p:nvPr/>
            </p:nvSpPr>
            <p:spPr>
              <a:xfrm>
                <a:off x="4491063" y="13811799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93" name="对象 19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04585060"/>
                  </p:ext>
                </p:extLst>
              </p:nvPr>
            </p:nvGraphicFramePr>
            <p:xfrm>
              <a:off x="4700960" y="13842304"/>
              <a:ext cx="846138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3" name="AxMath" r:id="rId64" imgW="637560" imgH="279000" progId="Equation.AxMath">
                      <p:embed/>
                    </p:oleObj>
                  </mc:Choice>
                  <mc:Fallback>
                    <p:oleObj name="AxMath" r:id="rId64" imgW="637560" imgH="279000" progId="Equation.AxMath">
                      <p:embed/>
                      <p:pic>
                        <p:nvPicPr>
                          <p:cNvPr id="70" name="对象 69"/>
                          <p:cNvPicPr/>
                          <p:nvPr/>
                        </p:nvPicPr>
                        <p:blipFill>
                          <a:blip r:embed="rId65"/>
                          <a:stretch>
                            <a:fillRect/>
                          </a:stretch>
                        </p:blipFill>
                        <p:spPr>
                          <a:xfrm>
                            <a:off x="4700960" y="13842304"/>
                            <a:ext cx="846138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" name="对象 1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5566089"/>
                  </p:ext>
                </p:extLst>
              </p:nvPr>
            </p:nvGraphicFramePr>
            <p:xfrm>
              <a:off x="1352923" y="11532492"/>
              <a:ext cx="89852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4" name="AxMath" r:id="rId102" imgW="629280" imgH="279000" progId="Equation.AxMath">
                      <p:embed/>
                    </p:oleObj>
                  </mc:Choice>
                  <mc:Fallback>
                    <p:oleObj name="AxMath" r:id="rId102" imgW="629280" imgH="279000" progId="Equation.AxMath">
                      <p:embed/>
                      <p:pic>
                        <p:nvPicPr>
                          <p:cNvPr id="71" name="对象 70"/>
                          <p:cNvPicPr/>
                          <p:nvPr/>
                        </p:nvPicPr>
                        <p:blipFill>
                          <a:blip r:embed="rId67"/>
                          <a:stretch>
                            <a:fillRect/>
                          </a:stretch>
                        </p:blipFill>
                        <p:spPr>
                          <a:xfrm>
                            <a:off x="1352923" y="11532492"/>
                            <a:ext cx="89852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" name="矩形 194"/>
              <p:cNvSpPr/>
              <p:nvPr/>
            </p:nvSpPr>
            <p:spPr>
              <a:xfrm>
                <a:off x="2549869" y="11516413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96" name="对象 19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2889044"/>
                  </p:ext>
                </p:extLst>
              </p:nvPr>
            </p:nvGraphicFramePr>
            <p:xfrm>
              <a:off x="2743573" y="11532492"/>
              <a:ext cx="90487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5" name="AxMath" r:id="rId121" imgW="630720" imgH="279000" progId="Equation.AxMath">
                      <p:embed/>
                    </p:oleObj>
                  </mc:Choice>
                  <mc:Fallback>
                    <p:oleObj name="AxMath" r:id="rId121" imgW="630720" imgH="279000" progId="Equation.AxMath">
                      <p:embed/>
                      <p:pic>
                        <p:nvPicPr>
                          <p:cNvPr id="73" name="对象 72"/>
                          <p:cNvPicPr/>
                          <p:nvPr/>
                        </p:nvPicPr>
                        <p:blipFill>
                          <a:blip r:embed="rId122"/>
                          <a:stretch>
                            <a:fillRect/>
                          </a:stretch>
                        </p:blipFill>
                        <p:spPr>
                          <a:xfrm>
                            <a:off x="2743573" y="11532492"/>
                            <a:ext cx="90487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7" name="矩形 196"/>
              <p:cNvSpPr/>
              <p:nvPr/>
            </p:nvSpPr>
            <p:spPr>
              <a:xfrm>
                <a:off x="2543114" y="12128261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198" name="对象 19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8237041"/>
                  </p:ext>
                </p:extLst>
              </p:nvPr>
            </p:nvGraphicFramePr>
            <p:xfrm>
              <a:off x="2740398" y="12143679"/>
              <a:ext cx="903287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6" name="AxMath" r:id="rId107" imgW="630720" imgH="279000" progId="Equation.AxMath">
                      <p:embed/>
                    </p:oleObj>
                  </mc:Choice>
                  <mc:Fallback>
                    <p:oleObj name="AxMath" r:id="rId107" imgW="630720" imgH="279000" progId="Equation.AxMath">
                      <p:embed/>
                      <p:pic>
                        <p:nvPicPr>
                          <p:cNvPr id="81" name="对象 80"/>
                          <p:cNvPicPr/>
                          <p:nvPr/>
                        </p:nvPicPr>
                        <p:blipFill>
                          <a:blip r:embed="rId76"/>
                          <a:stretch>
                            <a:fillRect/>
                          </a:stretch>
                        </p:blipFill>
                        <p:spPr>
                          <a:xfrm>
                            <a:off x="2740398" y="12143679"/>
                            <a:ext cx="903287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9" name="矩形 198"/>
              <p:cNvSpPr/>
              <p:nvPr/>
            </p:nvSpPr>
            <p:spPr>
              <a:xfrm>
                <a:off x="-233567" y="12124855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00" name="对象 19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5774662"/>
                  </p:ext>
                </p:extLst>
              </p:nvPr>
            </p:nvGraphicFramePr>
            <p:xfrm>
              <a:off x="-34552" y="12140504"/>
              <a:ext cx="896937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7" name="AxMath" r:id="rId123" imgW="622080" imgH="279000" progId="Equation.AxMath">
                      <p:embed/>
                    </p:oleObj>
                  </mc:Choice>
                  <mc:Fallback>
                    <p:oleObj name="AxMath" r:id="rId123" imgW="622080" imgH="279000" progId="Equation.AxMath">
                      <p:embed/>
                      <p:pic>
                        <p:nvPicPr>
                          <p:cNvPr id="83" name="对象 82"/>
                          <p:cNvPicPr/>
                          <p:nvPr/>
                        </p:nvPicPr>
                        <p:blipFill>
                          <a:blip r:embed="rId124"/>
                          <a:stretch>
                            <a:fillRect/>
                          </a:stretch>
                        </p:blipFill>
                        <p:spPr>
                          <a:xfrm>
                            <a:off x="-34552" y="12140504"/>
                            <a:ext cx="896937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1" name="矩形 200"/>
              <p:cNvSpPr/>
              <p:nvPr/>
            </p:nvSpPr>
            <p:spPr>
              <a:xfrm>
                <a:off x="1157776" y="1273540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02" name="对象 20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2096450"/>
                  </p:ext>
                </p:extLst>
              </p:nvPr>
            </p:nvGraphicFramePr>
            <p:xfrm>
              <a:off x="1354510" y="12751692"/>
              <a:ext cx="900113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8" name="AxMath" r:id="rId125" imgW="629280" imgH="279000" progId="Equation.AxMath">
                      <p:embed/>
                    </p:oleObj>
                  </mc:Choice>
                  <mc:Fallback>
                    <p:oleObj name="AxMath" r:id="rId125" imgW="629280" imgH="279000" progId="Equation.AxMath">
                      <p:embed/>
                      <p:pic>
                        <p:nvPicPr>
                          <p:cNvPr id="85" name="对象 84"/>
                          <p:cNvPicPr/>
                          <p:nvPr/>
                        </p:nvPicPr>
                        <p:blipFill>
                          <a:blip r:embed="rId126"/>
                          <a:stretch>
                            <a:fillRect/>
                          </a:stretch>
                        </p:blipFill>
                        <p:spPr>
                          <a:xfrm>
                            <a:off x="1354510" y="12751692"/>
                            <a:ext cx="900113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3" name="矩形 202"/>
              <p:cNvSpPr/>
              <p:nvPr/>
            </p:nvSpPr>
            <p:spPr>
              <a:xfrm>
                <a:off x="-233567" y="1273540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04" name="对象 20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0798502"/>
                  </p:ext>
                </p:extLst>
              </p:nvPr>
            </p:nvGraphicFramePr>
            <p:xfrm>
              <a:off x="-29790" y="12751692"/>
              <a:ext cx="890588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39" name="AxMath" r:id="rId127" imgW="622080" imgH="279000" progId="Equation.AxMath">
                      <p:embed/>
                    </p:oleObj>
                  </mc:Choice>
                  <mc:Fallback>
                    <p:oleObj name="AxMath" r:id="rId127" imgW="622080" imgH="279000" progId="Equation.AxMath">
                      <p:embed/>
                      <p:pic>
                        <p:nvPicPr>
                          <p:cNvPr id="87" name="对象 86"/>
                          <p:cNvPicPr/>
                          <p:nvPr/>
                        </p:nvPicPr>
                        <p:blipFill>
                          <a:blip r:embed="rId124"/>
                          <a:stretch>
                            <a:fillRect/>
                          </a:stretch>
                        </p:blipFill>
                        <p:spPr>
                          <a:xfrm>
                            <a:off x="-29790" y="12751692"/>
                            <a:ext cx="890588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" name="矩形 204"/>
              <p:cNvSpPr/>
              <p:nvPr/>
            </p:nvSpPr>
            <p:spPr>
              <a:xfrm>
                <a:off x="2555973" y="13815681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06" name="对象 20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9751944"/>
                  </p:ext>
                </p:extLst>
              </p:nvPr>
            </p:nvGraphicFramePr>
            <p:xfrm>
              <a:off x="2751510" y="13831192"/>
              <a:ext cx="903288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0" name="AxMath" r:id="rId128" imgW="630720" imgH="279000" progId="Equation.AxMath">
                      <p:embed/>
                    </p:oleObj>
                  </mc:Choice>
                  <mc:Fallback>
                    <p:oleObj name="AxMath" r:id="rId128" imgW="630720" imgH="279000" progId="Equation.AxMath">
                      <p:embed/>
                      <p:pic>
                        <p:nvPicPr>
                          <p:cNvPr id="89" name="对象 88"/>
                          <p:cNvPicPr/>
                          <p:nvPr/>
                        </p:nvPicPr>
                        <p:blipFill>
                          <a:blip r:embed="rId129"/>
                          <a:stretch>
                            <a:fillRect/>
                          </a:stretch>
                        </p:blipFill>
                        <p:spPr>
                          <a:xfrm>
                            <a:off x="2751510" y="13831192"/>
                            <a:ext cx="903288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" name="矩形 206"/>
              <p:cNvSpPr/>
              <p:nvPr/>
            </p:nvSpPr>
            <p:spPr>
              <a:xfrm>
                <a:off x="1149249" y="13811799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08" name="对象 20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5367228"/>
                  </p:ext>
                </p:extLst>
              </p:nvPr>
            </p:nvGraphicFramePr>
            <p:xfrm>
              <a:off x="1348160" y="13828017"/>
              <a:ext cx="89852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1" name="AxMath" r:id="rId130" imgW="629280" imgH="279000" progId="Equation.AxMath">
                      <p:embed/>
                    </p:oleObj>
                  </mc:Choice>
                  <mc:Fallback>
                    <p:oleObj name="AxMath" r:id="rId130" imgW="629280" imgH="279000" progId="Equation.AxMath">
                      <p:embed/>
                      <p:pic>
                        <p:nvPicPr>
                          <p:cNvPr id="92" name="对象 91"/>
                          <p:cNvPicPr/>
                          <p:nvPr/>
                        </p:nvPicPr>
                        <p:blipFill>
                          <a:blip r:embed="rId131"/>
                          <a:stretch>
                            <a:fillRect/>
                          </a:stretch>
                        </p:blipFill>
                        <p:spPr>
                          <a:xfrm>
                            <a:off x="1348160" y="13828017"/>
                            <a:ext cx="898525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9" name="矩形 208"/>
              <p:cNvSpPr/>
              <p:nvPr/>
            </p:nvSpPr>
            <p:spPr>
              <a:xfrm>
                <a:off x="-236156" y="13815681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0" name="对象 20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830568"/>
                  </p:ext>
                </p:extLst>
              </p:nvPr>
            </p:nvGraphicFramePr>
            <p:xfrm>
              <a:off x="-34552" y="13831192"/>
              <a:ext cx="890587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2" name="AxMath" r:id="rId132" imgW="622080" imgH="279000" progId="Equation.AxMath">
                      <p:embed/>
                    </p:oleObj>
                  </mc:Choice>
                  <mc:Fallback>
                    <p:oleObj name="AxMath" r:id="rId132" imgW="622080" imgH="279000" progId="Equation.AxMath">
                      <p:embed/>
                      <p:pic>
                        <p:nvPicPr>
                          <p:cNvPr id="103" name="对象 102"/>
                          <p:cNvPicPr/>
                          <p:nvPr/>
                        </p:nvPicPr>
                        <p:blipFill>
                          <a:blip r:embed="rId133"/>
                          <a:stretch>
                            <a:fillRect/>
                          </a:stretch>
                        </p:blipFill>
                        <p:spPr>
                          <a:xfrm>
                            <a:off x="-34552" y="13831192"/>
                            <a:ext cx="890587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1" name="圆角矩形 210"/>
              <p:cNvSpPr/>
              <p:nvPr/>
            </p:nvSpPr>
            <p:spPr>
              <a:xfrm>
                <a:off x="-1517335" y="11516414"/>
                <a:ext cx="1126057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0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圆角矩形 211"/>
              <p:cNvSpPr/>
              <p:nvPr/>
            </p:nvSpPr>
            <p:spPr>
              <a:xfrm>
                <a:off x="-1530237" y="12128262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圆角矩形 212"/>
              <p:cNvSpPr/>
              <p:nvPr/>
            </p:nvSpPr>
            <p:spPr>
              <a:xfrm>
                <a:off x="-1530237" y="12740109"/>
                <a:ext cx="1138959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4" name="圆角矩形 213"/>
              <p:cNvSpPr/>
              <p:nvPr/>
            </p:nvSpPr>
            <p:spPr>
              <a:xfrm>
                <a:off x="-1530121" y="13815682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15" name="对象 2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2604298"/>
                  </p:ext>
                </p:extLst>
              </p:nvPr>
            </p:nvGraphicFramePr>
            <p:xfrm>
              <a:off x="3941614" y="14251435"/>
              <a:ext cx="463435" cy="728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3" name="AxMath" r:id="rId56" imgW="151920" imgH="226800" progId="Equation.AxMath">
                      <p:embed/>
                    </p:oleObj>
                  </mc:Choice>
                  <mc:Fallback>
                    <p:oleObj name="AxMath" r:id="rId56" imgW="151920" imgH="226800" progId="Equation.AxMath">
                      <p:embed/>
                      <p:pic>
                        <p:nvPicPr>
                          <p:cNvPr id="116" name="对象 11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41614" y="14251435"/>
                            <a:ext cx="463435" cy="728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6" name="矩形 215"/>
              <p:cNvSpPr/>
              <p:nvPr/>
            </p:nvSpPr>
            <p:spPr>
              <a:xfrm>
                <a:off x="4490947" y="1439567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2555857" y="14399556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18" name="对象 2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7114688"/>
                  </p:ext>
                </p:extLst>
              </p:nvPr>
            </p:nvGraphicFramePr>
            <p:xfrm>
              <a:off x="2751510" y="14415392"/>
              <a:ext cx="903288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4" name="AxMath" r:id="rId134" imgW="630720" imgH="279000" progId="Equation.AxMath">
                      <p:embed/>
                    </p:oleObj>
                  </mc:Choice>
                  <mc:Fallback>
                    <p:oleObj name="AxMath" r:id="rId134" imgW="630720" imgH="279000" progId="Equation.AxMath">
                      <p:embed/>
                      <p:pic>
                        <p:nvPicPr>
                          <p:cNvPr id="136" name="对象 135"/>
                          <p:cNvPicPr/>
                          <p:nvPr/>
                        </p:nvPicPr>
                        <p:blipFill>
                          <a:blip r:embed="rId135"/>
                          <a:stretch>
                            <a:fillRect/>
                          </a:stretch>
                        </p:blipFill>
                        <p:spPr>
                          <a:xfrm>
                            <a:off x="2751510" y="14415392"/>
                            <a:ext cx="903288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9" name="矩形 218"/>
              <p:cNvSpPr/>
              <p:nvPr/>
            </p:nvSpPr>
            <p:spPr>
              <a:xfrm>
                <a:off x="1149133" y="1439567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0" name="对象 2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8767530"/>
                  </p:ext>
                </p:extLst>
              </p:nvPr>
            </p:nvGraphicFramePr>
            <p:xfrm>
              <a:off x="1346573" y="14412217"/>
              <a:ext cx="90011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5" name="AxMath" r:id="rId136" imgW="629280" imgH="279000" progId="Equation.AxMath">
                      <p:embed/>
                    </p:oleObj>
                  </mc:Choice>
                  <mc:Fallback>
                    <p:oleObj name="AxMath" r:id="rId136" imgW="629280" imgH="279000" progId="Equation.AxMath">
                      <p:embed/>
                      <p:pic>
                        <p:nvPicPr>
                          <p:cNvPr id="138" name="对象 137"/>
                          <p:cNvPicPr/>
                          <p:nvPr/>
                        </p:nvPicPr>
                        <p:blipFill>
                          <a:blip r:embed="rId131"/>
                          <a:stretch>
                            <a:fillRect/>
                          </a:stretch>
                        </p:blipFill>
                        <p:spPr>
                          <a:xfrm>
                            <a:off x="1346573" y="14412217"/>
                            <a:ext cx="90011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1" name="矩形 220"/>
              <p:cNvSpPr/>
              <p:nvPr/>
            </p:nvSpPr>
            <p:spPr>
              <a:xfrm>
                <a:off x="-236272" y="14399556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2" name="对象 2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9913442"/>
                  </p:ext>
                </p:extLst>
              </p:nvPr>
            </p:nvGraphicFramePr>
            <p:xfrm>
              <a:off x="-33081" y="14415067"/>
              <a:ext cx="8890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6" name="AxMath" r:id="rId117" imgW="622080" imgH="279000" progId="Equation.AxMath">
                      <p:embed/>
                    </p:oleObj>
                  </mc:Choice>
                  <mc:Fallback>
                    <p:oleObj name="AxMath" r:id="rId117" imgW="622080" imgH="279000" progId="Equation.AxMath">
                      <p:embed/>
                      <p:pic>
                        <p:nvPicPr>
                          <p:cNvPr id="140" name="对象 139"/>
                          <p:cNvPicPr/>
                          <p:nvPr/>
                        </p:nvPicPr>
                        <p:blipFill>
                          <a:blip r:embed="rId95"/>
                          <a:stretch>
                            <a:fillRect/>
                          </a:stretch>
                        </p:blipFill>
                        <p:spPr>
                          <a:xfrm>
                            <a:off x="-33081" y="14415067"/>
                            <a:ext cx="8890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3" name="圆角矩形 222"/>
              <p:cNvSpPr/>
              <p:nvPr/>
            </p:nvSpPr>
            <p:spPr>
              <a:xfrm>
                <a:off x="-1530237" y="14399557"/>
                <a:ext cx="1138843" cy="43226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4" name="对象 2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72238201"/>
                  </p:ext>
                </p:extLst>
              </p:nvPr>
            </p:nvGraphicFramePr>
            <p:xfrm>
              <a:off x="4699372" y="14428981"/>
              <a:ext cx="846138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7" name="AxMath" r:id="rId64" imgW="637560" imgH="279000" progId="Equation.AxMath">
                      <p:embed/>
                    </p:oleObj>
                  </mc:Choice>
                  <mc:Fallback>
                    <p:oleObj name="AxMath" r:id="rId64" imgW="637560" imgH="279000" progId="Equation.AxMath">
                      <p:embed/>
                      <p:pic>
                        <p:nvPicPr>
                          <p:cNvPr id="157" name="对象 156"/>
                          <p:cNvPicPr/>
                          <p:nvPr/>
                        </p:nvPicPr>
                        <p:blipFill>
                          <a:blip r:embed="rId65"/>
                          <a:stretch>
                            <a:fillRect/>
                          </a:stretch>
                        </p:blipFill>
                        <p:spPr>
                          <a:xfrm>
                            <a:off x="4699372" y="14428981"/>
                            <a:ext cx="846138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" name="矩形 224"/>
              <p:cNvSpPr/>
              <p:nvPr/>
            </p:nvSpPr>
            <p:spPr>
              <a:xfrm>
                <a:off x="4491063" y="11521118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6" name="对象 2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9327536"/>
                  </p:ext>
                </p:extLst>
              </p:nvPr>
            </p:nvGraphicFramePr>
            <p:xfrm>
              <a:off x="4681910" y="11537254"/>
              <a:ext cx="91440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8" name="AxMath" r:id="rId137" imgW="637560" imgH="279000" progId="Equation.AxMath">
                      <p:embed/>
                    </p:oleObj>
                  </mc:Choice>
                  <mc:Fallback>
                    <p:oleObj name="AxMath" r:id="rId137" imgW="637560" imgH="279000" progId="Equation.AxMath">
                      <p:embed/>
                      <p:pic>
                        <p:nvPicPr>
                          <p:cNvPr id="159" name="对象 158"/>
                          <p:cNvPicPr/>
                          <p:nvPr/>
                        </p:nvPicPr>
                        <p:blipFill>
                          <a:blip r:embed="rId138"/>
                          <a:stretch>
                            <a:fillRect/>
                          </a:stretch>
                        </p:blipFill>
                        <p:spPr>
                          <a:xfrm>
                            <a:off x="4681910" y="11537254"/>
                            <a:ext cx="91440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7" name="矩形 226"/>
              <p:cNvSpPr/>
              <p:nvPr/>
            </p:nvSpPr>
            <p:spPr>
              <a:xfrm>
                <a:off x="4496488" y="12128261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28" name="对象 2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5621895"/>
                  </p:ext>
                </p:extLst>
              </p:nvPr>
            </p:nvGraphicFramePr>
            <p:xfrm>
              <a:off x="4685085" y="12143679"/>
              <a:ext cx="917575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49" name="AxMath" r:id="rId139" imgW="637560" imgH="279000" progId="Equation.AxMath">
                      <p:embed/>
                    </p:oleObj>
                  </mc:Choice>
                  <mc:Fallback>
                    <p:oleObj name="AxMath" r:id="rId139" imgW="637560" imgH="279000" progId="Equation.AxMath">
                      <p:embed/>
                      <p:pic>
                        <p:nvPicPr>
                          <p:cNvPr id="161" name="对象 160"/>
                          <p:cNvPicPr/>
                          <p:nvPr/>
                        </p:nvPicPr>
                        <p:blipFill>
                          <a:blip r:embed="rId140"/>
                          <a:stretch>
                            <a:fillRect/>
                          </a:stretch>
                        </p:blipFill>
                        <p:spPr>
                          <a:xfrm>
                            <a:off x="4685085" y="12143679"/>
                            <a:ext cx="917575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9" name="矩形 228"/>
              <p:cNvSpPr/>
              <p:nvPr/>
            </p:nvSpPr>
            <p:spPr>
              <a:xfrm>
                <a:off x="4491063" y="12735404"/>
                <a:ext cx="1230283" cy="432262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aphicFrame>
            <p:nvGraphicFramePr>
              <p:cNvPr id="230" name="对象 2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3079261"/>
                  </p:ext>
                </p:extLst>
              </p:nvPr>
            </p:nvGraphicFramePr>
            <p:xfrm>
              <a:off x="4681910" y="12751692"/>
              <a:ext cx="912813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50" name="AxMath" r:id="rId141" imgW="637560" imgH="279000" progId="Equation.AxMath">
                      <p:embed/>
                    </p:oleObj>
                  </mc:Choice>
                  <mc:Fallback>
                    <p:oleObj name="AxMath" r:id="rId141" imgW="637560" imgH="279000" progId="Equation.AxMath">
                      <p:embed/>
                      <p:pic>
                        <p:nvPicPr>
                          <p:cNvPr id="163" name="对象 162"/>
                          <p:cNvPicPr/>
                          <p:nvPr/>
                        </p:nvPicPr>
                        <p:blipFill>
                          <a:blip r:embed="rId142"/>
                          <a:stretch>
                            <a:fillRect/>
                          </a:stretch>
                        </p:blipFill>
                        <p:spPr>
                          <a:xfrm>
                            <a:off x="4681910" y="12751692"/>
                            <a:ext cx="912813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67988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/>
          <p:cNvGrpSpPr/>
          <p:nvPr/>
        </p:nvGrpSpPr>
        <p:grpSpPr>
          <a:xfrm>
            <a:off x="8740577" y="271515"/>
            <a:ext cx="7269402" cy="3611648"/>
            <a:chOff x="8696127" y="96890"/>
            <a:chExt cx="7269402" cy="3611648"/>
          </a:xfrm>
        </p:grpSpPr>
        <p:sp>
          <p:nvSpPr>
            <p:cNvPr id="63" name="矩形 62"/>
            <p:cNvSpPr/>
            <p:nvPr/>
          </p:nvSpPr>
          <p:spPr>
            <a:xfrm>
              <a:off x="9993028" y="24501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11381253" y="245012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5" name="对象 64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96890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5" name="AxMath" r:id="rId3" imgW="151920" imgH="226800" progId="Equation.AxMath">
                    <p:embed/>
                  </p:oleObj>
                </mc:Choice>
                <mc:Fallback>
                  <p:oleObj name="AxMath" r:id="rId3" imgW="151920" imgH="226800" progId="Equation.AxMath">
                    <p:embed/>
                    <p:pic>
                      <p:nvPicPr>
                        <p:cNvPr id="65" name="对象 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96890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70873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6" name="AxMath" r:id="rId5" imgW="151920" imgH="226800" progId="Equation.AxMath">
                    <p:embed/>
                  </p:oleObj>
                </mc:Choice>
                <mc:Fallback>
                  <p:oleObj name="AxMath" r:id="rId5" imgW="151920" imgH="226800" progId="Equation.AxMath">
                    <p:embed/>
                    <p:pic>
                      <p:nvPicPr>
                        <p:cNvPr id="66" name="对象 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70873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1320585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7" name="AxMath" r:id="rId6" imgW="151920" imgH="226800" progId="Equation.AxMath">
                    <p:embed/>
                  </p:oleObj>
                </mc:Choice>
                <mc:Fallback>
                  <p:oleObj name="AxMath" r:id="rId6" imgW="151920" imgH="226800" progId="Equation.AxMath">
                    <p:embed/>
                    <p:pic>
                      <p:nvPicPr>
                        <p:cNvPr id="67" name="对象 6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1320585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239615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8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68" name="对象 6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239615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/>
            <p:cNvGraphicFramePr>
              <a:graphicFrameLocks noChangeAspect="1"/>
            </p:cNvGraphicFramePr>
            <p:nvPr>
              <p:extLst/>
            </p:nvPr>
          </p:nvGraphicFramePr>
          <p:xfrm>
            <a:off x="11759482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9" name="AxMath" r:id="rId8" imgW="151920" imgH="226800" progId="Equation.AxMath">
                    <p:embed/>
                  </p:oleObj>
                </mc:Choice>
                <mc:Fallback>
                  <p:oleObj name="AxMath" r:id="rId8" imgW="151920" imgH="226800" progId="Equation.AxMath">
                    <p:embed/>
                    <p:pic>
                      <p:nvPicPr>
                        <p:cNvPr id="69" name="对象 6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759482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/>
            <p:cNvGraphicFramePr>
              <a:graphicFrameLocks noChangeAspect="1"/>
            </p:cNvGraphicFramePr>
            <p:nvPr>
              <p:extLst/>
            </p:nvPr>
          </p:nvGraphicFramePr>
          <p:xfrm>
            <a:off x="10381648" y="1871164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0" name="AxMath" r:id="rId10" imgW="151920" imgH="226800" progId="Equation.AxMath">
                    <p:embed/>
                  </p:oleObj>
                </mc:Choice>
                <mc:Fallback>
                  <p:oleObj name="AxMath" r:id="rId10" imgW="151920" imgH="226800" progId="Equation.AxMath">
                    <p:embed/>
                    <p:pic>
                      <p:nvPicPr>
                        <p:cNvPr id="70" name="对象 6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381648" y="1871164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/>
            <p:cNvGraphicFramePr>
              <a:graphicFrameLocks noChangeAspect="1"/>
            </p:cNvGraphicFramePr>
            <p:nvPr>
              <p:extLst/>
            </p:nvPr>
          </p:nvGraphicFramePr>
          <p:xfrm>
            <a:off x="13150824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1" name="AxMath" r:id="rId11" imgW="151920" imgH="226800" progId="Equation.AxMath">
                    <p:embed/>
                  </p:oleObj>
                </mc:Choice>
                <mc:Fallback>
                  <p:oleObj name="AxMath" r:id="rId11" imgW="151920" imgH="226800" progId="Equation.AxMath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50824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对象 71"/>
            <p:cNvGraphicFramePr>
              <a:graphicFrameLocks noChangeAspect="1"/>
            </p:cNvGraphicFramePr>
            <p:nvPr>
              <p:extLst/>
            </p:nvPr>
          </p:nvGraphicFramePr>
          <p:xfrm>
            <a:off x="15167699" y="1871189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2" name="AxMath" r:id="rId12" imgW="151920" imgH="226800" progId="Equation.AxMath">
                    <p:embed/>
                  </p:oleObj>
                </mc:Choice>
                <mc:Fallback>
                  <p:oleObj name="AxMath" r:id="rId12" imgW="151920" imgH="226800" progId="Equation.AxMath">
                    <p:embed/>
                    <p:pic>
                      <p:nvPicPr>
                        <p:cNvPr id="72" name="对象 7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5167699" y="1871189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/>
            <p:cNvGraphicFramePr>
              <a:graphicFrameLocks noChangeAspect="1"/>
            </p:cNvGraphicFramePr>
            <p:nvPr>
              <p:extLst/>
            </p:nvPr>
          </p:nvGraphicFramePr>
          <p:xfrm>
            <a:off x="10490262" y="308715"/>
            <a:ext cx="288925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3" name="AxMath" r:id="rId13" imgW="218880" imgH="230400" progId="Equation.AxMath">
                    <p:embed/>
                  </p:oleObj>
                </mc:Choice>
                <mc:Fallback>
                  <p:oleObj name="AxMath" r:id="rId13" imgW="218880" imgH="230400" progId="Equation.AxMath">
                    <p:embed/>
                    <p:pic>
                      <p:nvPicPr>
                        <p:cNvPr id="73" name="对象 7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90262" y="308715"/>
                          <a:ext cx="288925" cy="303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矩形 73"/>
            <p:cNvSpPr/>
            <p:nvPr/>
          </p:nvSpPr>
          <p:spPr>
            <a:xfrm>
              <a:off x="11381253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5" name="对象 74"/>
            <p:cNvGraphicFramePr>
              <a:graphicFrameLocks noChangeAspect="1"/>
            </p:cNvGraphicFramePr>
            <p:nvPr>
              <p:extLst/>
            </p:nvPr>
          </p:nvGraphicFramePr>
          <p:xfrm>
            <a:off x="11879324" y="919902"/>
            <a:ext cx="2873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4" name="AxMath" r:id="rId15" imgW="217080" imgH="230400" progId="Equation.AxMath">
                    <p:embed/>
                  </p:oleObj>
                </mc:Choice>
                <mc:Fallback>
                  <p:oleObj name="AxMath" r:id="rId15" imgW="217080" imgH="230400" progId="Equation.AxMath">
                    <p:embed/>
                    <p:pic>
                      <p:nvPicPr>
                        <p:cNvPr id="75" name="对象 7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879324" y="919902"/>
                          <a:ext cx="287338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矩形 75"/>
            <p:cNvSpPr/>
            <p:nvPr/>
          </p:nvSpPr>
          <p:spPr>
            <a:xfrm>
              <a:off x="12776233" y="146870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7" name="对象 76"/>
            <p:cNvGraphicFramePr>
              <a:graphicFrameLocks noChangeAspect="1"/>
            </p:cNvGraphicFramePr>
            <p:nvPr>
              <p:extLst/>
            </p:nvPr>
          </p:nvGraphicFramePr>
          <p:xfrm>
            <a:off x="13268387" y="1532677"/>
            <a:ext cx="296862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5" name="AxMath" r:id="rId17" imgW="225360" imgH="230400" progId="Equation.AxMath">
                    <p:embed/>
                  </p:oleObj>
                </mc:Choice>
                <mc:Fallback>
                  <p:oleObj name="AxMath" r:id="rId17" imgW="225360" imgH="230400" progId="Equation.AxMath">
                    <p:embed/>
                    <p:pic>
                      <p:nvPicPr>
                        <p:cNvPr id="77" name="对象 7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268387" y="1532677"/>
                          <a:ext cx="296862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矩形 77"/>
            <p:cNvSpPr/>
            <p:nvPr/>
          </p:nvSpPr>
          <p:spPr>
            <a:xfrm>
              <a:off x="14717427" y="2540397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9" name="对象 78"/>
            <p:cNvGraphicFramePr>
              <a:graphicFrameLocks noChangeAspect="1"/>
            </p:cNvGraphicFramePr>
            <p:nvPr>
              <p:extLst/>
            </p:nvPr>
          </p:nvGraphicFramePr>
          <p:xfrm>
            <a:off x="14927324" y="2570902"/>
            <a:ext cx="84613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6" name="AxMath" r:id="rId19" imgW="637560" imgH="279000" progId="Equation.AxMath">
                    <p:embed/>
                  </p:oleObj>
                </mc:Choice>
                <mc:Fallback>
                  <p:oleObj name="AxMath" r:id="rId19" imgW="637560" imgH="279000" progId="Equation.AxMath">
                    <p:embed/>
                    <p:pic>
                      <p:nvPicPr>
                        <p:cNvPr id="79" name="对象 7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927324" y="2570902"/>
                          <a:ext cx="846138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7041340"/>
                </p:ext>
              </p:extLst>
            </p:nvPr>
          </p:nvGraphicFramePr>
          <p:xfrm>
            <a:off x="11579287" y="2610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7" name="AxMath" r:id="rId21" imgW="629280" imgH="279000" progId="Equation.AxMath">
                    <p:embed/>
                  </p:oleObj>
                </mc:Choice>
                <mc:Fallback>
                  <p:oleObj name="AxMath" r:id="rId21" imgW="629280" imgH="279000" progId="Equation.AxMath">
                    <p:embed/>
                    <p:pic>
                      <p:nvPicPr>
                        <p:cNvPr id="80" name="对象 7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579287" y="2610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矩形 80"/>
            <p:cNvSpPr/>
            <p:nvPr/>
          </p:nvSpPr>
          <p:spPr>
            <a:xfrm>
              <a:off x="12776233" y="245011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2" name="对象 81"/>
            <p:cNvGraphicFramePr>
              <a:graphicFrameLocks noChangeAspect="1"/>
            </p:cNvGraphicFramePr>
            <p:nvPr>
              <p:extLst/>
            </p:nvPr>
          </p:nvGraphicFramePr>
          <p:xfrm>
            <a:off x="12820712" y="261090"/>
            <a:ext cx="12049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8" name="AxMath" r:id="rId23" imgW="839160" imgH="279000" progId="Equation.AxMath">
                    <p:embed/>
                  </p:oleObj>
                </mc:Choice>
                <mc:Fallback>
                  <p:oleObj name="AxMath" r:id="rId23" imgW="839160" imgH="279000" progId="Equation.AxMath">
                    <p:embed/>
                    <p:pic>
                      <p:nvPicPr>
                        <p:cNvPr id="82" name="对象 8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820712" y="261090"/>
                          <a:ext cx="12049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矩形 82"/>
            <p:cNvSpPr/>
            <p:nvPr/>
          </p:nvSpPr>
          <p:spPr>
            <a:xfrm>
              <a:off x="14717427" y="24971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4" name="对象 83"/>
            <p:cNvGraphicFramePr>
              <a:graphicFrameLocks noChangeAspect="1"/>
            </p:cNvGraphicFramePr>
            <p:nvPr>
              <p:extLst/>
            </p:nvPr>
          </p:nvGraphicFramePr>
          <p:xfrm>
            <a:off x="14811437" y="300777"/>
            <a:ext cx="11080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9" name="AxMath" r:id="rId25" imgW="773640" imgH="230400" progId="Equation.AxMath">
                    <p:embed/>
                  </p:oleObj>
                </mc:Choice>
                <mc:Fallback>
                  <p:oleObj name="AxMath" r:id="rId25" imgW="773640" imgH="230400" progId="Equation.AxMath">
                    <p:embed/>
                    <p:pic>
                      <p:nvPicPr>
                        <p:cNvPr id="84" name="对象 8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811437" y="300777"/>
                          <a:ext cx="1108075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矩形 84"/>
            <p:cNvSpPr/>
            <p:nvPr/>
          </p:nvSpPr>
          <p:spPr>
            <a:xfrm>
              <a:off x="14722852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>
              <p:extLst/>
            </p:nvPr>
          </p:nvGraphicFramePr>
          <p:xfrm>
            <a:off x="14727739" y="932575"/>
            <a:ext cx="1237790" cy="292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0" name="AxMath" r:id="rId27" imgW="1183680" imgH="279000" progId="Equation.AxMath">
                    <p:embed/>
                  </p:oleObj>
                </mc:Choice>
                <mc:Fallback>
                  <p:oleObj name="AxMath" r:id="rId27" imgW="1183680" imgH="279000" progId="Equation.AxMath">
                    <p:embed/>
                    <p:pic>
                      <p:nvPicPr>
                        <p:cNvPr id="86" name="对象 8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727739" y="932575"/>
                          <a:ext cx="1237790" cy="2921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矩形 86"/>
            <p:cNvSpPr/>
            <p:nvPr/>
          </p:nvSpPr>
          <p:spPr>
            <a:xfrm>
              <a:off x="1471742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8" name="对象 87"/>
            <p:cNvGraphicFramePr>
              <a:graphicFrameLocks noChangeAspect="1"/>
            </p:cNvGraphicFramePr>
            <p:nvPr>
              <p:extLst/>
            </p:nvPr>
          </p:nvGraphicFramePr>
          <p:xfrm>
            <a:off x="14727738" y="1546953"/>
            <a:ext cx="1219708" cy="2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1" name="AxMath" r:id="rId29" imgW="1183680" imgH="279000" progId="Equation.AxMath">
                    <p:embed/>
                  </p:oleObj>
                </mc:Choice>
                <mc:Fallback>
                  <p:oleObj name="AxMath" r:id="rId29" imgW="1183680" imgH="279000" progId="Equation.AxMath">
                    <p:embed/>
                    <p:pic>
                      <p:nvPicPr>
                        <p:cNvPr id="88" name="对象 8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4727738" y="1546953"/>
                          <a:ext cx="1219708" cy="2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矩形 88"/>
            <p:cNvSpPr/>
            <p:nvPr/>
          </p:nvSpPr>
          <p:spPr>
            <a:xfrm>
              <a:off x="12769478" y="856859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0" name="对象 89"/>
            <p:cNvGraphicFramePr>
              <a:graphicFrameLocks noChangeAspect="1"/>
            </p:cNvGraphicFramePr>
            <p:nvPr>
              <p:extLst/>
            </p:nvPr>
          </p:nvGraphicFramePr>
          <p:xfrm>
            <a:off x="12966762" y="872277"/>
            <a:ext cx="903287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2" name="AxMath" r:id="rId31" imgW="630720" imgH="279000" progId="Equation.AxMath">
                    <p:embed/>
                  </p:oleObj>
                </mc:Choice>
                <mc:Fallback>
                  <p:oleObj name="AxMath" r:id="rId31" imgW="630720" imgH="279000" progId="Equation.AxMath">
                    <p:embed/>
                    <p:pic>
                      <p:nvPicPr>
                        <p:cNvPr id="90" name="对象 89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966762" y="872277"/>
                          <a:ext cx="903287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矩形 90"/>
            <p:cNvSpPr/>
            <p:nvPr/>
          </p:nvSpPr>
          <p:spPr>
            <a:xfrm>
              <a:off x="9992797" y="853453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2" name="对象 91"/>
            <p:cNvGraphicFramePr>
              <a:graphicFrameLocks noChangeAspect="1"/>
            </p:cNvGraphicFramePr>
            <p:nvPr>
              <p:extLst/>
            </p:nvPr>
          </p:nvGraphicFramePr>
          <p:xfrm>
            <a:off x="10202924" y="869102"/>
            <a:ext cx="8731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3" name="AxMath" r:id="rId33" imgW="606240" imgH="279000" progId="Equation.AxMath">
                    <p:embed/>
                  </p:oleObj>
                </mc:Choice>
                <mc:Fallback>
                  <p:oleObj name="AxMath" r:id="rId33" imgW="606240" imgH="279000" progId="Equation.AxMath">
                    <p:embed/>
                    <p:pic>
                      <p:nvPicPr>
                        <p:cNvPr id="92" name="对象 91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0202924" y="869102"/>
                          <a:ext cx="8731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矩形 92"/>
            <p:cNvSpPr/>
            <p:nvPr/>
          </p:nvSpPr>
          <p:spPr>
            <a:xfrm>
              <a:off x="11384140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4" name="对象 93"/>
            <p:cNvGraphicFramePr>
              <a:graphicFrameLocks noChangeAspect="1"/>
            </p:cNvGraphicFramePr>
            <p:nvPr>
              <p:extLst/>
            </p:nvPr>
          </p:nvGraphicFramePr>
          <p:xfrm>
            <a:off x="11596749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4" name="AxMath" r:id="rId35" imgW="604080" imgH="279000" progId="Equation.AxMath">
                    <p:embed/>
                  </p:oleObj>
                </mc:Choice>
                <mc:Fallback>
                  <p:oleObj name="AxMath" r:id="rId35" imgW="604080" imgH="279000" progId="Equation.AxMath">
                    <p:embed/>
                    <p:pic>
                      <p:nvPicPr>
                        <p:cNvPr id="94" name="对象 93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1596749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矩形 94"/>
            <p:cNvSpPr/>
            <p:nvPr/>
          </p:nvSpPr>
          <p:spPr>
            <a:xfrm>
              <a:off x="999279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6" name="对象 95"/>
            <p:cNvGraphicFramePr>
              <a:graphicFrameLocks noChangeAspect="1"/>
            </p:cNvGraphicFramePr>
            <p:nvPr>
              <p:extLst/>
            </p:nvPr>
          </p:nvGraphicFramePr>
          <p:xfrm>
            <a:off x="10207687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5" name="AxMath" r:id="rId37" imgW="606240" imgH="279000" progId="Equation.AxMath">
                    <p:embed/>
                  </p:oleObj>
                </mc:Choice>
                <mc:Fallback>
                  <p:oleObj name="AxMath" r:id="rId37" imgW="606240" imgH="279000" progId="Equation.AxMath">
                    <p:embed/>
                    <p:pic>
                      <p:nvPicPr>
                        <p:cNvPr id="96" name="对象 9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0207687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矩形 96"/>
            <p:cNvSpPr/>
            <p:nvPr/>
          </p:nvSpPr>
          <p:spPr>
            <a:xfrm>
              <a:off x="12782337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8" name="对象 97"/>
            <p:cNvGraphicFramePr>
              <a:graphicFrameLocks noChangeAspect="1"/>
            </p:cNvGraphicFramePr>
            <p:nvPr>
              <p:extLst/>
            </p:nvPr>
          </p:nvGraphicFramePr>
          <p:xfrm>
            <a:off x="12973112" y="2559790"/>
            <a:ext cx="9144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6" name="AxMath" r:id="rId39" imgW="637920" imgH="279000" progId="Equation.AxMath">
                    <p:embed/>
                  </p:oleObj>
                </mc:Choice>
                <mc:Fallback>
                  <p:oleObj name="AxMath" r:id="rId39" imgW="637920" imgH="279000" progId="Equation.AxMath">
                    <p:embed/>
                    <p:pic>
                      <p:nvPicPr>
                        <p:cNvPr id="98" name="对象 97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2973112" y="2559790"/>
                          <a:ext cx="9144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矩形 98"/>
            <p:cNvSpPr/>
            <p:nvPr/>
          </p:nvSpPr>
          <p:spPr>
            <a:xfrm>
              <a:off x="11375613" y="2540397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0" name="对象 99"/>
            <p:cNvGraphicFramePr>
              <a:graphicFrameLocks noChangeAspect="1"/>
            </p:cNvGraphicFramePr>
            <p:nvPr>
              <p:extLst/>
            </p:nvPr>
          </p:nvGraphicFramePr>
          <p:xfrm>
            <a:off x="11568174" y="2556615"/>
            <a:ext cx="91122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7" name="AxMath" r:id="rId41" imgW="636480" imgH="279000" progId="Equation.AxMath">
                    <p:embed/>
                  </p:oleObj>
                </mc:Choice>
                <mc:Fallback>
                  <p:oleObj name="AxMath" r:id="rId41" imgW="636480" imgH="279000" progId="Equation.AxMath">
                    <p:embed/>
                    <p:pic>
                      <p:nvPicPr>
                        <p:cNvPr id="100" name="对象 99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1568174" y="2556615"/>
                          <a:ext cx="91122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矩形 100"/>
            <p:cNvSpPr/>
            <p:nvPr/>
          </p:nvSpPr>
          <p:spPr>
            <a:xfrm>
              <a:off x="9990208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2" name="对象 101"/>
            <p:cNvGraphicFramePr>
              <a:graphicFrameLocks noChangeAspect="1"/>
            </p:cNvGraphicFramePr>
            <p:nvPr>
              <p:extLst/>
            </p:nvPr>
          </p:nvGraphicFramePr>
          <p:xfrm>
            <a:off x="10188637" y="25597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8" name="AxMath" r:id="rId43" imgW="629280" imgH="279000" progId="Equation.AxMath">
                    <p:embed/>
                  </p:oleObj>
                </mc:Choice>
                <mc:Fallback>
                  <p:oleObj name="AxMath" r:id="rId43" imgW="629280" imgH="279000" progId="Equation.AxMath">
                    <p:embed/>
                    <p:pic>
                      <p:nvPicPr>
                        <p:cNvPr id="102" name="对象 101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0188637" y="25597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圆角矩形 102"/>
            <p:cNvSpPr/>
            <p:nvPr/>
          </p:nvSpPr>
          <p:spPr>
            <a:xfrm>
              <a:off x="8709029" y="245012"/>
              <a:ext cx="1126057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0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8696127" y="856860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8696127" y="1468707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8696243" y="2544280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7" name="对象 106"/>
            <p:cNvGraphicFramePr>
              <a:graphicFrameLocks noChangeAspect="1"/>
            </p:cNvGraphicFramePr>
            <p:nvPr>
              <p:extLst/>
            </p:nvPr>
          </p:nvGraphicFramePr>
          <p:xfrm>
            <a:off x="14167978" y="298003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9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107" name="对象 10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7978" y="298003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" name="矩形 107"/>
            <p:cNvSpPr/>
            <p:nvPr/>
          </p:nvSpPr>
          <p:spPr>
            <a:xfrm>
              <a:off x="14717311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9" name="对象 108"/>
            <p:cNvGraphicFramePr>
              <a:graphicFrameLocks noChangeAspect="1"/>
            </p:cNvGraphicFramePr>
            <p:nvPr>
              <p:extLst/>
            </p:nvPr>
          </p:nvGraphicFramePr>
          <p:xfrm>
            <a:off x="15094012" y="3186852"/>
            <a:ext cx="511175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0" name="AxMath" r:id="rId45" imgW="385200" imgH="230400" progId="Equation.AxMath">
                    <p:embed/>
                  </p:oleObj>
                </mc:Choice>
                <mc:Fallback>
                  <p:oleObj name="AxMath" r:id="rId45" imgW="385200" imgH="230400" progId="Equation.AxMath">
                    <p:embed/>
                    <p:pic>
                      <p:nvPicPr>
                        <p:cNvPr id="109" name="对象 108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5094012" y="3186852"/>
                          <a:ext cx="511175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矩形 109"/>
            <p:cNvSpPr/>
            <p:nvPr/>
          </p:nvSpPr>
          <p:spPr>
            <a:xfrm>
              <a:off x="12782221" y="3128154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1" name="对象 110"/>
            <p:cNvGraphicFramePr>
              <a:graphicFrameLocks noChangeAspect="1"/>
            </p:cNvGraphicFramePr>
            <p:nvPr>
              <p:extLst/>
            </p:nvPr>
          </p:nvGraphicFramePr>
          <p:xfrm>
            <a:off x="12977874" y="3143990"/>
            <a:ext cx="903288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1" name="AxMath" r:id="rId47" imgW="630720" imgH="279000" progId="Equation.AxMath">
                    <p:embed/>
                  </p:oleObj>
                </mc:Choice>
                <mc:Fallback>
                  <p:oleObj name="AxMath" r:id="rId47" imgW="630720" imgH="279000" progId="Equation.AxMath">
                    <p:embed/>
                    <p:pic>
                      <p:nvPicPr>
                        <p:cNvPr id="111" name="对象 110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12977874" y="3143990"/>
                          <a:ext cx="903288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" name="矩形 111"/>
            <p:cNvSpPr/>
            <p:nvPr/>
          </p:nvSpPr>
          <p:spPr>
            <a:xfrm>
              <a:off x="11375497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3" name="对象 112"/>
            <p:cNvGraphicFramePr>
              <a:graphicFrameLocks noChangeAspect="1"/>
            </p:cNvGraphicFramePr>
            <p:nvPr>
              <p:extLst/>
            </p:nvPr>
          </p:nvGraphicFramePr>
          <p:xfrm>
            <a:off x="11572937" y="3140815"/>
            <a:ext cx="9001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2" name="AxMath" r:id="rId49" imgW="629280" imgH="279000" progId="Equation.AxMath">
                    <p:embed/>
                  </p:oleObj>
                </mc:Choice>
                <mc:Fallback>
                  <p:oleObj name="AxMath" r:id="rId49" imgW="629280" imgH="279000" progId="Equation.AxMath">
                    <p:embed/>
                    <p:pic>
                      <p:nvPicPr>
                        <p:cNvPr id="113" name="对象 112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11572937" y="3140815"/>
                          <a:ext cx="9001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矩形 113"/>
            <p:cNvSpPr/>
            <p:nvPr/>
          </p:nvSpPr>
          <p:spPr>
            <a:xfrm>
              <a:off x="9990092" y="3128154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5" name="对象 114"/>
            <p:cNvGraphicFramePr>
              <a:graphicFrameLocks noChangeAspect="1"/>
            </p:cNvGraphicFramePr>
            <p:nvPr>
              <p:extLst/>
            </p:nvPr>
          </p:nvGraphicFramePr>
          <p:xfrm>
            <a:off x="10193283" y="3143665"/>
            <a:ext cx="8890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3" name="AxMath" r:id="rId51" imgW="622080" imgH="279000" progId="Equation.AxMath">
                    <p:embed/>
                  </p:oleObj>
                </mc:Choice>
                <mc:Fallback>
                  <p:oleObj name="AxMath" r:id="rId51" imgW="622080" imgH="279000" progId="Equation.AxMath">
                    <p:embed/>
                    <p:pic>
                      <p:nvPicPr>
                        <p:cNvPr id="115" name="对象 114"/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10193283" y="3143665"/>
                          <a:ext cx="8890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" name="圆角矩形 115"/>
            <p:cNvSpPr/>
            <p:nvPr/>
          </p:nvSpPr>
          <p:spPr>
            <a:xfrm>
              <a:off x="8696127" y="3128155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1" name="右箭头 230"/>
          <p:cNvSpPr/>
          <p:nvPr/>
        </p:nvSpPr>
        <p:spPr>
          <a:xfrm rot="10800000">
            <a:off x="7467008" y="6797459"/>
            <a:ext cx="677465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10035837" y="5324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矩形 117"/>
          <p:cNvSpPr/>
          <p:nvPr/>
        </p:nvSpPr>
        <p:spPr>
          <a:xfrm>
            <a:off x="11424062" y="5324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871909"/>
              </p:ext>
            </p:extLst>
          </p:nvPr>
        </p:nvGraphicFramePr>
        <p:xfrm>
          <a:off x="14210903" y="517614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4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517614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18831"/>
              </p:ext>
            </p:extLst>
          </p:nvPr>
        </p:nvGraphicFramePr>
        <p:xfrm>
          <a:off x="14210903" y="578798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5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20" name="对象 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578798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681286"/>
              </p:ext>
            </p:extLst>
          </p:nvPr>
        </p:nvGraphicFramePr>
        <p:xfrm>
          <a:off x="14210903" y="63998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6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63998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181151"/>
              </p:ext>
            </p:extLst>
          </p:nvPr>
        </p:nvGraphicFramePr>
        <p:xfrm>
          <a:off x="14210903" y="747540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7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22" name="对象 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747540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181431"/>
              </p:ext>
            </p:extLst>
          </p:nvPr>
        </p:nvGraphicFramePr>
        <p:xfrm>
          <a:off x="11802291" y="694576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02291" y="694576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29023"/>
              </p:ext>
            </p:extLst>
          </p:nvPr>
        </p:nvGraphicFramePr>
        <p:xfrm>
          <a:off x="10424457" y="695041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9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24" name="对象 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24457" y="695041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738190"/>
              </p:ext>
            </p:extLst>
          </p:nvPr>
        </p:nvGraphicFramePr>
        <p:xfrm>
          <a:off x="13193633" y="694576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0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25" name="对象 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93633" y="694576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775891"/>
              </p:ext>
            </p:extLst>
          </p:nvPr>
        </p:nvGraphicFramePr>
        <p:xfrm>
          <a:off x="15210508" y="695044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1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26" name="对象 1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10508" y="695044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431498"/>
              </p:ext>
            </p:extLst>
          </p:nvPr>
        </p:nvGraphicFramePr>
        <p:xfrm>
          <a:off x="10267958" y="535621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2" name="AxMath" r:id="rId53" imgW="622080" imgH="279000" progId="Equation.AxMath">
                  <p:embed/>
                </p:oleObj>
              </mc:Choice>
              <mc:Fallback>
                <p:oleObj name="AxMath" r:id="rId53" imgW="622080" imgH="2790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0267958" y="535621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11424062" y="593611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32093"/>
              </p:ext>
            </p:extLst>
          </p:nvPr>
        </p:nvGraphicFramePr>
        <p:xfrm>
          <a:off x="11650671" y="596740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3" name="AxMath" r:id="rId55" imgW="629280" imgH="279000" progId="Equation.AxMath">
                  <p:embed/>
                </p:oleObj>
              </mc:Choice>
              <mc:Fallback>
                <p:oleObj name="AxMath" r:id="rId55" imgW="629280" imgH="2790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1650671" y="596740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12819042" y="654795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168129"/>
              </p:ext>
            </p:extLst>
          </p:nvPr>
        </p:nvGraphicFramePr>
        <p:xfrm>
          <a:off x="13044496" y="658017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4" name="AxMath" r:id="rId57" imgW="630720" imgH="279000" progId="Equation.AxMath">
                  <p:embed/>
                </p:oleObj>
              </mc:Choice>
              <mc:Fallback>
                <p:oleObj name="AxMath" r:id="rId57" imgW="6307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3044496" y="658017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14760236" y="761964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582968"/>
              </p:ext>
            </p:extLst>
          </p:nvPr>
        </p:nvGraphicFramePr>
        <p:xfrm>
          <a:off x="14970133" y="765015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5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970133" y="765015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524310"/>
              </p:ext>
            </p:extLst>
          </p:nvPr>
        </p:nvGraphicFramePr>
        <p:xfrm>
          <a:off x="11622096" y="534034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6" name="AxMath" r:id="rId59" imgW="629280" imgH="279000" progId="Equation.AxMath">
                  <p:embed/>
                </p:oleObj>
              </mc:Choice>
              <mc:Fallback>
                <p:oleObj name="AxMath" r:id="rId59" imgW="629280" imgH="279000" progId="Equation.AxMath">
                  <p:embed/>
                  <p:pic>
                    <p:nvPicPr>
                      <p:cNvPr id="134" name="对象 1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22096" y="534034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矩形 134"/>
          <p:cNvSpPr/>
          <p:nvPr/>
        </p:nvSpPr>
        <p:spPr>
          <a:xfrm>
            <a:off x="12819042" y="532426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6" name="对象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462417"/>
              </p:ext>
            </p:extLst>
          </p:nvPr>
        </p:nvGraphicFramePr>
        <p:xfrm>
          <a:off x="12863521" y="5340341"/>
          <a:ext cx="12049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7" name="AxMath" r:id="rId60" imgW="839160" imgH="279000" progId="Equation.AxMath">
                  <p:embed/>
                </p:oleObj>
              </mc:Choice>
              <mc:Fallback>
                <p:oleObj name="AxMath" r:id="rId60" imgW="839160" imgH="279000" progId="Equation.AxMath">
                  <p:embed/>
                  <p:pic>
                    <p:nvPicPr>
                      <p:cNvPr id="136" name="对象 13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863521" y="5340341"/>
                        <a:ext cx="12049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矩形 136"/>
          <p:cNvSpPr/>
          <p:nvPr/>
        </p:nvSpPr>
        <p:spPr>
          <a:xfrm>
            <a:off x="14760236" y="532896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8" name="对象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781676"/>
              </p:ext>
            </p:extLst>
          </p:nvPr>
        </p:nvGraphicFramePr>
        <p:xfrm>
          <a:off x="14854246" y="5380028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8" name="AxMath" r:id="rId61" imgW="773640" imgH="230400" progId="Equation.AxMath">
                  <p:embed/>
                </p:oleObj>
              </mc:Choice>
              <mc:Fallback>
                <p:oleObj name="AxMath" r:id="rId61" imgW="773640" imgH="230400" progId="Equation.AxMath">
                  <p:embed/>
                  <p:pic>
                    <p:nvPicPr>
                      <p:cNvPr id="138" name="对象 13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854246" y="5380028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/>
          <p:cNvSpPr/>
          <p:nvPr/>
        </p:nvSpPr>
        <p:spPr>
          <a:xfrm>
            <a:off x="14765661" y="593611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652535"/>
              </p:ext>
            </p:extLst>
          </p:nvPr>
        </p:nvGraphicFramePr>
        <p:xfrm>
          <a:off x="14770548" y="6011826"/>
          <a:ext cx="1237790" cy="29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" name="AxMath" r:id="rId62" imgW="1183680" imgH="279000" progId="Equation.AxMath">
                  <p:embed/>
                </p:oleObj>
              </mc:Choice>
              <mc:Fallback>
                <p:oleObj name="AxMath" r:id="rId62" imgW="1183680" imgH="279000" progId="Equation.AxMath">
                  <p:embed/>
                  <p:pic>
                    <p:nvPicPr>
                      <p:cNvPr id="140" name="对象 13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4770548" y="6011826"/>
                        <a:ext cx="1237790" cy="29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矩形 140"/>
          <p:cNvSpPr/>
          <p:nvPr/>
        </p:nvSpPr>
        <p:spPr>
          <a:xfrm>
            <a:off x="14760236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2" name="对象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714020"/>
              </p:ext>
            </p:extLst>
          </p:nvPr>
        </p:nvGraphicFramePr>
        <p:xfrm>
          <a:off x="14770547" y="6626204"/>
          <a:ext cx="1219708" cy="2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0" name="AxMath" r:id="rId63" imgW="1183680" imgH="279000" progId="Equation.AxMath">
                  <p:embed/>
                </p:oleObj>
              </mc:Choice>
              <mc:Fallback>
                <p:oleObj name="AxMath" r:id="rId63" imgW="1183680" imgH="279000" progId="Equation.AxMath">
                  <p:embed/>
                  <p:pic>
                    <p:nvPicPr>
                      <p:cNvPr id="142" name="对象 14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4770547" y="6626204"/>
                        <a:ext cx="1219708" cy="2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矩形 142"/>
          <p:cNvSpPr/>
          <p:nvPr/>
        </p:nvSpPr>
        <p:spPr>
          <a:xfrm>
            <a:off x="12812287" y="593611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309145"/>
              </p:ext>
            </p:extLst>
          </p:nvPr>
        </p:nvGraphicFramePr>
        <p:xfrm>
          <a:off x="13009571" y="595152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1" name="AxMath" r:id="rId64" imgW="630720" imgH="279000" progId="Equation.AxMath">
                  <p:embed/>
                </p:oleObj>
              </mc:Choice>
              <mc:Fallback>
                <p:oleObj name="AxMath" r:id="rId64" imgW="630720" imgH="279000" progId="Equation.AxMath">
                  <p:embed/>
                  <p:pic>
                    <p:nvPicPr>
                      <p:cNvPr id="144" name="对象 14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009571" y="595152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矩形 144"/>
          <p:cNvSpPr/>
          <p:nvPr/>
        </p:nvSpPr>
        <p:spPr>
          <a:xfrm>
            <a:off x="10035606" y="5932704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6" name="对象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798694"/>
              </p:ext>
            </p:extLst>
          </p:nvPr>
        </p:nvGraphicFramePr>
        <p:xfrm>
          <a:off x="10245733" y="5948353"/>
          <a:ext cx="873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2" name="AxMath" r:id="rId65" imgW="606240" imgH="279000" progId="Equation.AxMath">
                  <p:embed/>
                </p:oleObj>
              </mc:Choice>
              <mc:Fallback>
                <p:oleObj name="AxMath" r:id="rId65" imgW="606240" imgH="279000" progId="Equation.AxMath">
                  <p:embed/>
                  <p:pic>
                    <p:nvPicPr>
                      <p:cNvPr id="146" name="对象 1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245733" y="5948353"/>
                        <a:ext cx="873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矩形 146"/>
          <p:cNvSpPr/>
          <p:nvPr/>
        </p:nvSpPr>
        <p:spPr>
          <a:xfrm>
            <a:off x="11426949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8" name="对象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143263"/>
              </p:ext>
            </p:extLst>
          </p:nvPr>
        </p:nvGraphicFramePr>
        <p:xfrm>
          <a:off x="11639558" y="655954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3" name="AxMath" r:id="rId66" imgW="604080" imgH="279000" progId="Equation.AxMath">
                  <p:embed/>
                </p:oleObj>
              </mc:Choice>
              <mc:Fallback>
                <p:oleObj name="AxMath" r:id="rId66" imgW="604080" imgH="279000" progId="Equation.AxMath">
                  <p:embed/>
                  <p:pic>
                    <p:nvPicPr>
                      <p:cNvPr id="148" name="对象 14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639558" y="655954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矩形 148"/>
          <p:cNvSpPr/>
          <p:nvPr/>
        </p:nvSpPr>
        <p:spPr>
          <a:xfrm>
            <a:off x="10035606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0" name="对象 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92869"/>
              </p:ext>
            </p:extLst>
          </p:nvPr>
        </p:nvGraphicFramePr>
        <p:xfrm>
          <a:off x="10250496" y="655954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4" name="AxMath" r:id="rId67" imgW="606240" imgH="279000" progId="Equation.AxMath">
                  <p:embed/>
                </p:oleObj>
              </mc:Choice>
              <mc:Fallback>
                <p:oleObj name="AxMath" r:id="rId67" imgW="606240" imgH="279000" progId="Equation.AxMath">
                  <p:embed/>
                  <p:pic>
                    <p:nvPicPr>
                      <p:cNvPr id="150" name="对象 14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250496" y="655954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矩形 150"/>
          <p:cNvSpPr/>
          <p:nvPr/>
        </p:nvSpPr>
        <p:spPr>
          <a:xfrm>
            <a:off x="12825146" y="762353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2" name="对象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085850"/>
              </p:ext>
            </p:extLst>
          </p:nvPr>
        </p:nvGraphicFramePr>
        <p:xfrm>
          <a:off x="13015921" y="7639041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5" name="AxMath" r:id="rId68" imgW="637920" imgH="279000" progId="Equation.AxMath">
                  <p:embed/>
                </p:oleObj>
              </mc:Choice>
              <mc:Fallback>
                <p:oleObj name="AxMath" r:id="rId68" imgW="637920" imgH="279000" progId="Equation.AxMath">
                  <p:embed/>
                  <p:pic>
                    <p:nvPicPr>
                      <p:cNvPr id="152" name="对象 15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3015921" y="7639041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" name="矩形 152"/>
          <p:cNvSpPr/>
          <p:nvPr/>
        </p:nvSpPr>
        <p:spPr>
          <a:xfrm>
            <a:off x="11418422" y="76196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4" name="对象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594837"/>
              </p:ext>
            </p:extLst>
          </p:nvPr>
        </p:nvGraphicFramePr>
        <p:xfrm>
          <a:off x="11610983" y="7635866"/>
          <a:ext cx="911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6" name="AxMath" r:id="rId69" imgW="636480" imgH="279000" progId="Equation.AxMath">
                  <p:embed/>
                </p:oleObj>
              </mc:Choice>
              <mc:Fallback>
                <p:oleObj name="AxMath" r:id="rId69" imgW="636480" imgH="279000" progId="Equation.AxMath">
                  <p:embed/>
                  <p:pic>
                    <p:nvPicPr>
                      <p:cNvPr id="154" name="对象 15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1610983" y="7635866"/>
                        <a:ext cx="9112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矩形 154"/>
          <p:cNvSpPr/>
          <p:nvPr/>
        </p:nvSpPr>
        <p:spPr>
          <a:xfrm>
            <a:off x="10033017" y="762353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188139"/>
              </p:ext>
            </p:extLst>
          </p:nvPr>
        </p:nvGraphicFramePr>
        <p:xfrm>
          <a:off x="10231446" y="763904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7" name="AxMath" r:id="rId70" imgW="629280" imgH="279000" progId="Equation.AxMath">
                  <p:embed/>
                </p:oleObj>
              </mc:Choice>
              <mc:Fallback>
                <p:oleObj name="AxMath" r:id="rId70" imgW="629280" imgH="279000" progId="Equation.AxMath">
                  <p:embed/>
                  <p:pic>
                    <p:nvPicPr>
                      <p:cNvPr id="156" name="对象 15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231446" y="763904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圆角矩形 156"/>
          <p:cNvSpPr/>
          <p:nvPr/>
        </p:nvSpPr>
        <p:spPr>
          <a:xfrm>
            <a:off x="8751838" y="532426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8738936" y="593611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8738936" y="654795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8739052" y="762353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1" name="对象 1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82959"/>
              </p:ext>
            </p:extLst>
          </p:nvPr>
        </p:nvGraphicFramePr>
        <p:xfrm>
          <a:off x="14210787" y="80592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8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61" name="对象 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787" y="80592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161"/>
          <p:cNvSpPr/>
          <p:nvPr/>
        </p:nvSpPr>
        <p:spPr>
          <a:xfrm>
            <a:off x="14760120" y="820352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3" name="对象 1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85058"/>
              </p:ext>
            </p:extLst>
          </p:nvPr>
        </p:nvGraphicFramePr>
        <p:xfrm>
          <a:off x="14970133" y="8234353"/>
          <a:ext cx="8445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9" name="AxMath" r:id="rId71" imgW="637560" imgH="279000" progId="Equation.AxMath">
                  <p:embed/>
                </p:oleObj>
              </mc:Choice>
              <mc:Fallback>
                <p:oleObj name="AxMath" r:id="rId71" imgW="637560" imgH="279000" progId="Equation.AxMath">
                  <p:embed/>
                  <p:pic>
                    <p:nvPicPr>
                      <p:cNvPr id="163" name="对象 1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970133" y="8234353"/>
                        <a:ext cx="8445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" name="矩形 163"/>
          <p:cNvSpPr/>
          <p:nvPr/>
        </p:nvSpPr>
        <p:spPr>
          <a:xfrm>
            <a:off x="12825030" y="82074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5" name="对象 1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729494"/>
              </p:ext>
            </p:extLst>
          </p:nvPr>
        </p:nvGraphicFramePr>
        <p:xfrm>
          <a:off x="13020683" y="822324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0" name="AxMath" r:id="rId72" imgW="630720" imgH="279000" progId="Equation.AxMath">
                  <p:embed/>
                </p:oleObj>
              </mc:Choice>
              <mc:Fallback>
                <p:oleObj name="AxMath" r:id="rId72" imgW="630720" imgH="279000" progId="Equation.AxMath">
                  <p:embed/>
                  <p:pic>
                    <p:nvPicPr>
                      <p:cNvPr id="165" name="对象 16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3020683" y="822324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矩形 165"/>
          <p:cNvSpPr/>
          <p:nvPr/>
        </p:nvSpPr>
        <p:spPr>
          <a:xfrm>
            <a:off x="11418306" y="820352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7" name="对象 1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358654"/>
              </p:ext>
            </p:extLst>
          </p:nvPr>
        </p:nvGraphicFramePr>
        <p:xfrm>
          <a:off x="11615746" y="822006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1" name="AxMath" r:id="rId73" imgW="629280" imgH="279000" progId="Equation.AxMath">
                  <p:embed/>
                </p:oleObj>
              </mc:Choice>
              <mc:Fallback>
                <p:oleObj name="AxMath" r:id="rId73" imgW="629280" imgH="279000" progId="Equation.AxMath">
                  <p:embed/>
                  <p:pic>
                    <p:nvPicPr>
                      <p:cNvPr id="167" name="对象 16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1615746" y="822006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矩形 167"/>
          <p:cNvSpPr/>
          <p:nvPr/>
        </p:nvSpPr>
        <p:spPr>
          <a:xfrm>
            <a:off x="10032901" y="820740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9" name="对象 1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860683"/>
              </p:ext>
            </p:extLst>
          </p:nvPr>
        </p:nvGraphicFramePr>
        <p:xfrm>
          <a:off x="10236092" y="822291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2" name="AxMath" r:id="rId74" imgW="622080" imgH="279000" progId="Equation.AxMath">
                  <p:embed/>
                </p:oleObj>
              </mc:Choice>
              <mc:Fallback>
                <p:oleObj name="AxMath" r:id="rId74" imgW="622080" imgH="279000" progId="Equation.AxMath">
                  <p:embed/>
                  <p:pic>
                    <p:nvPicPr>
                      <p:cNvPr id="169" name="对象 16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236092" y="822291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" name="圆角矩形 169"/>
          <p:cNvSpPr/>
          <p:nvPr/>
        </p:nvSpPr>
        <p:spPr>
          <a:xfrm>
            <a:off x="8738936" y="820740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1" name="直接箭头连接符 170"/>
          <p:cNvCxnSpPr/>
          <p:nvPr/>
        </p:nvCxnSpPr>
        <p:spPr>
          <a:xfrm flipH="1">
            <a:off x="11163108" y="851819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连接符 171"/>
          <p:cNvCxnSpPr/>
          <p:nvPr/>
        </p:nvCxnSpPr>
        <p:spPr>
          <a:xfrm flipV="1">
            <a:off x="11163107" y="5004747"/>
            <a:ext cx="5040773" cy="3945717"/>
          </a:xfrm>
          <a:prstGeom prst="bentConnector3">
            <a:avLst>
              <a:gd name="adj1" fmla="val 10178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肘形连接符 172"/>
          <p:cNvCxnSpPr/>
          <p:nvPr/>
        </p:nvCxnSpPr>
        <p:spPr>
          <a:xfrm rot="10800000" flipV="1">
            <a:off x="11125092" y="5002424"/>
            <a:ext cx="5151920" cy="505872"/>
          </a:xfrm>
          <a:prstGeom prst="bentConnector3">
            <a:avLst>
              <a:gd name="adj1" fmla="val 1000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 flipH="1">
            <a:off x="12522207" y="5654383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>
            <a:off x="13930320" y="6256020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/>
        </p:nvCxnSpPr>
        <p:spPr>
          <a:xfrm flipH="1">
            <a:off x="15861386" y="7951851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右箭头 231"/>
          <p:cNvSpPr/>
          <p:nvPr/>
        </p:nvSpPr>
        <p:spPr>
          <a:xfrm rot="5400000">
            <a:off x="12403980" y="4249295"/>
            <a:ext cx="609600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右箭头 235"/>
          <p:cNvSpPr/>
          <p:nvPr/>
        </p:nvSpPr>
        <p:spPr>
          <a:xfrm>
            <a:off x="7709012" y="1854758"/>
            <a:ext cx="677465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文本框 236"/>
          <p:cNvSpPr txBox="1"/>
          <p:nvPr/>
        </p:nvSpPr>
        <p:spPr>
          <a:xfrm>
            <a:off x="-3640317" y="1654651"/>
            <a:ext cx="2187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scatter-reduce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左大括号 237"/>
          <p:cNvSpPr/>
          <p:nvPr/>
        </p:nvSpPr>
        <p:spPr>
          <a:xfrm>
            <a:off x="-1301470" y="174625"/>
            <a:ext cx="806001" cy="3581872"/>
          </a:xfrm>
          <a:prstGeom prst="leftBrace">
            <a:avLst>
              <a:gd name="adj1" fmla="val 23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-3066546" y="6713905"/>
            <a:ext cx="1558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all-gather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左大括号 239"/>
          <p:cNvSpPr/>
          <p:nvPr/>
        </p:nvSpPr>
        <p:spPr>
          <a:xfrm>
            <a:off x="-1312386" y="5317812"/>
            <a:ext cx="816601" cy="3463527"/>
          </a:xfrm>
          <a:prstGeom prst="leftBrace">
            <a:avLst>
              <a:gd name="adj1" fmla="val 23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/>
          <p:cNvSpPr/>
          <p:nvPr/>
        </p:nvSpPr>
        <p:spPr>
          <a:xfrm>
            <a:off x="939192" y="53178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/>
          <p:cNvSpPr/>
          <p:nvPr/>
        </p:nvSpPr>
        <p:spPr>
          <a:xfrm>
            <a:off x="2327417" y="53178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9" name="对象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533541"/>
              </p:ext>
            </p:extLst>
          </p:nvPr>
        </p:nvGraphicFramePr>
        <p:xfrm>
          <a:off x="5114258" y="516969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3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79" name="对象 1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516969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对象 1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261668"/>
              </p:ext>
            </p:extLst>
          </p:nvPr>
        </p:nvGraphicFramePr>
        <p:xfrm>
          <a:off x="5114258" y="578153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4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80" name="对象 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578153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对象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39969"/>
              </p:ext>
            </p:extLst>
          </p:nvPr>
        </p:nvGraphicFramePr>
        <p:xfrm>
          <a:off x="5114258" y="63933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5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81" name="对象 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63933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对象 1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558653"/>
              </p:ext>
            </p:extLst>
          </p:nvPr>
        </p:nvGraphicFramePr>
        <p:xfrm>
          <a:off x="5114258" y="74689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82" name="对象 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74689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对象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990877"/>
              </p:ext>
            </p:extLst>
          </p:nvPr>
        </p:nvGraphicFramePr>
        <p:xfrm>
          <a:off x="2705646" y="69393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83" name="对象 1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05646" y="69393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839859"/>
              </p:ext>
            </p:extLst>
          </p:nvPr>
        </p:nvGraphicFramePr>
        <p:xfrm>
          <a:off x="1327812" y="694396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84" name="对象 1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27812" y="694396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591429"/>
              </p:ext>
            </p:extLst>
          </p:nvPr>
        </p:nvGraphicFramePr>
        <p:xfrm>
          <a:off x="4096988" y="69393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85" name="对象 18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96988" y="69393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对象 1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09625"/>
              </p:ext>
            </p:extLst>
          </p:nvPr>
        </p:nvGraphicFramePr>
        <p:xfrm>
          <a:off x="6113863" y="694399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86" name="对象 1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13863" y="694399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对象 1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061915"/>
              </p:ext>
            </p:extLst>
          </p:nvPr>
        </p:nvGraphicFramePr>
        <p:xfrm>
          <a:off x="1171313" y="534976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" name="AxMath" r:id="rId75" imgW="622080" imgH="279000" progId="Equation.AxMath">
                  <p:embed/>
                </p:oleObj>
              </mc:Choice>
              <mc:Fallback>
                <p:oleObj name="AxMath" r:id="rId75" imgW="622080" imgH="279000" progId="Equation.AxMath">
                  <p:embed/>
                  <p:pic>
                    <p:nvPicPr>
                      <p:cNvPr id="187" name="对象 18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171313" y="534976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矩形 187"/>
          <p:cNvSpPr/>
          <p:nvPr/>
        </p:nvSpPr>
        <p:spPr>
          <a:xfrm>
            <a:off x="2327417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9" name="对象 1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028481"/>
              </p:ext>
            </p:extLst>
          </p:nvPr>
        </p:nvGraphicFramePr>
        <p:xfrm>
          <a:off x="2554026" y="596095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" name="AxMath" r:id="rId76" imgW="629280" imgH="279000" progId="Equation.AxMath">
                  <p:embed/>
                </p:oleObj>
              </mc:Choice>
              <mc:Fallback>
                <p:oleObj name="AxMath" r:id="rId76" imgW="629280" imgH="279000" progId="Equation.AxMath">
                  <p:embed/>
                  <p:pic>
                    <p:nvPicPr>
                      <p:cNvPr id="189" name="对象 18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554026" y="596095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" name="矩形 189"/>
          <p:cNvSpPr/>
          <p:nvPr/>
        </p:nvSpPr>
        <p:spPr>
          <a:xfrm>
            <a:off x="3722397" y="654150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1" name="对象 1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696048"/>
              </p:ext>
            </p:extLst>
          </p:nvPr>
        </p:nvGraphicFramePr>
        <p:xfrm>
          <a:off x="3947851" y="657372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" name="AxMath" r:id="rId77" imgW="630720" imgH="279000" progId="Equation.AxMath">
                  <p:embed/>
                </p:oleObj>
              </mc:Choice>
              <mc:Fallback>
                <p:oleObj name="AxMath" r:id="rId77" imgW="630720" imgH="279000" progId="Equation.AxMath">
                  <p:embed/>
                  <p:pic>
                    <p:nvPicPr>
                      <p:cNvPr id="191" name="对象 190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947851" y="657372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" name="矩形 191"/>
          <p:cNvSpPr/>
          <p:nvPr/>
        </p:nvSpPr>
        <p:spPr>
          <a:xfrm>
            <a:off x="5663591" y="76131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3" name="对象 1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771586"/>
              </p:ext>
            </p:extLst>
          </p:nvPr>
        </p:nvGraphicFramePr>
        <p:xfrm>
          <a:off x="5873488" y="764370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93" name="对象 19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73488" y="764370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930964"/>
              </p:ext>
            </p:extLst>
          </p:nvPr>
        </p:nvGraphicFramePr>
        <p:xfrm>
          <a:off x="2525451" y="533389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5" name="AxMath" r:id="rId59" imgW="629280" imgH="279000" progId="Equation.AxMath">
                  <p:embed/>
                </p:oleObj>
              </mc:Choice>
              <mc:Fallback>
                <p:oleObj name="AxMath" r:id="rId59" imgW="629280" imgH="279000" progId="Equation.AxMath">
                  <p:embed/>
                  <p:pic>
                    <p:nvPicPr>
                      <p:cNvPr id="194" name="对象 19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25451" y="533389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矩形 194"/>
          <p:cNvSpPr/>
          <p:nvPr/>
        </p:nvSpPr>
        <p:spPr>
          <a:xfrm>
            <a:off x="3722397" y="531781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6" name="对象 1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431353"/>
              </p:ext>
            </p:extLst>
          </p:nvPr>
        </p:nvGraphicFramePr>
        <p:xfrm>
          <a:off x="3916101" y="5333891"/>
          <a:ext cx="9048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" name="AxMath" r:id="rId78" imgW="630720" imgH="279000" progId="Equation.AxMath">
                  <p:embed/>
                </p:oleObj>
              </mc:Choice>
              <mc:Fallback>
                <p:oleObj name="AxMath" r:id="rId78" imgW="630720" imgH="279000" progId="Equation.AxMath">
                  <p:embed/>
                  <p:pic>
                    <p:nvPicPr>
                      <p:cNvPr id="196" name="对象 195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3916101" y="5333891"/>
                        <a:ext cx="9048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矩形 196"/>
          <p:cNvSpPr/>
          <p:nvPr/>
        </p:nvSpPr>
        <p:spPr>
          <a:xfrm>
            <a:off x="3715642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8" name="对象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059049"/>
              </p:ext>
            </p:extLst>
          </p:nvPr>
        </p:nvGraphicFramePr>
        <p:xfrm>
          <a:off x="3912926" y="594507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" name="AxMath" r:id="rId64" imgW="630720" imgH="279000" progId="Equation.AxMath">
                  <p:embed/>
                </p:oleObj>
              </mc:Choice>
              <mc:Fallback>
                <p:oleObj name="AxMath" r:id="rId64" imgW="630720" imgH="279000" progId="Equation.AxMath">
                  <p:embed/>
                  <p:pic>
                    <p:nvPicPr>
                      <p:cNvPr id="198" name="对象 19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912926" y="594507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矩形 198"/>
          <p:cNvSpPr/>
          <p:nvPr/>
        </p:nvSpPr>
        <p:spPr>
          <a:xfrm>
            <a:off x="938961" y="5926254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0" name="对象 1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973919"/>
              </p:ext>
            </p:extLst>
          </p:nvPr>
        </p:nvGraphicFramePr>
        <p:xfrm>
          <a:off x="1137976" y="5941903"/>
          <a:ext cx="896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8" name="AxMath" r:id="rId80" imgW="622080" imgH="279000" progId="Equation.AxMath">
                  <p:embed/>
                </p:oleObj>
              </mc:Choice>
              <mc:Fallback>
                <p:oleObj name="AxMath" r:id="rId80" imgW="622080" imgH="279000" progId="Equation.AxMath">
                  <p:embed/>
                  <p:pic>
                    <p:nvPicPr>
                      <p:cNvPr id="200" name="对象 199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137976" y="5941903"/>
                        <a:ext cx="89693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" name="矩形 200"/>
          <p:cNvSpPr/>
          <p:nvPr/>
        </p:nvSpPr>
        <p:spPr>
          <a:xfrm>
            <a:off x="2330304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2" name="对象 2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58343"/>
              </p:ext>
            </p:extLst>
          </p:nvPr>
        </p:nvGraphicFramePr>
        <p:xfrm>
          <a:off x="2527038" y="6553091"/>
          <a:ext cx="9001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" name="AxMath" r:id="rId82" imgW="629280" imgH="279000" progId="Equation.AxMath">
                  <p:embed/>
                </p:oleObj>
              </mc:Choice>
              <mc:Fallback>
                <p:oleObj name="AxMath" r:id="rId82" imgW="629280" imgH="279000" progId="Equation.AxMath">
                  <p:embed/>
                  <p:pic>
                    <p:nvPicPr>
                      <p:cNvPr id="202" name="对象 201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2527038" y="6553091"/>
                        <a:ext cx="9001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矩形 202"/>
          <p:cNvSpPr/>
          <p:nvPr/>
        </p:nvSpPr>
        <p:spPr>
          <a:xfrm>
            <a:off x="938961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4" name="对象 2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49698"/>
              </p:ext>
            </p:extLst>
          </p:nvPr>
        </p:nvGraphicFramePr>
        <p:xfrm>
          <a:off x="1142738" y="6553091"/>
          <a:ext cx="8905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0" name="AxMath" r:id="rId84" imgW="622080" imgH="279000" progId="Equation.AxMath">
                  <p:embed/>
                </p:oleObj>
              </mc:Choice>
              <mc:Fallback>
                <p:oleObj name="AxMath" r:id="rId84" imgW="622080" imgH="279000" progId="Equation.AxMath">
                  <p:embed/>
                  <p:pic>
                    <p:nvPicPr>
                      <p:cNvPr id="204" name="对象 203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142738" y="6553091"/>
                        <a:ext cx="8905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矩形 204"/>
          <p:cNvSpPr/>
          <p:nvPr/>
        </p:nvSpPr>
        <p:spPr>
          <a:xfrm>
            <a:off x="3728501" y="76170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6" name="对象 2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27402"/>
              </p:ext>
            </p:extLst>
          </p:nvPr>
        </p:nvGraphicFramePr>
        <p:xfrm>
          <a:off x="3924038" y="7632591"/>
          <a:ext cx="9032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1" name="AxMath" r:id="rId85" imgW="630720" imgH="279000" progId="Equation.AxMath">
                  <p:embed/>
                </p:oleObj>
              </mc:Choice>
              <mc:Fallback>
                <p:oleObj name="AxMath" r:id="rId85" imgW="630720" imgH="279000" progId="Equation.AxMath">
                  <p:embed/>
                  <p:pic>
                    <p:nvPicPr>
                      <p:cNvPr id="206" name="对象 205"/>
                      <p:cNvPicPr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3924038" y="7632591"/>
                        <a:ext cx="90328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" name="矩形 206"/>
          <p:cNvSpPr/>
          <p:nvPr/>
        </p:nvSpPr>
        <p:spPr>
          <a:xfrm>
            <a:off x="2321777" y="76131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8" name="对象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380808"/>
              </p:ext>
            </p:extLst>
          </p:nvPr>
        </p:nvGraphicFramePr>
        <p:xfrm>
          <a:off x="2520688" y="7629416"/>
          <a:ext cx="8985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" name="AxMath" r:id="rId87" imgW="629280" imgH="279000" progId="Equation.AxMath">
                  <p:embed/>
                </p:oleObj>
              </mc:Choice>
              <mc:Fallback>
                <p:oleObj name="AxMath" r:id="rId87" imgW="629280" imgH="279000" progId="Equation.AxMath">
                  <p:embed/>
                  <p:pic>
                    <p:nvPicPr>
                      <p:cNvPr id="208" name="对象 207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520688" y="7629416"/>
                        <a:ext cx="8985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矩形 208"/>
          <p:cNvSpPr/>
          <p:nvPr/>
        </p:nvSpPr>
        <p:spPr>
          <a:xfrm>
            <a:off x="936372" y="76170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0" name="对象 2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190175"/>
              </p:ext>
            </p:extLst>
          </p:nvPr>
        </p:nvGraphicFramePr>
        <p:xfrm>
          <a:off x="1137976" y="7632591"/>
          <a:ext cx="8905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" name="AxMath" r:id="rId89" imgW="622080" imgH="279000" progId="Equation.AxMath">
                  <p:embed/>
                </p:oleObj>
              </mc:Choice>
              <mc:Fallback>
                <p:oleObj name="AxMath" r:id="rId89" imgW="622080" imgH="279000" progId="Equation.AxMath">
                  <p:embed/>
                  <p:pic>
                    <p:nvPicPr>
                      <p:cNvPr id="210" name="对象 209"/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1137976" y="7632591"/>
                        <a:ext cx="8905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圆角矩形 210"/>
          <p:cNvSpPr/>
          <p:nvPr/>
        </p:nvSpPr>
        <p:spPr>
          <a:xfrm>
            <a:off x="-344807" y="531781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-357709" y="592966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-357709" y="654150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-357593" y="761708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5" name="对象 2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530283"/>
              </p:ext>
            </p:extLst>
          </p:nvPr>
        </p:nvGraphicFramePr>
        <p:xfrm>
          <a:off x="5114142" y="805283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4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15" name="对象 2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142" y="805283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矩形 215"/>
          <p:cNvSpPr/>
          <p:nvPr/>
        </p:nvSpPr>
        <p:spPr>
          <a:xfrm>
            <a:off x="5663475" y="81970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7" name="矩形 216"/>
          <p:cNvSpPr/>
          <p:nvPr/>
        </p:nvSpPr>
        <p:spPr>
          <a:xfrm>
            <a:off x="3728385" y="82009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8" name="对象 2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19332"/>
              </p:ext>
            </p:extLst>
          </p:nvPr>
        </p:nvGraphicFramePr>
        <p:xfrm>
          <a:off x="3924038" y="821679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5" name="AxMath" r:id="rId91" imgW="630720" imgH="279000" progId="Equation.AxMath">
                  <p:embed/>
                </p:oleObj>
              </mc:Choice>
              <mc:Fallback>
                <p:oleObj name="AxMath" r:id="rId91" imgW="630720" imgH="279000" progId="Equation.AxMath">
                  <p:embed/>
                  <p:pic>
                    <p:nvPicPr>
                      <p:cNvPr id="218" name="对象 217"/>
                      <p:cNvPicPr/>
                      <p:nvPr/>
                    </p:nvPicPr>
                    <p:blipFill>
                      <a:blip r:embed="rId92"/>
                      <a:stretch>
                        <a:fillRect/>
                      </a:stretch>
                    </p:blipFill>
                    <p:spPr>
                      <a:xfrm>
                        <a:off x="3924038" y="821679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" name="矩形 218"/>
          <p:cNvSpPr/>
          <p:nvPr/>
        </p:nvSpPr>
        <p:spPr>
          <a:xfrm>
            <a:off x="2321661" y="81970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0" name="对象 2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242973"/>
              </p:ext>
            </p:extLst>
          </p:nvPr>
        </p:nvGraphicFramePr>
        <p:xfrm>
          <a:off x="2519101" y="821361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6" name="AxMath" r:id="rId93" imgW="629280" imgH="279000" progId="Equation.AxMath">
                  <p:embed/>
                </p:oleObj>
              </mc:Choice>
              <mc:Fallback>
                <p:oleObj name="AxMath" r:id="rId93" imgW="629280" imgH="279000" progId="Equation.AxMath">
                  <p:embed/>
                  <p:pic>
                    <p:nvPicPr>
                      <p:cNvPr id="220" name="对象 219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519101" y="821361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" name="矩形 220"/>
          <p:cNvSpPr/>
          <p:nvPr/>
        </p:nvSpPr>
        <p:spPr>
          <a:xfrm>
            <a:off x="936256" y="82009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2" name="对象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461991"/>
              </p:ext>
            </p:extLst>
          </p:nvPr>
        </p:nvGraphicFramePr>
        <p:xfrm>
          <a:off x="1139447" y="821646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7" name="AxMath" r:id="rId74" imgW="622080" imgH="279000" progId="Equation.AxMath">
                  <p:embed/>
                </p:oleObj>
              </mc:Choice>
              <mc:Fallback>
                <p:oleObj name="AxMath" r:id="rId74" imgW="622080" imgH="279000" progId="Equation.AxMath">
                  <p:embed/>
                  <p:pic>
                    <p:nvPicPr>
                      <p:cNvPr id="222" name="对象 22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139447" y="821646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圆角矩形 222"/>
          <p:cNvSpPr/>
          <p:nvPr/>
        </p:nvSpPr>
        <p:spPr>
          <a:xfrm>
            <a:off x="-357709" y="820095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4" name="对象 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91092"/>
              </p:ext>
            </p:extLst>
          </p:nvPr>
        </p:nvGraphicFramePr>
        <p:xfrm>
          <a:off x="5871900" y="8230380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224" name="对象 2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71900" y="8230380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 224"/>
          <p:cNvSpPr/>
          <p:nvPr/>
        </p:nvSpPr>
        <p:spPr>
          <a:xfrm>
            <a:off x="5663591" y="532251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6" name="对象 2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937193"/>
              </p:ext>
            </p:extLst>
          </p:nvPr>
        </p:nvGraphicFramePr>
        <p:xfrm>
          <a:off x="5854438" y="5338653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" name="AxMath" r:id="rId94" imgW="637560" imgH="279000" progId="Equation.AxMath">
                  <p:embed/>
                </p:oleObj>
              </mc:Choice>
              <mc:Fallback>
                <p:oleObj name="AxMath" r:id="rId94" imgW="637560" imgH="279000" progId="Equation.AxMath">
                  <p:embed/>
                  <p:pic>
                    <p:nvPicPr>
                      <p:cNvPr id="226" name="对象 225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5854438" y="5338653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" name="矩形 226"/>
          <p:cNvSpPr/>
          <p:nvPr/>
        </p:nvSpPr>
        <p:spPr>
          <a:xfrm>
            <a:off x="5669016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8" name="对象 2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331844"/>
              </p:ext>
            </p:extLst>
          </p:nvPr>
        </p:nvGraphicFramePr>
        <p:xfrm>
          <a:off x="5857613" y="5945078"/>
          <a:ext cx="9175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" name="AxMath" r:id="rId96" imgW="637560" imgH="279000" progId="Equation.AxMath">
                  <p:embed/>
                </p:oleObj>
              </mc:Choice>
              <mc:Fallback>
                <p:oleObj name="AxMath" r:id="rId96" imgW="637560" imgH="279000" progId="Equation.AxMath">
                  <p:embed/>
                  <p:pic>
                    <p:nvPicPr>
                      <p:cNvPr id="228" name="对象 227"/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5857613" y="5945078"/>
                        <a:ext cx="917575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" name="矩形 228"/>
          <p:cNvSpPr/>
          <p:nvPr/>
        </p:nvSpPr>
        <p:spPr>
          <a:xfrm>
            <a:off x="5663591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0" name="对象 2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58186"/>
              </p:ext>
            </p:extLst>
          </p:nvPr>
        </p:nvGraphicFramePr>
        <p:xfrm>
          <a:off x="5854438" y="6553091"/>
          <a:ext cx="9128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1" name="AxMath" r:id="rId98" imgW="637560" imgH="279000" progId="Equation.AxMath">
                  <p:embed/>
                </p:oleObj>
              </mc:Choice>
              <mc:Fallback>
                <p:oleObj name="AxMath" r:id="rId98" imgW="637560" imgH="279000" progId="Equation.AxMath">
                  <p:embed/>
                  <p:pic>
                    <p:nvPicPr>
                      <p:cNvPr id="230" name="对象 229"/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5854438" y="6553091"/>
                        <a:ext cx="9128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" name="圆角矩形 243"/>
          <p:cNvSpPr/>
          <p:nvPr/>
        </p:nvSpPr>
        <p:spPr>
          <a:xfrm>
            <a:off x="-334042" y="315858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949957" y="3158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6" name="矩形 245"/>
          <p:cNvSpPr/>
          <p:nvPr/>
        </p:nvSpPr>
        <p:spPr>
          <a:xfrm>
            <a:off x="2338182" y="3158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7" name="对象 246"/>
          <p:cNvGraphicFramePr>
            <a:graphicFrameLocks noChangeAspect="1"/>
          </p:cNvGraphicFramePr>
          <p:nvPr>
            <p:extLst/>
          </p:nvPr>
        </p:nvGraphicFramePr>
        <p:xfrm>
          <a:off x="5125023" y="1677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2" name="AxMath" r:id="rId100" imgW="151920" imgH="226800" progId="Equation.AxMath">
                  <p:embed/>
                </p:oleObj>
              </mc:Choice>
              <mc:Fallback>
                <p:oleObj name="AxMath" r:id="rId100" imgW="151920" imgH="226800" progId="Equation.AxMath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1677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圆角矩形 247"/>
          <p:cNvSpPr/>
          <p:nvPr/>
        </p:nvSpPr>
        <p:spPr>
          <a:xfrm>
            <a:off x="-346944" y="927706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9" name="对象 248"/>
          <p:cNvGraphicFramePr>
            <a:graphicFrameLocks noChangeAspect="1"/>
          </p:cNvGraphicFramePr>
          <p:nvPr>
            <p:extLst/>
          </p:nvPr>
        </p:nvGraphicFramePr>
        <p:xfrm>
          <a:off x="5125023" y="7795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" name="AxMath" r:id="rId101" imgW="151920" imgH="226800" progId="Equation.AxMath">
                  <p:embed/>
                </p:oleObj>
              </mc:Choice>
              <mc:Fallback>
                <p:oleObj name="AxMath" r:id="rId101" imgW="151920" imgH="226800" progId="Equation.AxMath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7795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圆角矩形 249"/>
          <p:cNvSpPr/>
          <p:nvPr/>
        </p:nvSpPr>
        <p:spPr>
          <a:xfrm>
            <a:off x="-346944" y="1539553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1" name="对象 250"/>
          <p:cNvGraphicFramePr>
            <a:graphicFrameLocks noChangeAspect="1"/>
          </p:cNvGraphicFramePr>
          <p:nvPr>
            <p:extLst/>
          </p:nvPr>
        </p:nvGraphicFramePr>
        <p:xfrm>
          <a:off x="5125023" y="13914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4" name="AxMath" r:id="rId102" imgW="151920" imgH="226800" progId="Equation.AxMath">
                  <p:embed/>
                </p:oleObj>
              </mc:Choice>
              <mc:Fallback>
                <p:oleObj name="AxMath" r:id="rId102" imgW="151920" imgH="226800" progId="Equation.AxMath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13914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" name="圆角矩形 251"/>
          <p:cNvSpPr/>
          <p:nvPr/>
        </p:nvSpPr>
        <p:spPr>
          <a:xfrm>
            <a:off x="-346944" y="3176114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3" name="对象 252"/>
          <p:cNvGraphicFramePr>
            <a:graphicFrameLocks noChangeAspect="1"/>
          </p:cNvGraphicFramePr>
          <p:nvPr>
            <p:extLst/>
          </p:nvPr>
        </p:nvGraphicFramePr>
        <p:xfrm>
          <a:off x="5124907" y="302799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5" name="AxMath" r:id="rId103" imgW="151920" imgH="226800" progId="Equation.AxMath">
                  <p:embed/>
                </p:oleObj>
              </mc:Choice>
              <mc:Fallback>
                <p:oleObj name="AxMath" r:id="rId103" imgW="151920" imgH="226800" progId="Equation.AxMath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4907" y="302799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" name="对象 253"/>
          <p:cNvGraphicFramePr>
            <a:graphicFrameLocks noChangeAspect="1"/>
          </p:cNvGraphicFramePr>
          <p:nvPr>
            <p:extLst/>
          </p:nvPr>
        </p:nvGraphicFramePr>
        <p:xfrm>
          <a:off x="2716411" y="19373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6" name="AxMath" r:id="rId104" imgW="151920" imgH="226800" progId="Equation.AxMath">
                  <p:embed/>
                </p:oleObj>
              </mc:Choice>
              <mc:Fallback>
                <p:oleObj name="AxMath" r:id="rId104" imgW="151920" imgH="226800" progId="Equation.AxMath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16411" y="19373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" name="对象 254"/>
          <p:cNvGraphicFramePr>
            <a:graphicFrameLocks noChangeAspect="1"/>
          </p:cNvGraphicFramePr>
          <p:nvPr>
            <p:extLst/>
          </p:nvPr>
        </p:nvGraphicFramePr>
        <p:xfrm>
          <a:off x="1338577" y="194201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" name="AxMath" r:id="rId105" imgW="151920" imgH="226800" progId="Equation.AxMath">
                  <p:embed/>
                </p:oleObj>
              </mc:Choice>
              <mc:Fallback>
                <p:oleObj name="AxMath" r:id="rId105" imgW="151920" imgH="226800" progId="Equation.AxMath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8577" y="194201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" name="对象 255"/>
          <p:cNvGraphicFramePr>
            <a:graphicFrameLocks noChangeAspect="1"/>
          </p:cNvGraphicFramePr>
          <p:nvPr>
            <p:extLst/>
          </p:nvPr>
        </p:nvGraphicFramePr>
        <p:xfrm>
          <a:off x="4107753" y="19373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" name="AxMath" r:id="rId106" imgW="151920" imgH="226800" progId="Equation.AxMath">
                  <p:embed/>
                </p:oleObj>
              </mc:Choice>
              <mc:Fallback>
                <p:oleObj name="AxMath" r:id="rId106" imgW="151920" imgH="226800" progId="Equation.AxMath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07753" y="19373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" name="对象 256"/>
          <p:cNvGraphicFramePr>
            <a:graphicFrameLocks noChangeAspect="1"/>
          </p:cNvGraphicFramePr>
          <p:nvPr>
            <p:extLst/>
          </p:nvPr>
        </p:nvGraphicFramePr>
        <p:xfrm>
          <a:off x="6124628" y="194203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9" name="AxMath" r:id="rId107" imgW="151920" imgH="226800" progId="Equation.AxMath">
                  <p:embed/>
                </p:oleObj>
              </mc:Choice>
              <mc:Fallback>
                <p:oleObj name="AxMath" r:id="rId107" imgW="151920" imgH="226800" progId="Equation.AxMath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24628" y="194203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8" name="直接箭头连接符 257"/>
          <p:cNvCxnSpPr/>
          <p:nvPr/>
        </p:nvCxnSpPr>
        <p:spPr>
          <a:xfrm flipH="1">
            <a:off x="1880982" y="64836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/>
          <p:cNvCxnSpPr/>
          <p:nvPr/>
        </p:nvCxnSpPr>
        <p:spPr>
          <a:xfrm flipH="1">
            <a:off x="3321854" y="1249362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/>
          <p:cNvCxnSpPr/>
          <p:nvPr/>
        </p:nvCxnSpPr>
        <p:spPr>
          <a:xfrm flipH="1">
            <a:off x="4729129" y="1861209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60"/>
          <p:cNvCxnSpPr/>
          <p:nvPr/>
        </p:nvCxnSpPr>
        <p:spPr>
          <a:xfrm flipH="1">
            <a:off x="6696474" y="3540366"/>
            <a:ext cx="234" cy="30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肘形连接符 262"/>
          <p:cNvCxnSpPr/>
          <p:nvPr/>
        </p:nvCxnSpPr>
        <p:spPr>
          <a:xfrm rot="16200000" flipV="1">
            <a:off x="5266821" y="1804913"/>
            <a:ext cx="3384604" cy="705218"/>
          </a:xfrm>
          <a:prstGeom prst="bentConnector3">
            <a:avLst>
              <a:gd name="adj1" fmla="val 109943"/>
            </a:avLst>
          </a:prstGeom>
          <a:ln w="28575" cap="sq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4" name="对象 263"/>
          <p:cNvGraphicFramePr>
            <a:graphicFrameLocks noChangeAspect="1"/>
          </p:cNvGraphicFramePr>
          <p:nvPr>
            <p:extLst/>
          </p:nvPr>
        </p:nvGraphicFramePr>
        <p:xfrm>
          <a:off x="1447191" y="379561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" name="AxMath" r:id="rId108" imgW="218880" imgH="230400" progId="Equation.AxMath">
                  <p:embed/>
                </p:oleObj>
              </mc:Choice>
              <mc:Fallback>
                <p:oleObj name="AxMath" r:id="rId108" imgW="218880" imgH="230400" progId="Equation.AxMath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7191" y="379561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" name="矩形 264"/>
          <p:cNvSpPr/>
          <p:nvPr/>
        </p:nvSpPr>
        <p:spPr>
          <a:xfrm>
            <a:off x="2338182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6" name="对象 265"/>
          <p:cNvGraphicFramePr>
            <a:graphicFrameLocks noChangeAspect="1"/>
          </p:cNvGraphicFramePr>
          <p:nvPr>
            <p:extLst/>
          </p:nvPr>
        </p:nvGraphicFramePr>
        <p:xfrm>
          <a:off x="2836253" y="990748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1" name="AxMath" r:id="rId109" imgW="217080" imgH="230400" progId="Equation.AxMath">
                  <p:embed/>
                </p:oleObj>
              </mc:Choice>
              <mc:Fallback>
                <p:oleObj name="AxMath" r:id="rId109" imgW="217080" imgH="230400" progId="Equation.AxMath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6253" y="990748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矩形 266"/>
          <p:cNvSpPr/>
          <p:nvPr/>
        </p:nvSpPr>
        <p:spPr>
          <a:xfrm>
            <a:off x="3733162" y="153955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8" name="对象 267"/>
          <p:cNvGraphicFramePr>
            <a:graphicFrameLocks noChangeAspect="1"/>
          </p:cNvGraphicFramePr>
          <p:nvPr>
            <p:extLst/>
          </p:nvPr>
        </p:nvGraphicFramePr>
        <p:xfrm>
          <a:off x="4225316" y="1603523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2" name="AxMath" r:id="rId110" imgW="225360" imgH="230400" progId="Equation.AxMath">
                  <p:embed/>
                </p:oleObj>
              </mc:Choice>
              <mc:Fallback>
                <p:oleObj name="AxMath" r:id="rId110" imgW="225360" imgH="230400" progId="Equation.AxMath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25316" y="1603523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" name="矩形 268"/>
          <p:cNvSpPr/>
          <p:nvPr/>
        </p:nvSpPr>
        <p:spPr>
          <a:xfrm>
            <a:off x="5674240" y="31722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0" name="对象 269"/>
          <p:cNvGraphicFramePr>
            <a:graphicFrameLocks noChangeAspect="1"/>
          </p:cNvGraphicFramePr>
          <p:nvPr>
            <p:extLst/>
          </p:nvPr>
        </p:nvGraphicFramePr>
        <p:xfrm>
          <a:off x="6050825" y="3234486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" name="AxMath" r:id="rId111" imgW="385200" imgH="230400" progId="Equation.AxMath">
                  <p:embed/>
                </p:oleObj>
              </mc:Choice>
              <mc:Fallback>
                <p:oleObj name="AxMath" r:id="rId111" imgW="385200" imgH="230400" progId="Equation.AxMath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050825" y="3234486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对象 270"/>
          <p:cNvGraphicFramePr>
            <a:graphicFrameLocks noChangeAspect="1"/>
          </p:cNvGraphicFramePr>
          <p:nvPr>
            <p:extLst/>
          </p:nvPr>
        </p:nvGraphicFramePr>
        <p:xfrm>
          <a:off x="2823553" y="36686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4" name="AxMath" r:id="rId112" imgW="226080" imgH="230400" progId="Equation.AxMath">
                  <p:embed/>
                </p:oleObj>
              </mc:Choice>
              <mc:Fallback>
                <p:oleObj name="AxMath" r:id="rId112" imgW="226080" imgH="230400" progId="Equation.AxMath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13"/>
                      <a:stretch>
                        <a:fillRect/>
                      </a:stretch>
                    </p:blipFill>
                    <p:spPr>
                      <a:xfrm>
                        <a:off x="2823553" y="36686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矩形 271"/>
          <p:cNvSpPr/>
          <p:nvPr/>
        </p:nvSpPr>
        <p:spPr>
          <a:xfrm>
            <a:off x="3733162" y="31585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3" name="对象 272"/>
          <p:cNvGraphicFramePr>
            <a:graphicFrameLocks noChangeAspect="1"/>
          </p:cNvGraphicFramePr>
          <p:nvPr>
            <p:extLst/>
          </p:nvPr>
        </p:nvGraphicFramePr>
        <p:xfrm>
          <a:off x="4217378" y="366861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5" name="AxMath" r:id="rId114" imgW="227520" imgH="230400" progId="Equation.AxMath">
                  <p:embed/>
                </p:oleObj>
              </mc:Choice>
              <mc:Fallback>
                <p:oleObj name="AxMath" r:id="rId114" imgW="227520" imgH="230400" progId="Equation.AxMath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115"/>
                      <a:stretch>
                        <a:fillRect/>
                      </a:stretch>
                    </p:blipFill>
                    <p:spPr>
                      <a:xfrm>
                        <a:off x="4217378" y="366861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" name="矩形 273"/>
          <p:cNvSpPr/>
          <p:nvPr/>
        </p:nvSpPr>
        <p:spPr>
          <a:xfrm>
            <a:off x="5674356" y="32056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5" name="对象 274"/>
          <p:cNvGraphicFramePr>
            <a:graphicFrameLocks noChangeAspect="1"/>
          </p:cNvGraphicFramePr>
          <p:nvPr>
            <p:extLst/>
          </p:nvPr>
        </p:nvGraphicFramePr>
        <p:xfrm>
          <a:off x="5768366" y="371623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6" name="AxMath" r:id="rId116" imgW="773640" imgH="230400" progId="Equation.AxMath">
                  <p:embed/>
                </p:oleObj>
              </mc:Choice>
              <mc:Fallback>
                <p:oleObj name="AxMath" r:id="rId116" imgW="773640" imgH="230400" progId="Equation.AxMath">
                  <p:embed/>
                  <p:pic>
                    <p:nvPicPr>
                      <p:cNvPr id="35" name="对象 3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68366" y="371623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矩形 275"/>
          <p:cNvSpPr/>
          <p:nvPr/>
        </p:nvSpPr>
        <p:spPr>
          <a:xfrm>
            <a:off x="5679781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7" name="对象 276"/>
          <p:cNvGraphicFramePr>
            <a:graphicFrameLocks noChangeAspect="1"/>
          </p:cNvGraphicFramePr>
          <p:nvPr>
            <p:extLst/>
          </p:nvPr>
        </p:nvGraphicFramePr>
        <p:xfrm>
          <a:off x="6165241" y="978048"/>
          <a:ext cx="3238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7" name="AxMath" r:id="rId117" imgW="225360" imgH="230400" progId="Equation.AxMath">
                  <p:embed/>
                </p:oleObj>
              </mc:Choice>
              <mc:Fallback>
                <p:oleObj name="AxMath" r:id="rId117" imgW="225360" imgH="230400" progId="Equation.AxMath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118"/>
                      <a:stretch>
                        <a:fillRect/>
                      </a:stretch>
                    </p:blipFill>
                    <p:spPr>
                      <a:xfrm>
                        <a:off x="6165241" y="978048"/>
                        <a:ext cx="3238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" name="矩形 277"/>
          <p:cNvSpPr/>
          <p:nvPr/>
        </p:nvSpPr>
        <p:spPr>
          <a:xfrm>
            <a:off x="5674356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9" name="对象 278"/>
          <p:cNvGraphicFramePr>
            <a:graphicFrameLocks noChangeAspect="1"/>
          </p:cNvGraphicFramePr>
          <p:nvPr>
            <p:extLst/>
          </p:nvPr>
        </p:nvGraphicFramePr>
        <p:xfrm>
          <a:off x="6155716" y="1586061"/>
          <a:ext cx="331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8" name="AxMath" r:id="rId119" imgW="232200" imgH="230400" progId="Equation.AxMath">
                  <p:embed/>
                </p:oleObj>
              </mc:Choice>
              <mc:Fallback>
                <p:oleObj name="AxMath" r:id="rId119" imgW="232200" imgH="230400" progId="Equation.AxMath">
                  <p:embed/>
                  <p:pic>
                    <p:nvPicPr>
                      <p:cNvPr id="39" name="对象 38"/>
                      <p:cNvPicPr/>
                      <p:nvPr/>
                    </p:nvPicPr>
                    <p:blipFill>
                      <a:blip r:embed="rId120"/>
                      <a:stretch>
                        <a:fillRect/>
                      </a:stretch>
                    </p:blipFill>
                    <p:spPr>
                      <a:xfrm>
                        <a:off x="6155716" y="1586061"/>
                        <a:ext cx="3317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矩形 279"/>
          <p:cNvSpPr/>
          <p:nvPr/>
        </p:nvSpPr>
        <p:spPr>
          <a:xfrm>
            <a:off x="3726407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1" name="对象 280"/>
          <p:cNvGraphicFramePr>
            <a:graphicFrameLocks noChangeAspect="1"/>
          </p:cNvGraphicFramePr>
          <p:nvPr>
            <p:extLst/>
          </p:nvPr>
        </p:nvGraphicFramePr>
        <p:xfrm>
          <a:off x="4217378" y="978048"/>
          <a:ext cx="3143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9" name="AxMath" r:id="rId121" imgW="218520" imgH="230400" progId="Equation.AxMath">
                  <p:embed/>
                </p:oleObj>
              </mc:Choice>
              <mc:Fallback>
                <p:oleObj name="AxMath" r:id="rId121" imgW="218520" imgH="230400" progId="Equation.AxMath">
                  <p:embed/>
                  <p:pic>
                    <p:nvPicPr>
                      <p:cNvPr id="41" name="对象 40"/>
                      <p:cNvPicPr/>
                      <p:nvPr/>
                    </p:nvPicPr>
                    <p:blipFill>
                      <a:blip r:embed="rId122"/>
                      <a:stretch>
                        <a:fillRect/>
                      </a:stretch>
                    </p:blipFill>
                    <p:spPr>
                      <a:xfrm>
                        <a:off x="4217378" y="978048"/>
                        <a:ext cx="31432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矩形 281"/>
          <p:cNvSpPr/>
          <p:nvPr/>
        </p:nvSpPr>
        <p:spPr>
          <a:xfrm>
            <a:off x="949726" y="924299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3" name="对象 282"/>
          <p:cNvGraphicFramePr>
            <a:graphicFrameLocks noChangeAspect="1"/>
          </p:cNvGraphicFramePr>
          <p:nvPr>
            <p:extLst/>
          </p:nvPr>
        </p:nvGraphicFramePr>
        <p:xfrm>
          <a:off x="1177316" y="974873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" name="AxMath" r:id="rId123" imgW="583200" imgH="230400" progId="Equation.AxMath">
                  <p:embed/>
                </p:oleObj>
              </mc:Choice>
              <mc:Fallback>
                <p:oleObj name="AxMath" r:id="rId123" imgW="583200" imgH="230400" progId="Equation.AxMath">
                  <p:embed/>
                  <p:pic>
                    <p:nvPicPr>
                      <p:cNvPr id="43" name="对象 42"/>
                      <p:cNvPicPr/>
                      <p:nvPr/>
                    </p:nvPicPr>
                    <p:blipFill>
                      <a:blip r:embed="rId124"/>
                      <a:stretch>
                        <a:fillRect/>
                      </a:stretch>
                    </p:blipFill>
                    <p:spPr>
                      <a:xfrm>
                        <a:off x="1177316" y="974873"/>
                        <a:ext cx="838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" name="矩形 283"/>
          <p:cNvSpPr/>
          <p:nvPr/>
        </p:nvSpPr>
        <p:spPr>
          <a:xfrm>
            <a:off x="2341069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5" name="对象 284"/>
          <p:cNvGraphicFramePr>
            <a:graphicFrameLocks noChangeAspect="1"/>
          </p:cNvGraphicFramePr>
          <p:nvPr>
            <p:extLst/>
          </p:nvPr>
        </p:nvGraphicFramePr>
        <p:xfrm>
          <a:off x="2561616" y="1586061"/>
          <a:ext cx="8524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1" name="AxMath" r:id="rId125" imgW="595080" imgH="230400" progId="Equation.AxMath">
                  <p:embed/>
                </p:oleObj>
              </mc:Choice>
              <mc:Fallback>
                <p:oleObj name="AxMath" r:id="rId125" imgW="595080" imgH="230400" progId="Equation.AxMath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26"/>
                      <a:stretch>
                        <a:fillRect/>
                      </a:stretch>
                    </p:blipFill>
                    <p:spPr>
                      <a:xfrm>
                        <a:off x="2561616" y="1586061"/>
                        <a:ext cx="8524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" name="矩形 285"/>
          <p:cNvSpPr/>
          <p:nvPr/>
        </p:nvSpPr>
        <p:spPr>
          <a:xfrm>
            <a:off x="949726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7" name="对象 286"/>
          <p:cNvGraphicFramePr>
            <a:graphicFrameLocks noChangeAspect="1"/>
          </p:cNvGraphicFramePr>
          <p:nvPr>
            <p:extLst/>
          </p:nvPr>
        </p:nvGraphicFramePr>
        <p:xfrm>
          <a:off x="1431316" y="1586061"/>
          <a:ext cx="3333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2" name="AxMath" r:id="rId127" imgW="234000" imgH="230400" progId="Equation.AxMath">
                  <p:embed/>
                </p:oleObj>
              </mc:Choice>
              <mc:Fallback>
                <p:oleObj name="AxMath" r:id="rId127" imgW="234000" imgH="230400" progId="Equation.AxMath">
                  <p:embed/>
                  <p:pic>
                    <p:nvPicPr>
                      <p:cNvPr id="47" name="对象 46"/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1431316" y="1586061"/>
                        <a:ext cx="3333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" name="矩形 287"/>
          <p:cNvSpPr/>
          <p:nvPr/>
        </p:nvSpPr>
        <p:spPr>
          <a:xfrm>
            <a:off x="3739150" y="31761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9" name="对象 288"/>
          <p:cNvGraphicFramePr>
            <a:graphicFrameLocks noChangeAspect="1"/>
          </p:cNvGraphicFramePr>
          <p:nvPr>
            <p:extLst/>
          </p:nvPr>
        </p:nvGraphicFramePr>
        <p:xfrm>
          <a:off x="4115662" y="3226549"/>
          <a:ext cx="5413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" name="AxMath" r:id="rId129" imgW="378360" imgH="230400" progId="Equation.AxMath">
                  <p:embed/>
                </p:oleObj>
              </mc:Choice>
              <mc:Fallback>
                <p:oleObj name="AxMath" r:id="rId129" imgW="378360" imgH="230400" progId="Equation.AxMath">
                  <p:embed/>
                  <p:pic>
                    <p:nvPicPr>
                      <p:cNvPr id="49" name="对象 48"/>
                      <p:cNvPicPr/>
                      <p:nvPr/>
                    </p:nvPicPr>
                    <p:blipFill>
                      <a:blip r:embed="rId130"/>
                      <a:stretch>
                        <a:fillRect/>
                      </a:stretch>
                    </p:blipFill>
                    <p:spPr>
                      <a:xfrm>
                        <a:off x="4115662" y="3226549"/>
                        <a:ext cx="5413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" name="矩形 289"/>
          <p:cNvSpPr/>
          <p:nvPr/>
        </p:nvSpPr>
        <p:spPr>
          <a:xfrm>
            <a:off x="2332426" y="31722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1" name="对象 290"/>
          <p:cNvGraphicFramePr>
            <a:graphicFrameLocks noChangeAspect="1"/>
          </p:cNvGraphicFramePr>
          <p:nvPr>
            <p:extLst/>
          </p:nvPr>
        </p:nvGraphicFramePr>
        <p:xfrm>
          <a:off x="2710725" y="3223374"/>
          <a:ext cx="5381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4" name="AxMath" r:id="rId131" imgW="376560" imgH="230400" progId="Equation.AxMath">
                  <p:embed/>
                </p:oleObj>
              </mc:Choice>
              <mc:Fallback>
                <p:oleObj name="AxMath" r:id="rId131" imgW="376560" imgH="230400" progId="Equation.AxMath">
                  <p:embed/>
                  <p:pic>
                    <p:nvPicPr>
                      <p:cNvPr id="51" name="对象 50"/>
                      <p:cNvPicPr/>
                      <p:nvPr/>
                    </p:nvPicPr>
                    <p:blipFill>
                      <a:blip r:embed="rId132"/>
                      <a:stretch>
                        <a:fillRect/>
                      </a:stretch>
                    </p:blipFill>
                    <p:spPr>
                      <a:xfrm>
                        <a:off x="2710725" y="3223374"/>
                        <a:ext cx="5381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" name="矩形 291"/>
          <p:cNvSpPr/>
          <p:nvPr/>
        </p:nvSpPr>
        <p:spPr>
          <a:xfrm>
            <a:off x="947021" y="31761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3" name="对象 292"/>
          <p:cNvGraphicFramePr>
            <a:graphicFrameLocks noChangeAspect="1"/>
          </p:cNvGraphicFramePr>
          <p:nvPr>
            <p:extLst/>
          </p:nvPr>
        </p:nvGraphicFramePr>
        <p:xfrm>
          <a:off x="1329600" y="3226549"/>
          <a:ext cx="5286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5" name="AxMath" r:id="rId133" imgW="369720" imgH="230400" progId="Equation.AxMath">
                  <p:embed/>
                </p:oleObj>
              </mc:Choice>
              <mc:Fallback>
                <p:oleObj name="AxMath" r:id="rId133" imgW="369720" imgH="230400" progId="Equation.AxMath">
                  <p:embed/>
                  <p:pic>
                    <p:nvPicPr>
                      <p:cNvPr id="53" name="对象 52"/>
                      <p:cNvPicPr/>
                      <p:nvPr/>
                    </p:nvPicPr>
                    <p:blipFill>
                      <a:blip r:embed="rId134"/>
                      <a:stretch>
                        <a:fillRect/>
                      </a:stretch>
                    </p:blipFill>
                    <p:spPr>
                      <a:xfrm>
                        <a:off x="1329600" y="3226549"/>
                        <a:ext cx="5286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" name="圆角矩形 293"/>
          <p:cNvSpPr/>
          <p:nvPr/>
        </p:nvSpPr>
        <p:spPr>
          <a:xfrm>
            <a:off x="-346944" y="2597469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5674240" y="25935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6" name="对象 295"/>
          <p:cNvGraphicFramePr>
            <a:graphicFrameLocks noChangeAspect="1"/>
          </p:cNvGraphicFramePr>
          <p:nvPr>
            <p:extLst/>
          </p:nvPr>
        </p:nvGraphicFramePr>
        <p:xfrm>
          <a:off x="6047766" y="2656036"/>
          <a:ext cx="519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6" name="AxMath" r:id="rId135" imgW="392040" imgH="230400" progId="Equation.AxMath">
                  <p:embed/>
                </p:oleObj>
              </mc:Choice>
              <mc:Fallback>
                <p:oleObj name="AxMath" r:id="rId135" imgW="392040" imgH="230400" progId="Equation.AxMath">
                  <p:embed/>
                  <p:pic>
                    <p:nvPicPr>
                      <p:cNvPr id="56" name="对象 55"/>
                      <p:cNvPicPr/>
                      <p:nvPr/>
                    </p:nvPicPr>
                    <p:blipFill>
                      <a:blip r:embed="rId136"/>
                      <a:stretch>
                        <a:fillRect/>
                      </a:stretch>
                    </p:blipFill>
                    <p:spPr>
                      <a:xfrm>
                        <a:off x="6047766" y="2656036"/>
                        <a:ext cx="519112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" name="矩形 296"/>
          <p:cNvSpPr/>
          <p:nvPr/>
        </p:nvSpPr>
        <p:spPr>
          <a:xfrm>
            <a:off x="3739150" y="25974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8" name="对象 297"/>
          <p:cNvGraphicFramePr>
            <a:graphicFrameLocks noChangeAspect="1"/>
          </p:cNvGraphicFramePr>
          <p:nvPr>
            <p:extLst/>
          </p:nvPr>
        </p:nvGraphicFramePr>
        <p:xfrm>
          <a:off x="4111016" y="2648098"/>
          <a:ext cx="552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7" name="AxMath" r:id="rId137" imgW="385200" imgH="230400" progId="Equation.AxMath">
                  <p:embed/>
                </p:oleObj>
              </mc:Choice>
              <mc:Fallback>
                <p:oleObj name="AxMath" r:id="rId137" imgW="385200" imgH="230400" progId="Equation.AxMath">
                  <p:embed/>
                  <p:pic>
                    <p:nvPicPr>
                      <p:cNvPr id="58" name="对象 57"/>
                      <p:cNvPicPr/>
                      <p:nvPr/>
                    </p:nvPicPr>
                    <p:blipFill>
                      <a:blip r:embed="rId138"/>
                      <a:stretch>
                        <a:fillRect/>
                      </a:stretch>
                    </p:blipFill>
                    <p:spPr>
                      <a:xfrm>
                        <a:off x="4111016" y="2648098"/>
                        <a:ext cx="5524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" name="矩形 298"/>
          <p:cNvSpPr/>
          <p:nvPr/>
        </p:nvSpPr>
        <p:spPr>
          <a:xfrm>
            <a:off x="2332426" y="25935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0" name="对象 299"/>
          <p:cNvGraphicFramePr>
            <a:graphicFrameLocks noChangeAspect="1"/>
          </p:cNvGraphicFramePr>
          <p:nvPr>
            <p:extLst/>
          </p:nvPr>
        </p:nvGraphicFramePr>
        <p:xfrm>
          <a:off x="2706078" y="2644923"/>
          <a:ext cx="549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8" name="AxMath" r:id="rId139" imgW="383760" imgH="230400" progId="Equation.AxMath">
                  <p:embed/>
                </p:oleObj>
              </mc:Choice>
              <mc:Fallback>
                <p:oleObj name="AxMath" r:id="rId139" imgW="383760" imgH="230400" progId="Equation.AxMath">
                  <p:embed/>
                  <p:pic>
                    <p:nvPicPr>
                      <p:cNvPr id="60" name="对象 59"/>
                      <p:cNvPicPr/>
                      <p:nvPr/>
                    </p:nvPicPr>
                    <p:blipFill>
                      <a:blip r:embed="rId140"/>
                      <a:stretch>
                        <a:fillRect/>
                      </a:stretch>
                    </p:blipFill>
                    <p:spPr>
                      <a:xfrm>
                        <a:off x="2706078" y="2644923"/>
                        <a:ext cx="5492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" name="矩形 300"/>
          <p:cNvSpPr/>
          <p:nvPr/>
        </p:nvSpPr>
        <p:spPr>
          <a:xfrm>
            <a:off x="947021" y="25974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2" name="对象 301"/>
          <p:cNvGraphicFramePr>
            <a:graphicFrameLocks noChangeAspect="1"/>
          </p:cNvGraphicFramePr>
          <p:nvPr>
            <p:extLst/>
          </p:nvPr>
        </p:nvGraphicFramePr>
        <p:xfrm>
          <a:off x="1324953" y="2648098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9" name="AxMath" r:id="rId141" imgW="376560" imgH="230400" progId="Equation.AxMath">
                  <p:embed/>
                </p:oleObj>
              </mc:Choice>
              <mc:Fallback>
                <p:oleObj name="AxMath" r:id="rId141" imgW="376560" imgH="230400" progId="Equation.AxMath">
                  <p:embed/>
                  <p:pic>
                    <p:nvPicPr>
                      <p:cNvPr id="62" name="对象 61"/>
                      <p:cNvPicPr/>
                      <p:nvPr/>
                    </p:nvPicPr>
                    <p:blipFill>
                      <a:blip r:embed="rId142"/>
                      <a:stretch>
                        <a:fillRect/>
                      </a:stretch>
                    </p:blipFill>
                    <p:spPr>
                      <a:xfrm>
                        <a:off x="1324953" y="2648098"/>
                        <a:ext cx="5381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696474" y="3848332"/>
            <a:ext cx="615258" cy="1492"/>
          </a:xfrm>
          <a:prstGeom prst="line">
            <a:avLst/>
          </a:prstGeom>
          <a:ln w="28575" cap="sq">
            <a:solidFill>
              <a:schemeClr val="tx1"/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76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134</Words>
  <Application>Microsoft Office PowerPoint</Application>
  <PresentationFormat>宽屏</PresentationFormat>
  <Paragraphs>69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Times New Roman</vt:lpstr>
      <vt:lpstr>Office 主题​​</vt:lpstr>
      <vt:lpstr>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ycz</cp:lastModifiedBy>
  <cp:revision>24</cp:revision>
  <dcterms:created xsi:type="dcterms:W3CDTF">2021-05-05T09:14:21Z</dcterms:created>
  <dcterms:modified xsi:type="dcterms:W3CDTF">2023-12-10T09:09:14Z</dcterms:modified>
</cp:coreProperties>
</file>