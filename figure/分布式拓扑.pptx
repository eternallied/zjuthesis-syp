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8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5" Type="http://schemas.openxmlformats.org/officeDocument/2006/relationships/image" Target="../media/image1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wmf"/><Relationship Id="rId14" Type="http://schemas.openxmlformats.org/officeDocument/2006/relationships/image" Target="../media/image1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67AE2-18A0-4C77-81C4-420B44186E15}" type="datetimeFigureOut">
              <a:rPr lang="zh-CN" altLang="en-US" smtClean="0"/>
              <a:t>2024/2/23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C63E9-2DCF-48AC-91DB-2520CFC5C4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2384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67AE2-18A0-4C77-81C4-420B44186E15}" type="datetimeFigureOut">
              <a:rPr lang="zh-CN" altLang="en-US" smtClean="0"/>
              <a:t>2024/2/23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C63E9-2DCF-48AC-91DB-2520CFC5C4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9895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67AE2-18A0-4C77-81C4-420B44186E15}" type="datetimeFigureOut">
              <a:rPr lang="zh-CN" altLang="en-US" smtClean="0"/>
              <a:t>2024/2/23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C63E9-2DCF-48AC-91DB-2520CFC5C4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0465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67AE2-18A0-4C77-81C4-420B44186E15}" type="datetimeFigureOut">
              <a:rPr lang="zh-CN" altLang="en-US" smtClean="0"/>
              <a:t>2024/2/23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C63E9-2DCF-48AC-91DB-2520CFC5C4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5038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67AE2-18A0-4C77-81C4-420B44186E15}" type="datetimeFigureOut">
              <a:rPr lang="zh-CN" altLang="en-US" smtClean="0"/>
              <a:t>2024/2/23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C63E9-2DCF-48AC-91DB-2520CFC5C4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730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67AE2-18A0-4C77-81C4-420B44186E15}" type="datetimeFigureOut">
              <a:rPr lang="zh-CN" altLang="en-US" smtClean="0"/>
              <a:t>2024/2/23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C63E9-2DCF-48AC-91DB-2520CFC5C4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3367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67AE2-18A0-4C77-81C4-420B44186E15}" type="datetimeFigureOut">
              <a:rPr lang="zh-CN" altLang="en-US" smtClean="0"/>
              <a:t>2024/2/23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C63E9-2DCF-48AC-91DB-2520CFC5C4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776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67AE2-18A0-4C77-81C4-420B44186E15}" type="datetimeFigureOut">
              <a:rPr lang="zh-CN" altLang="en-US" smtClean="0"/>
              <a:t>2024/2/23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C63E9-2DCF-48AC-91DB-2520CFC5C4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7771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67AE2-18A0-4C77-81C4-420B44186E15}" type="datetimeFigureOut">
              <a:rPr lang="zh-CN" altLang="en-US" smtClean="0"/>
              <a:t>2024/2/23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C63E9-2DCF-48AC-91DB-2520CFC5C4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108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67AE2-18A0-4C77-81C4-420B44186E15}" type="datetimeFigureOut">
              <a:rPr lang="zh-CN" altLang="en-US" smtClean="0"/>
              <a:t>2024/2/23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C63E9-2DCF-48AC-91DB-2520CFC5C4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48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67AE2-18A0-4C77-81C4-420B44186E15}" type="datetimeFigureOut">
              <a:rPr lang="zh-CN" altLang="en-US" smtClean="0"/>
              <a:t>2024/2/23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C63E9-2DCF-48AC-91DB-2520CFC5C4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453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67AE2-18A0-4C77-81C4-420B44186E15}" type="datetimeFigureOut">
              <a:rPr lang="zh-CN" altLang="en-US" smtClean="0"/>
              <a:t>2024/2/23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BC63E9-2DCF-48AC-91DB-2520CFC5C4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5433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26" Type="http://schemas.openxmlformats.org/officeDocument/2006/relationships/image" Target="../media/image12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7.wmf"/><Relationship Id="rId20" Type="http://schemas.openxmlformats.org/officeDocument/2006/relationships/image" Target="../media/image9.wmf"/><Relationship Id="rId29" Type="http://schemas.openxmlformats.org/officeDocument/2006/relationships/oleObject" Target="../embeddings/oleObject14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1.wmf"/><Relationship Id="rId32" Type="http://schemas.openxmlformats.org/officeDocument/2006/relationships/image" Target="../media/image15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3.wmf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31" Type="http://schemas.openxmlformats.org/officeDocument/2006/relationships/oleObject" Target="../embeddings/oleObject15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image" Target="../media/image10.wmf"/><Relationship Id="rId27" Type="http://schemas.openxmlformats.org/officeDocument/2006/relationships/oleObject" Target="../embeddings/oleObject13.bin"/><Relationship Id="rId30" Type="http://schemas.openxmlformats.org/officeDocument/2006/relationships/image" Target="../media/image1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椭圆 104"/>
          <p:cNvSpPr/>
          <p:nvPr/>
        </p:nvSpPr>
        <p:spPr>
          <a:xfrm>
            <a:off x="3902571" y="1634076"/>
            <a:ext cx="389102" cy="383637"/>
          </a:xfrm>
          <a:prstGeom prst="ellipse">
            <a:avLst/>
          </a:prstGeom>
          <a:solidFill>
            <a:srgbClr val="7BBDD7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 flipH="1">
            <a:off x="2789922" y="1915569"/>
            <a:ext cx="1078607" cy="767562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箭头连接符 130"/>
          <p:cNvCxnSpPr/>
          <p:nvPr/>
        </p:nvCxnSpPr>
        <p:spPr>
          <a:xfrm flipH="1">
            <a:off x="2855554" y="1987875"/>
            <a:ext cx="1078607" cy="767562"/>
          </a:xfrm>
          <a:prstGeom prst="straightConnector1">
            <a:avLst/>
          </a:prstGeom>
          <a:ln w="1905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箭头连接符 131"/>
          <p:cNvCxnSpPr/>
          <p:nvPr/>
        </p:nvCxnSpPr>
        <p:spPr>
          <a:xfrm flipH="1" flipV="1">
            <a:off x="2932047" y="3016852"/>
            <a:ext cx="2409505" cy="13"/>
          </a:xfrm>
          <a:prstGeom prst="straightConnector1">
            <a:avLst/>
          </a:prstGeom>
          <a:ln w="1905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箭头连接符 132"/>
          <p:cNvCxnSpPr/>
          <p:nvPr/>
        </p:nvCxnSpPr>
        <p:spPr>
          <a:xfrm flipH="1" flipV="1">
            <a:off x="2932046" y="2917360"/>
            <a:ext cx="2409505" cy="13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箭头连接符 134"/>
          <p:cNvCxnSpPr/>
          <p:nvPr/>
        </p:nvCxnSpPr>
        <p:spPr>
          <a:xfrm flipH="1">
            <a:off x="5124869" y="3210412"/>
            <a:ext cx="414927" cy="1126871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箭头连接符 137"/>
          <p:cNvCxnSpPr/>
          <p:nvPr/>
        </p:nvCxnSpPr>
        <p:spPr>
          <a:xfrm flipH="1">
            <a:off x="5232769" y="3237109"/>
            <a:ext cx="400468" cy="1101285"/>
          </a:xfrm>
          <a:prstGeom prst="straightConnector1">
            <a:avLst/>
          </a:prstGeom>
          <a:ln w="1905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箭头连接符 138"/>
          <p:cNvCxnSpPr/>
          <p:nvPr/>
        </p:nvCxnSpPr>
        <p:spPr>
          <a:xfrm>
            <a:off x="2623060" y="3237109"/>
            <a:ext cx="360420" cy="1161355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箭头连接符 160"/>
          <p:cNvCxnSpPr/>
          <p:nvPr/>
        </p:nvCxnSpPr>
        <p:spPr>
          <a:xfrm>
            <a:off x="2715390" y="3202625"/>
            <a:ext cx="360420" cy="1161355"/>
          </a:xfrm>
          <a:prstGeom prst="straightConnector1">
            <a:avLst/>
          </a:prstGeom>
          <a:ln w="1905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接箭头连接符 177"/>
          <p:cNvCxnSpPr/>
          <p:nvPr/>
        </p:nvCxnSpPr>
        <p:spPr>
          <a:xfrm flipH="1">
            <a:off x="3470715" y="3183714"/>
            <a:ext cx="1995662" cy="1367116"/>
          </a:xfrm>
          <a:prstGeom prst="straightConnector1">
            <a:avLst/>
          </a:prstGeom>
          <a:ln w="1905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接箭头连接符 179"/>
          <p:cNvCxnSpPr/>
          <p:nvPr/>
        </p:nvCxnSpPr>
        <p:spPr>
          <a:xfrm flipH="1">
            <a:off x="3416207" y="3095833"/>
            <a:ext cx="1995662" cy="1367116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对象 19"/>
          <p:cNvGraphicFramePr>
            <a:graphicFrameLocks noChangeAspect="1"/>
          </p:cNvGraphicFramePr>
          <p:nvPr>
            <p:extLst/>
          </p:nvPr>
        </p:nvGraphicFramePr>
        <p:xfrm>
          <a:off x="4021767" y="1358382"/>
          <a:ext cx="229862" cy="3064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AxMath" r:id="rId3" imgW="171720" imgH="227880" progId="Equation.AxMath">
                  <p:embed/>
                </p:oleObj>
              </mc:Choice>
              <mc:Fallback>
                <p:oleObj name="AxMath" r:id="rId3" imgW="171720" imgH="227880" progId="Equation.AxMath">
                  <p:embed/>
                  <p:pic>
                    <p:nvPicPr>
                      <p:cNvPr id="20" name="对象 1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21767" y="1358382"/>
                        <a:ext cx="229862" cy="3064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" name="对象 191"/>
          <p:cNvGraphicFramePr>
            <a:graphicFrameLocks noChangeAspect="1"/>
          </p:cNvGraphicFramePr>
          <p:nvPr>
            <p:extLst/>
          </p:nvPr>
        </p:nvGraphicFramePr>
        <p:xfrm>
          <a:off x="5784851" y="2608831"/>
          <a:ext cx="239712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AxMath" r:id="rId5" imgW="178920" imgH="227880" progId="Equation.AxMath">
                  <p:embed/>
                </p:oleObj>
              </mc:Choice>
              <mc:Fallback>
                <p:oleObj name="AxMath" r:id="rId5" imgW="178920" imgH="227880" progId="Equation.AxMath">
                  <p:embed/>
                  <p:pic>
                    <p:nvPicPr>
                      <p:cNvPr id="192" name="对象 19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84851" y="2608831"/>
                        <a:ext cx="239712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" name="对象 193"/>
          <p:cNvGraphicFramePr>
            <a:graphicFrameLocks noChangeAspect="1"/>
          </p:cNvGraphicFramePr>
          <p:nvPr>
            <p:extLst/>
          </p:nvPr>
        </p:nvGraphicFramePr>
        <p:xfrm>
          <a:off x="5212129" y="4707702"/>
          <a:ext cx="242888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AxMath" r:id="rId7" imgW="180360" imgH="227880" progId="Equation.AxMath">
                  <p:embed/>
                </p:oleObj>
              </mc:Choice>
              <mc:Fallback>
                <p:oleObj name="AxMath" r:id="rId7" imgW="180360" imgH="227880" progId="Equation.AxMath">
                  <p:embed/>
                  <p:pic>
                    <p:nvPicPr>
                      <p:cNvPr id="194" name="对象 19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12129" y="4707702"/>
                        <a:ext cx="242888" cy="306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" name="对象 194"/>
          <p:cNvGraphicFramePr>
            <a:graphicFrameLocks noChangeAspect="1"/>
          </p:cNvGraphicFramePr>
          <p:nvPr>
            <p:extLst/>
          </p:nvPr>
        </p:nvGraphicFramePr>
        <p:xfrm>
          <a:off x="2895600" y="4707701"/>
          <a:ext cx="247650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AxMath" r:id="rId9" imgW="183600" imgH="227880" progId="Equation.AxMath">
                  <p:embed/>
                </p:oleObj>
              </mc:Choice>
              <mc:Fallback>
                <p:oleObj name="AxMath" r:id="rId9" imgW="183600" imgH="227880" progId="Equation.AxMath">
                  <p:embed/>
                  <p:pic>
                    <p:nvPicPr>
                      <p:cNvPr id="195" name="对象 19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895600" y="4707701"/>
                        <a:ext cx="247650" cy="306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" name="对象 195"/>
          <p:cNvGraphicFramePr>
            <a:graphicFrameLocks noChangeAspect="1"/>
          </p:cNvGraphicFramePr>
          <p:nvPr>
            <p:extLst/>
          </p:nvPr>
        </p:nvGraphicFramePr>
        <p:xfrm>
          <a:off x="2216178" y="2608831"/>
          <a:ext cx="239713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AxMath" r:id="rId11" imgW="178560" imgH="227880" progId="Equation.AxMath">
                  <p:embed/>
                </p:oleObj>
              </mc:Choice>
              <mc:Fallback>
                <p:oleObj name="AxMath" r:id="rId11" imgW="178560" imgH="227880" progId="Equation.AxMath">
                  <p:embed/>
                  <p:pic>
                    <p:nvPicPr>
                      <p:cNvPr id="196" name="对象 19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16178" y="2608831"/>
                        <a:ext cx="239713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" name="对象 196"/>
          <p:cNvGraphicFramePr>
            <a:graphicFrameLocks noChangeAspect="1"/>
          </p:cNvGraphicFramePr>
          <p:nvPr>
            <p:extLst/>
          </p:nvPr>
        </p:nvGraphicFramePr>
        <p:xfrm>
          <a:off x="2814638" y="2000250"/>
          <a:ext cx="566737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AxMath" r:id="rId13" imgW="422640" imgH="227880" progId="Equation.AxMath">
                  <p:embed/>
                </p:oleObj>
              </mc:Choice>
              <mc:Fallback>
                <p:oleObj name="AxMath" r:id="rId13" imgW="422640" imgH="227880" progId="Equation.AxMath">
                  <p:embed/>
                  <p:pic>
                    <p:nvPicPr>
                      <p:cNvPr id="197" name="对象 19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814638" y="2000250"/>
                        <a:ext cx="566737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" name="对象 197"/>
          <p:cNvGraphicFramePr>
            <a:graphicFrameLocks noChangeAspect="1"/>
          </p:cNvGraphicFramePr>
          <p:nvPr>
            <p:extLst/>
          </p:nvPr>
        </p:nvGraphicFramePr>
        <p:xfrm>
          <a:off x="3597275" y="2214563"/>
          <a:ext cx="571500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AxMath" r:id="rId15" imgW="425880" imgH="227880" progId="Equation.AxMath">
                  <p:embed/>
                </p:oleObj>
              </mc:Choice>
              <mc:Fallback>
                <p:oleObj name="AxMath" r:id="rId15" imgW="425880" imgH="227880" progId="Equation.AxMath">
                  <p:embed/>
                  <p:pic>
                    <p:nvPicPr>
                      <p:cNvPr id="198" name="对象 197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597275" y="2214563"/>
                        <a:ext cx="571500" cy="306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" name="对象 198"/>
          <p:cNvGraphicFramePr>
            <a:graphicFrameLocks noChangeAspect="1"/>
          </p:cNvGraphicFramePr>
          <p:nvPr>
            <p:extLst/>
          </p:nvPr>
        </p:nvGraphicFramePr>
        <p:xfrm>
          <a:off x="3883025" y="2608831"/>
          <a:ext cx="577850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AxMath" r:id="rId17" imgW="429480" imgH="227880" progId="Equation.AxMath">
                  <p:embed/>
                </p:oleObj>
              </mc:Choice>
              <mc:Fallback>
                <p:oleObj name="AxMath" r:id="rId17" imgW="429480" imgH="227880" progId="Equation.AxMath">
                  <p:embed/>
                  <p:pic>
                    <p:nvPicPr>
                      <p:cNvPr id="199" name="对象 198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883025" y="2608831"/>
                        <a:ext cx="577850" cy="306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" name="对象 200"/>
          <p:cNvGraphicFramePr>
            <a:graphicFrameLocks noChangeAspect="1"/>
          </p:cNvGraphicFramePr>
          <p:nvPr>
            <p:extLst/>
          </p:nvPr>
        </p:nvGraphicFramePr>
        <p:xfrm>
          <a:off x="3842796" y="3041342"/>
          <a:ext cx="577850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AxMath" r:id="rId19" imgW="429480" imgH="227880" progId="Equation.AxMath">
                  <p:embed/>
                </p:oleObj>
              </mc:Choice>
              <mc:Fallback>
                <p:oleObj name="AxMath" r:id="rId19" imgW="429480" imgH="227880" progId="Equation.AxMath">
                  <p:embed/>
                  <p:pic>
                    <p:nvPicPr>
                      <p:cNvPr id="201" name="对象 200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842796" y="3041342"/>
                        <a:ext cx="577850" cy="306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" name="对象 201"/>
          <p:cNvGraphicFramePr>
            <a:graphicFrameLocks noChangeAspect="1"/>
          </p:cNvGraphicFramePr>
          <p:nvPr>
            <p:extLst/>
          </p:nvPr>
        </p:nvGraphicFramePr>
        <p:xfrm>
          <a:off x="2173288" y="3714750"/>
          <a:ext cx="579437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AxMath" r:id="rId21" imgW="431280" imgH="227880" progId="Equation.AxMath">
                  <p:embed/>
                </p:oleObj>
              </mc:Choice>
              <mc:Fallback>
                <p:oleObj name="AxMath" r:id="rId21" imgW="431280" imgH="227880" progId="Equation.AxMath">
                  <p:embed/>
                  <p:pic>
                    <p:nvPicPr>
                      <p:cNvPr id="202" name="对象 201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173288" y="3714750"/>
                        <a:ext cx="579437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" name="对象 203"/>
          <p:cNvGraphicFramePr>
            <a:graphicFrameLocks noChangeAspect="1"/>
          </p:cNvGraphicFramePr>
          <p:nvPr>
            <p:extLst/>
          </p:nvPr>
        </p:nvGraphicFramePr>
        <p:xfrm>
          <a:off x="2940050" y="3594100"/>
          <a:ext cx="581025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AxMath" r:id="rId23" imgW="433800" imgH="227880" progId="Equation.AxMath">
                  <p:embed/>
                </p:oleObj>
              </mc:Choice>
              <mc:Fallback>
                <p:oleObj name="AxMath" r:id="rId23" imgW="433800" imgH="227880" progId="Equation.AxMath">
                  <p:embed/>
                  <p:pic>
                    <p:nvPicPr>
                      <p:cNvPr id="204" name="对象 203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940050" y="3594100"/>
                        <a:ext cx="581025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" name="对象 204"/>
          <p:cNvGraphicFramePr>
            <a:graphicFrameLocks noChangeAspect="1"/>
          </p:cNvGraphicFramePr>
          <p:nvPr>
            <p:extLst/>
          </p:nvPr>
        </p:nvGraphicFramePr>
        <p:xfrm>
          <a:off x="3794125" y="3533775"/>
          <a:ext cx="579438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AxMath" r:id="rId25" imgW="431640" imgH="227880" progId="Equation.AxMath">
                  <p:embed/>
                </p:oleObj>
              </mc:Choice>
              <mc:Fallback>
                <p:oleObj name="AxMath" r:id="rId25" imgW="431640" imgH="227880" progId="Equation.AxMath">
                  <p:embed/>
                  <p:pic>
                    <p:nvPicPr>
                      <p:cNvPr id="205" name="对象 204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794125" y="3533775"/>
                        <a:ext cx="579438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" name="对象 206"/>
          <p:cNvGraphicFramePr>
            <a:graphicFrameLocks noChangeAspect="1"/>
          </p:cNvGraphicFramePr>
          <p:nvPr>
            <p:extLst/>
          </p:nvPr>
        </p:nvGraphicFramePr>
        <p:xfrm>
          <a:off x="4184650" y="4037013"/>
          <a:ext cx="581025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AxMath" r:id="rId27" imgW="433800" imgH="227880" progId="Equation.AxMath">
                  <p:embed/>
                </p:oleObj>
              </mc:Choice>
              <mc:Fallback>
                <p:oleObj name="AxMath" r:id="rId27" imgW="433800" imgH="227880" progId="Equation.AxMath">
                  <p:embed/>
                  <p:pic>
                    <p:nvPicPr>
                      <p:cNvPr id="207" name="对象 206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184650" y="4037013"/>
                        <a:ext cx="581025" cy="306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" name="对象 207"/>
          <p:cNvGraphicFramePr>
            <a:graphicFrameLocks noChangeAspect="1"/>
          </p:cNvGraphicFramePr>
          <p:nvPr>
            <p:extLst/>
          </p:nvPr>
        </p:nvGraphicFramePr>
        <p:xfrm>
          <a:off x="4741863" y="3651250"/>
          <a:ext cx="576262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AxMath" r:id="rId29" imgW="430200" imgH="227880" progId="Equation.AxMath">
                  <p:embed/>
                </p:oleObj>
              </mc:Choice>
              <mc:Fallback>
                <p:oleObj name="AxMath" r:id="rId29" imgW="430200" imgH="227880" progId="Equation.AxMath">
                  <p:embed/>
                  <p:pic>
                    <p:nvPicPr>
                      <p:cNvPr id="208" name="对象 207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741863" y="3651250"/>
                        <a:ext cx="576262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" name="对象 209"/>
          <p:cNvGraphicFramePr>
            <a:graphicFrameLocks noChangeAspect="1"/>
          </p:cNvGraphicFramePr>
          <p:nvPr>
            <p:extLst/>
          </p:nvPr>
        </p:nvGraphicFramePr>
        <p:xfrm>
          <a:off x="5446713" y="3773488"/>
          <a:ext cx="577850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AxMath" r:id="rId31" imgW="431280" imgH="227880" progId="Equation.AxMath">
                  <p:embed/>
                </p:oleObj>
              </mc:Choice>
              <mc:Fallback>
                <p:oleObj name="AxMath" r:id="rId31" imgW="431280" imgH="227880" progId="Equation.AxMath">
                  <p:embed/>
                  <p:pic>
                    <p:nvPicPr>
                      <p:cNvPr id="210" name="对象 209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446713" y="3773488"/>
                        <a:ext cx="577850" cy="306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" name="椭圆 210"/>
          <p:cNvSpPr/>
          <p:nvPr/>
        </p:nvSpPr>
        <p:spPr>
          <a:xfrm>
            <a:off x="5408702" y="2762024"/>
            <a:ext cx="389102" cy="383637"/>
          </a:xfrm>
          <a:prstGeom prst="ellipse">
            <a:avLst/>
          </a:prstGeom>
          <a:solidFill>
            <a:srgbClr val="7BBDD7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3" name="椭圆 212"/>
          <p:cNvSpPr/>
          <p:nvPr/>
        </p:nvSpPr>
        <p:spPr>
          <a:xfrm>
            <a:off x="4909978" y="4397064"/>
            <a:ext cx="389102" cy="383637"/>
          </a:xfrm>
          <a:prstGeom prst="ellipse">
            <a:avLst/>
          </a:prstGeom>
          <a:solidFill>
            <a:srgbClr val="7BBDD7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6" name="椭圆 215"/>
          <p:cNvSpPr/>
          <p:nvPr/>
        </p:nvSpPr>
        <p:spPr>
          <a:xfrm>
            <a:off x="2981897" y="4390729"/>
            <a:ext cx="389102" cy="383637"/>
          </a:xfrm>
          <a:prstGeom prst="ellipse">
            <a:avLst/>
          </a:prstGeom>
          <a:solidFill>
            <a:srgbClr val="7BBDD7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椭圆 216"/>
          <p:cNvSpPr/>
          <p:nvPr/>
        </p:nvSpPr>
        <p:spPr>
          <a:xfrm>
            <a:off x="2439490" y="2761794"/>
            <a:ext cx="389102" cy="383637"/>
          </a:xfrm>
          <a:prstGeom prst="ellipse">
            <a:avLst/>
          </a:prstGeom>
          <a:solidFill>
            <a:srgbClr val="7BBDD7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1280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</Words>
  <Application>Microsoft Office PowerPoint</Application>
  <PresentationFormat>宽屏</PresentationFormat>
  <Paragraphs>5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Times New Roman</vt:lpstr>
      <vt:lpstr>Office 主题​​</vt:lpstr>
      <vt:lpstr>AxMath</vt:lpstr>
      <vt:lpstr>PowerPoint 演示文稿</vt:lpstr>
    </vt:vector>
  </TitlesOfParts>
  <Company>ZJU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YanChangzhi</dc:creator>
  <cp:lastModifiedBy>YanChangzhi</cp:lastModifiedBy>
  <cp:revision>1</cp:revision>
  <dcterms:created xsi:type="dcterms:W3CDTF">2024-02-23T07:08:00Z</dcterms:created>
  <dcterms:modified xsi:type="dcterms:W3CDTF">2024-02-23T07:09:25Z</dcterms:modified>
</cp:coreProperties>
</file>