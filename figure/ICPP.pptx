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5" r:id="rId2"/>
    <p:sldId id="264" r:id="rId3"/>
    <p:sldId id="262" r:id="rId4"/>
    <p:sldId id="257" r:id="rId5"/>
    <p:sldId id="271" r:id="rId6"/>
    <p:sldId id="272" r:id="rId7"/>
    <p:sldId id="258" r:id="rId8"/>
    <p:sldId id="259" r:id="rId9"/>
    <p:sldId id="261" r:id="rId10"/>
    <p:sldId id="263" r:id="rId11"/>
    <p:sldId id="266" r:id="rId12"/>
    <p:sldId id="267" r:id="rId13"/>
    <p:sldId id="270" r:id="rId14"/>
    <p:sldId id="269" r:id="rId15"/>
    <p:sldId id="268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DC3E6"/>
    <a:srgbClr val="F4B183"/>
    <a:srgbClr val="947CFC"/>
    <a:srgbClr val="C9C9C9"/>
    <a:srgbClr val="ED7D31"/>
    <a:srgbClr val="5B9BD5"/>
    <a:srgbClr val="00B050"/>
    <a:srgbClr val="1F4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89" autoAdjust="0"/>
    <p:restoredTop sz="94951" autoAdjust="0"/>
  </p:normalViewPr>
  <p:slideViewPr>
    <p:cSldViewPr snapToGrid="0">
      <p:cViewPr varScale="1">
        <p:scale>
          <a:sx n="151" d="100"/>
          <a:sy n="151" d="100"/>
        </p:scale>
        <p:origin x="720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image" Target="../media/image10.wmf"/><Relationship Id="rId1" Type="http://schemas.openxmlformats.org/officeDocument/2006/relationships/image" Target="../media/image9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9.wmf"/><Relationship Id="rId13" Type="http://schemas.openxmlformats.org/officeDocument/2006/relationships/image" Target="../media/image24.wmf"/><Relationship Id="rId3" Type="http://schemas.openxmlformats.org/officeDocument/2006/relationships/image" Target="../media/image14.wmf"/><Relationship Id="rId7" Type="http://schemas.openxmlformats.org/officeDocument/2006/relationships/image" Target="../media/image18.wmf"/><Relationship Id="rId12" Type="http://schemas.openxmlformats.org/officeDocument/2006/relationships/image" Target="../media/image23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Relationship Id="rId6" Type="http://schemas.openxmlformats.org/officeDocument/2006/relationships/image" Target="../media/image17.wmf"/><Relationship Id="rId11" Type="http://schemas.openxmlformats.org/officeDocument/2006/relationships/image" Target="../media/image22.wmf"/><Relationship Id="rId5" Type="http://schemas.openxmlformats.org/officeDocument/2006/relationships/image" Target="../media/image16.wmf"/><Relationship Id="rId15" Type="http://schemas.openxmlformats.org/officeDocument/2006/relationships/image" Target="../media/image26.wmf"/><Relationship Id="rId10" Type="http://schemas.openxmlformats.org/officeDocument/2006/relationships/image" Target="../media/image21.wmf"/><Relationship Id="rId4" Type="http://schemas.openxmlformats.org/officeDocument/2006/relationships/image" Target="../media/image15.wmf"/><Relationship Id="rId9" Type="http://schemas.openxmlformats.org/officeDocument/2006/relationships/image" Target="../media/image20.wmf"/><Relationship Id="rId14" Type="http://schemas.openxmlformats.org/officeDocument/2006/relationships/image" Target="../media/image25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13" Type="http://schemas.openxmlformats.org/officeDocument/2006/relationships/image" Target="../media/image33.wmf"/><Relationship Id="rId3" Type="http://schemas.openxmlformats.org/officeDocument/2006/relationships/image" Target="../media/image17.wmf"/><Relationship Id="rId7" Type="http://schemas.openxmlformats.org/officeDocument/2006/relationships/image" Target="../media/image21.wmf"/><Relationship Id="rId12" Type="http://schemas.openxmlformats.org/officeDocument/2006/relationships/image" Target="../media/image32.wmf"/><Relationship Id="rId2" Type="http://schemas.openxmlformats.org/officeDocument/2006/relationships/image" Target="../media/image16.wmf"/><Relationship Id="rId1" Type="http://schemas.openxmlformats.org/officeDocument/2006/relationships/image" Target="../media/image14.wmf"/><Relationship Id="rId6" Type="http://schemas.openxmlformats.org/officeDocument/2006/relationships/image" Target="../media/image29.wmf"/><Relationship Id="rId11" Type="http://schemas.openxmlformats.org/officeDocument/2006/relationships/image" Target="../media/image31.wmf"/><Relationship Id="rId5" Type="http://schemas.openxmlformats.org/officeDocument/2006/relationships/image" Target="../media/image28.wmf"/><Relationship Id="rId15" Type="http://schemas.openxmlformats.org/officeDocument/2006/relationships/image" Target="../media/image35.wmf"/><Relationship Id="rId10" Type="http://schemas.openxmlformats.org/officeDocument/2006/relationships/image" Target="../media/image30.wmf"/><Relationship Id="rId4" Type="http://schemas.openxmlformats.org/officeDocument/2006/relationships/image" Target="../media/image27.wmf"/><Relationship Id="rId9" Type="http://schemas.openxmlformats.org/officeDocument/2006/relationships/image" Target="../media/image23.wmf"/><Relationship Id="rId14" Type="http://schemas.openxmlformats.org/officeDocument/2006/relationships/image" Target="../media/image3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E91CFC-8265-4471-8BD5-BB46E1DDD31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85519D-9BD0-4B4B-B77F-7A9E40FFBA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8509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8243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8169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71318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028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85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3076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1727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0251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0300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8014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8590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5508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6089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2101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6670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443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3950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C62D4-A96C-41D8-B31A-4F9640C07160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3490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9.bin"/><Relationship Id="rId18" Type="http://schemas.openxmlformats.org/officeDocument/2006/relationships/image" Target="../media/image19.wmf"/><Relationship Id="rId26" Type="http://schemas.openxmlformats.org/officeDocument/2006/relationships/oleObject" Target="../embeddings/oleObject18.bin"/><Relationship Id="rId21" Type="http://schemas.openxmlformats.org/officeDocument/2006/relationships/oleObject" Target="../embeddings/oleObject13.bin"/><Relationship Id="rId34" Type="http://schemas.openxmlformats.org/officeDocument/2006/relationships/image" Target="../media/image24.wmf"/><Relationship Id="rId7" Type="http://schemas.openxmlformats.org/officeDocument/2006/relationships/oleObject" Target="../embeddings/oleObject6.bin"/><Relationship Id="rId12" Type="http://schemas.openxmlformats.org/officeDocument/2006/relationships/image" Target="../media/image16.wmf"/><Relationship Id="rId17" Type="http://schemas.openxmlformats.org/officeDocument/2006/relationships/oleObject" Target="../embeddings/oleObject11.bin"/><Relationship Id="rId25" Type="http://schemas.openxmlformats.org/officeDocument/2006/relationships/oleObject" Target="../embeddings/oleObject17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6.wmf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18.wmf"/><Relationship Id="rId20" Type="http://schemas.openxmlformats.org/officeDocument/2006/relationships/image" Target="../media/image20.wmf"/><Relationship Id="rId29" Type="http://schemas.openxmlformats.org/officeDocument/2006/relationships/oleObject" Target="../embeddings/oleObject20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13.wmf"/><Relationship Id="rId11" Type="http://schemas.openxmlformats.org/officeDocument/2006/relationships/oleObject" Target="../embeddings/oleObject8.bin"/><Relationship Id="rId24" Type="http://schemas.openxmlformats.org/officeDocument/2006/relationships/oleObject" Target="../embeddings/oleObject16.bin"/><Relationship Id="rId32" Type="http://schemas.openxmlformats.org/officeDocument/2006/relationships/image" Target="../media/image23.wmf"/><Relationship Id="rId37" Type="http://schemas.openxmlformats.org/officeDocument/2006/relationships/oleObject" Target="../embeddings/oleObject24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0.bin"/><Relationship Id="rId23" Type="http://schemas.openxmlformats.org/officeDocument/2006/relationships/oleObject" Target="../embeddings/oleObject15.bin"/><Relationship Id="rId28" Type="http://schemas.openxmlformats.org/officeDocument/2006/relationships/image" Target="../media/image21.wmf"/><Relationship Id="rId36" Type="http://schemas.openxmlformats.org/officeDocument/2006/relationships/image" Target="../media/image25.wmf"/><Relationship Id="rId10" Type="http://schemas.openxmlformats.org/officeDocument/2006/relationships/image" Target="../media/image15.wmf"/><Relationship Id="rId19" Type="http://schemas.openxmlformats.org/officeDocument/2006/relationships/oleObject" Target="../embeddings/oleObject12.bin"/><Relationship Id="rId31" Type="http://schemas.openxmlformats.org/officeDocument/2006/relationships/oleObject" Target="../embeddings/oleObject21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7.bin"/><Relationship Id="rId14" Type="http://schemas.openxmlformats.org/officeDocument/2006/relationships/image" Target="../media/image17.wmf"/><Relationship Id="rId22" Type="http://schemas.openxmlformats.org/officeDocument/2006/relationships/oleObject" Target="../embeddings/oleObject14.bin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22.wmf"/><Relationship Id="rId35" Type="http://schemas.openxmlformats.org/officeDocument/2006/relationships/oleObject" Target="../embeddings/oleObject23.bin"/><Relationship Id="rId8" Type="http://schemas.openxmlformats.org/officeDocument/2006/relationships/image" Target="../media/image14.wmf"/><Relationship Id="rId3" Type="http://schemas.openxmlformats.org/officeDocument/2006/relationships/oleObject" Target="../embeddings/oleObject4.bin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30.bin"/><Relationship Id="rId18" Type="http://schemas.openxmlformats.org/officeDocument/2006/relationships/oleObject" Target="../embeddings/oleObject34.bin"/><Relationship Id="rId26" Type="http://schemas.openxmlformats.org/officeDocument/2006/relationships/image" Target="../media/image23.wmf"/><Relationship Id="rId21" Type="http://schemas.openxmlformats.org/officeDocument/2006/relationships/oleObject" Target="../embeddings/oleObject37.bin"/><Relationship Id="rId34" Type="http://schemas.openxmlformats.org/officeDocument/2006/relationships/image" Target="../media/image33.wmf"/><Relationship Id="rId7" Type="http://schemas.openxmlformats.org/officeDocument/2006/relationships/oleObject" Target="../embeddings/oleObject27.bin"/><Relationship Id="rId12" Type="http://schemas.openxmlformats.org/officeDocument/2006/relationships/image" Target="../media/image28.wmf"/><Relationship Id="rId17" Type="http://schemas.openxmlformats.org/officeDocument/2006/relationships/oleObject" Target="../embeddings/oleObject33.bin"/><Relationship Id="rId25" Type="http://schemas.openxmlformats.org/officeDocument/2006/relationships/oleObject" Target="../embeddings/oleObject39.bin"/><Relationship Id="rId33" Type="http://schemas.openxmlformats.org/officeDocument/2006/relationships/oleObject" Target="../embeddings/oleObject43.bin"/><Relationship Id="rId38" Type="http://schemas.openxmlformats.org/officeDocument/2006/relationships/image" Target="../media/image35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32.bin"/><Relationship Id="rId20" Type="http://schemas.openxmlformats.org/officeDocument/2006/relationships/oleObject" Target="../embeddings/oleObject36.bin"/><Relationship Id="rId29" Type="http://schemas.openxmlformats.org/officeDocument/2006/relationships/oleObject" Target="../embeddings/oleObject41.bin"/><Relationship Id="rId1" Type="http://schemas.openxmlformats.org/officeDocument/2006/relationships/vmlDrawing" Target="../drawings/vmlDrawing3.vml"/><Relationship Id="rId6" Type="http://schemas.openxmlformats.org/officeDocument/2006/relationships/image" Target="../media/image16.wmf"/><Relationship Id="rId11" Type="http://schemas.openxmlformats.org/officeDocument/2006/relationships/oleObject" Target="../embeddings/oleObject29.bin"/><Relationship Id="rId24" Type="http://schemas.openxmlformats.org/officeDocument/2006/relationships/image" Target="../media/image22.wmf"/><Relationship Id="rId32" Type="http://schemas.openxmlformats.org/officeDocument/2006/relationships/image" Target="../media/image32.wmf"/><Relationship Id="rId37" Type="http://schemas.openxmlformats.org/officeDocument/2006/relationships/oleObject" Target="../embeddings/oleObject45.bin"/><Relationship Id="rId5" Type="http://schemas.openxmlformats.org/officeDocument/2006/relationships/oleObject" Target="../embeddings/oleObject26.bin"/><Relationship Id="rId15" Type="http://schemas.openxmlformats.org/officeDocument/2006/relationships/oleObject" Target="../embeddings/oleObject31.bin"/><Relationship Id="rId23" Type="http://schemas.openxmlformats.org/officeDocument/2006/relationships/oleObject" Target="../embeddings/oleObject38.bin"/><Relationship Id="rId28" Type="http://schemas.openxmlformats.org/officeDocument/2006/relationships/image" Target="../media/image30.wmf"/><Relationship Id="rId36" Type="http://schemas.openxmlformats.org/officeDocument/2006/relationships/image" Target="../media/image34.wmf"/><Relationship Id="rId10" Type="http://schemas.openxmlformats.org/officeDocument/2006/relationships/image" Target="../media/image27.wmf"/><Relationship Id="rId19" Type="http://schemas.openxmlformats.org/officeDocument/2006/relationships/oleObject" Target="../embeddings/oleObject35.bin"/><Relationship Id="rId31" Type="http://schemas.openxmlformats.org/officeDocument/2006/relationships/oleObject" Target="../embeddings/oleObject42.bin"/><Relationship Id="rId4" Type="http://schemas.openxmlformats.org/officeDocument/2006/relationships/image" Target="../media/image14.wmf"/><Relationship Id="rId9" Type="http://schemas.openxmlformats.org/officeDocument/2006/relationships/oleObject" Target="../embeddings/oleObject28.bin"/><Relationship Id="rId14" Type="http://schemas.openxmlformats.org/officeDocument/2006/relationships/image" Target="../media/image29.wmf"/><Relationship Id="rId22" Type="http://schemas.openxmlformats.org/officeDocument/2006/relationships/image" Target="../media/image21.wmf"/><Relationship Id="rId27" Type="http://schemas.openxmlformats.org/officeDocument/2006/relationships/oleObject" Target="../embeddings/oleObject40.bin"/><Relationship Id="rId30" Type="http://schemas.openxmlformats.org/officeDocument/2006/relationships/image" Target="../media/image31.wmf"/><Relationship Id="rId35" Type="http://schemas.openxmlformats.org/officeDocument/2006/relationships/oleObject" Target="../embeddings/oleObject44.bin"/><Relationship Id="rId8" Type="http://schemas.openxmlformats.org/officeDocument/2006/relationships/image" Target="../media/image17.wmf"/><Relationship Id="rId3" Type="http://schemas.openxmlformats.org/officeDocument/2006/relationships/oleObject" Target="../embeddings/oleObject25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82" name="文本框 81"/>
          <p:cNvSpPr txBox="1"/>
          <p:nvPr/>
        </p:nvSpPr>
        <p:spPr>
          <a:xfrm>
            <a:off x="683336" y="1961148"/>
            <a:ext cx="38648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 smtClean="0">
                <a:ln w="0"/>
              </a:rPr>
              <a:t>Computation-Communication </a:t>
            </a:r>
            <a:r>
              <a:rPr lang="en-US" altLang="zh-CN" sz="1600" b="1" dirty="0">
                <a:ln w="0"/>
              </a:rPr>
              <a:t>P</a:t>
            </a:r>
            <a:r>
              <a:rPr lang="en-US" altLang="zh-CN" sz="1600" b="1" dirty="0" smtClean="0">
                <a:ln w="0"/>
              </a:rPr>
              <a:t>attern Analysis</a:t>
            </a:r>
            <a:endParaRPr lang="zh-CN" altLang="en-US" sz="1600" b="1" dirty="0">
              <a:ln w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Critical path extraction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692709"/>
            <a:ext cx="1442656" cy="39636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 smtClean="0">
                <a:solidFill>
                  <a:schemeClr val="tx1"/>
                </a:solidFill>
              </a:rPr>
              <a:t>Iteration time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1704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Computation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1927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Communication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grpSp>
        <p:nvGrpSpPr>
          <p:cNvPr id="137" name="组合 136"/>
          <p:cNvGrpSpPr/>
          <p:nvPr/>
        </p:nvGrpSpPr>
        <p:grpSpPr>
          <a:xfrm>
            <a:off x="613063" y="289587"/>
            <a:ext cx="7614996" cy="1430755"/>
            <a:chOff x="1101436" y="-837492"/>
            <a:chExt cx="7614996" cy="1430755"/>
          </a:xfrm>
        </p:grpSpPr>
        <p:sp>
          <p:nvSpPr>
            <p:cNvPr id="55" name="圆角矩形 54"/>
            <p:cNvSpPr/>
            <p:nvPr/>
          </p:nvSpPr>
          <p:spPr>
            <a:xfrm>
              <a:off x="1101436" y="-837492"/>
              <a:ext cx="7614996" cy="14307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6363641" y="-780281"/>
              <a:ext cx="206303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 smtClean="0">
                  <a:ln w="0"/>
                </a:rPr>
                <a:t>Computation Time Prediction</a:t>
              </a:r>
              <a:endParaRPr lang="zh-CN" altLang="en-US" sz="1600" b="1" dirty="0">
                <a:ln w="0"/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1174360" y="-68580"/>
              <a:ext cx="1499432" cy="50033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332448" y="-68580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 flipV="1">
              <a:off x="2673792" y="181589"/>
              <a:ext cx="658656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5679314" y="-68580"/>
              <a:ext cx="1100382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2503178" y="-138500"/>
              <a:ext cx="99988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 smtClean="0"/>
                <a:t>NN layer</a:t>
              </a:r>
              <a:endParaRPr lang="zh-CN" altLang="en-US" sz="12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4625987" y="181589"/>
              <a:ext cx="105332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7161911" y="-70116"/>
              <a:ext cx="1279018" cy="5018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stCxn id="66" idx="3"/>
              <a:endCxn id="69" idx="1"/>
            </p:cNvCxnSpPr>
            <p:nvPr/>
          </p:nvCxnSpPr>
          <p:spPr>
            <a:xfrm flipV="1">
              <a:off x="6779696" y="180821"/>
              <a:ext cx="382215" cy="7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4748781" y="-270903"/>
              <a:ext cx="97320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 smtClean="0"/>
                <a:t>Benchmark dataset</a:t>
              </a:r>
              <a:endParaRPr lang="zh-CN" altLang="en-US" sz="1200" b="1" dirty="0"/>
            </a:p>
          </p:txBody>
        </p:sp>
        <p:cxnSp>
          <p:nvCxnSpPr>
            <p:cNvPr id="3" name="肘形连接符 2"/>
            <p:cNvCxnSpPr>
              <a:stCxn id="60" idx="3"/>
            </p:cNvCxnSpPr>
            <p:nvPr/>
          </p:nvCxnSpPr>
          <p:spPr>
            <a:xfrm>
              <a:off x="4625987" y="-478020"/>
              <a:ext cx="135532" cy="64210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矩形 59"/>
            <p:cNvSpPr/>
            <p:nvPr/>
          </p:nvSpPr>
          <p:spPr>
            <a:xfrm>
              <a:off x="3332448" y="-728189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expansion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6" name="组合 135"/>
          <p:cNvGrpSpPr/>
          <p:nvPr/>
        </p:nvGrpSpPr>
        <p:grpSpPr>
          <a:xfrm>
            <a:off x="613063" y="3844781"/>
            <a:ext cx="7614996" cy="1737781"/>
            <a:chOff x="1101436" y="4407606"/>
            <a:chExt cx="7614996" cy="1737781"/>
          </a:xfrm>
        </p:grpSpPr>
        <p:sp>
          <p:nvSpPr>
            <p:cNvPr id="57" name="圆角矩形 56"/>
            <p:cNvSpPr/>
            <p:nvPr/>
          </p:nvSpPr>
          <p:spPr>
            <a:xfrm>
              <a:off x="1101436" y="4407606"/>
              <a:ext cx="7614996" cy="17377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6272075" y="4415159"/>
              <a:ext cx="231312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 smtClean="0">
                  <a:ln w="0"/>
                </a:rPr>
                <a:t>Communication Time Prediction</a:t>
              </a:r>
              <a:endParaRPr lang="zh-CN" altLang="en-US" sz="1600" b="1" dirty="0">
                <a:ln w="0"/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1398616" y="4730606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Real-time throughput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745811" y="4730606"/>
              <a:ext cx="238482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745810" y="5436732"/>
              <a:ext cx="2384826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3350671" y="4977279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90" idx="3"/>
              <a:endCxn id="76" idx="1"/>
            </p:cNvCxnSpPr>
            <p:nvPr/>
          </p:nvCxnSpPr>
          <p:spPr>
            <a:xfrm>
              <a:off x="3350670" y="5683405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6472436" y="5162811"/>
              <a:ext cx="1854164" cy="355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6130636" y="4977279"/>
              <a:ext cx="12700" cy="706126"/>
            </a:xfrm>
            <a:prstGeom prst="bentConnector3">
              <a:avLst>
                <a:gd name="adj1" fmla="val 116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 flipV="1">
              <a:off x="6279226" y="5340410"/>
              <a:ext cx="193210" cy="55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矩形 89"/>
            <p:cNvSpPr/>
            <p:nvPr/>
          </p:nvSpPr>
          <p:spPr>
            <a:xfrm>
              <a:off x="1398615" y="5436732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Communication topology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Operation queue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Device time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13725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305200" y="3252807"/>
            <a:ext cx="1533027" cy="1524778"/>
          </a:xfrm>
          <a:prstGeom prst="bentConnector3">
            <a:avLst>
              <a:gd name="adj1" fmla="val -21707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15578" y="2733031"/>
            <a:ext cx="335666" cy="321416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8821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4" name="组合 53"/>
          <p:cNvGrpSpPr/>
          <p:nvPr/>
        </p:nvGrpSpPr>
        <p:grpSpPr>
          <a:xfrm>
            <a:off x="-1131269" y="-1226273"/>
            <a:ext cx="13170869" cy="8944004"/>
            <a:chOff x="-978869" y="-281393"/>
            <a:chExt cx="13170869" cy="8944004"/>
          </a:xfrm>
        </p:grpSpPr>
        <p:sp>
          <p:nvSpPr>
            <p:cNvPr id="55" name="圆角矩形 54"/>
            <p:cNvSpPr/>
            <p:nvPr/>
          </p:nvSpPr>
          <p:spPr>
            <a:xfrm>
              <a:off x="-978869" y="-281393"/>
              <a:ext cx="13170869" cy="217243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" name="圆角矩形 55"/>
            <p:cNvSpPr/>
            <p:nvPr/>
          </p:nvSpPr>
          <p:spPr>
            <a:xfrm>
              <a:off x="1748963" y="2284341"/>
              <a:ext cx="7315200" cy="2557382"/>
            </a:xfrm>
            <a:prstGeom prst="roundRect">
              <a:avLst/>
            </a:prstGeom>
            <a:noFill/>
            <a:ln w="28575">
              <a:solidFill>
                <a:schemeClr val="accent1">
                  <a:lumMod val="50000"/>
                </a:schemeClr>
              </a:solidFill>
              <a:prstDash val="dash"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圆角矩形 56"/>
            <p:cNvSpPr/>
            <p:nvPr/>
          </p:nvSpPr>
          <p:spPr>
            <a:xfrm>
              <a:off x="-978869" y="5240560"/>
              <a:ext cx="13170869" cy="342205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3640321" y="-205164"/>
              <a:ext cx="4301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-653111" y="673977"/>
              <a:ext cx="230494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469608" y="673977"/>
              <a:ext cx="193695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>
              <a:off x="1651832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7224339" y="673977"/>
              <a:ext cx="184618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93002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Neural network layer</a:t>
              </a:r>
              <a:endParaRPr lang="zh-CN" altLang="en-US" sz="20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5406563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9998240" y="673977"/>
              <a:ext cx="198309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stCxn id="66" idx="3"/>
              <a:endCxn id="69" idx="1"/>
            </p:cNvCxnSpPr>
            <p:nvPr/>
          </p:nvCxnSpPr>
          <p:spPr>
            <a:xfrm>
              <a:off x="9070524" y="1091454"/>
              <a:ext cx="92771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5331763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Benchmark dataset</a:t>
              </a:r>
              <a:endParaRPr lang="zh-CN" altLang="en-US" sz="2000" b="1" dirty="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3450364" y="5297604"/>
              <a:ext cx="468109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Communication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-111492" y="6097265"/>
              <a:ext cx="2482647" cy="8769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Real-time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throughput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4" name="矩形 73"/>
            <p:cNvSpPr/>
            <p:nvPr/>
          </p:nvSpPr>
          <p:spPr>
            <a:xfrm>
              <a:off x="-111492" y="7254594"/>
              <a:ext cx="2482647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topology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657852" y="6097265"/>
              <a:ext cx="3722220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657852" y="7254593"/>
              <a:ext cx="3722220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2371155" y="6535715"/>
              <a:ext cx="128669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74" idx="3"/>
              <a:endCxn id="76" idx="1"/>
            </p:cNvCxnSpPr>
            <p:nvPr/>
          </p:nvCxnSpPr>
          <p:spPr>
            <a:xfrm flipV="1">
              <a:off x="2371155" y="7710475"/>
              <a:ext cx="12866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8834162" y="6657925"/>
              <a:ext cx="2644934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7380072" y="6535715"/>
              <a:ext cx="12700" cy="1174760"/>
            </a:xfrm>
            <a:prstGeom prst="bentConnector3">
              <a:avLst>
                <a:gd name="adj1" fmla="val 4165063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>
              <a:off x="7903322" y="7090267"/>
              <a:ext cx="930840" cy="61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文本框 81"/>
            <p:cNvSpPr txBox="1"/>
            <p:nvPr/>
          </p:nvSpPr>
          <p:spPr>
            <a:xfrm>
              <a:off x="2125244" y="2437700"/>
              <a:ext cx="6787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Computation-Communication Overlap Analysis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6066476" y="3284197"/>
              <a:ext cx="2372543" cy="11411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Critical path extraction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2469836" y="3284196"/>
              <a:ext cx="2372543" cy="114117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 smtClean="0">
                  <a:solidFill>
                    <a:schemeClr val="tx1"/>
                  </a:solidFill>
                </a:rPr>
                <a:t>Iteration time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直接箭头连接符 84"/>
            <p:cNvCxnSpPr>
              <a:stCxn id="83" idx="1"/>
              <a:endCxn id="84" idx="3"/>
            </p:cNvCxnSpPr>
            <p:nvPr/>
          </p:nvCxnSpPr>
          <p:spPr>
            <a:xfrm flipH="1" flipV="1">
              <a:off x="4842379" y="3854783"/>
              <a:ext cx="12240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肘形连接符 85"/>
            <p:cNvCxnSpPr>
              <a:stCxn id="69" idx="3"/>
            </p:cNvCxnSpPr>
            <p:nvPr/>
          </p:nvCxnSpPr>
          <p:spPr>
            <a:xfrm flipH="1">
              <a:off x="8439019" y="1091454"/>
              <a:ext cx="3542314" cy="2591035"/>
            </a:xfrm>
            <a:prstGeom prst="bentConnector3">
              <a:avLst>
                <a:gd name="adj1" fmla="val -18930"/>
              </a:avLst>
            </a:prstGeom>
            <a:ln w="28575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肘形连接符 86"/>
            <p:cNvCxnSpPr/>
            <p:nvPr/>
          </p:nvCxnSpPr>
          <p:spPr>
            <a:xfrm rot="10800000">
              <a:off x="8439022" y="4081329"/>
              <a:ext cx="3045963" cy="3008937"/>
            </a:xfrm>
            <a:prstGeom prst="bentConnector3">
              <a:avLst>
                <a:gd name="adj1" fmla="val -39060"/>
              </a:avLst>
            </a:prstGeom>
            <a:ln w="28575" cap="flat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文本框 87"/>
            <p:cNvSpPr txBox="1"/>
            <p:nvPr/>
          </p:nvSpPr>
          <p:spPr>
            <a:xfrm>
              <a:off x="9560839" y="3123640"/>
              <a:ext cx="2361544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Computation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9392499" y="4224677"/>
              <a:ext cx="267893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Communication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72941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3" name="组合 92"/>
          <p:cNvGrpSpPr/>
          <p:nvPr/>
        </p:nvGrpSpPr>
        <p:grpSpPr>
          <a:xfrm>
            <a:off x="-917909" y="-1425771"/>
            <a:ext cx="12901252" cy="8619051"/>
            <a:chOff x="-1085549" y="-1425771"/>
            <a:chExt cx="12901252" cy="8619051"/>
          </a:xfrm>
        </p:grpSpPr>
        <p:sp>
          <p:nvSpPr>
            <p:cNvPr id="55" name="圆角矩形 54"/>
            <p:cNvSpPr/>
            <p:nvPr/>
          </p:nvSpPr>
          <p:spPr>
            <a:xfrm>
              <a:off x="-1085549" y="-1425771"/>
              <a:ext cx="12901252" cy="250078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" name="圆角矩形 55"/>
            <p:cNvSpPr/>
            <p:nvPr/>
          </p:nvSpPr>
          <p:spPr>
            <a:xfrm>
              <a:off x="2286468" y="1445340"/>
              <a:ext cx="6429964" cy="2004083"/>
            </a:xfrm>
            <a:prstGeom prst="roundRect">
              <a:avLst/>
            </a:prstGeom>
            <a:noFill/>
            <a:ln w="28575">
              <a:solidFill>
                <a:schemeClr val="accent1">
                  <a:lumMod val="50000"/>
                </a:schemeClr>
              </a:solidFill>
              <a:prstDash val="dash"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圆角矩形 56"/>
            <p:cNvSpPr/>
            <p:nvPr/>
          </p:nvSpPr>
          <p:spPr>
            <a:xfrm>
              <a:off x="-696909" y="3848263"/>
              <a:ext cx="12012629" cy="334501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3880754" y="-1363263"/>
              <a:ext cx="23391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8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计算时间预测</a:t>
              </a:r>
              <a:endParaRPr lang="zh-CN" altLang="en-US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-716280" y="-65766"/>
              <a:ext cx="2253381" cy="7294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神经网络分解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362928" y="-65767"/>
              <a:ext cx="2246981" cy="7294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特征空间采样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>
              <a:off x="1545152" y="29897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7194416" y="-207085"/>
              <a:ext cx="2148261" cy="102084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训练多层感知器模型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484281" y="-236749"/>
              <a:ext cx="1920985" cy="461665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ctr"/>
              <a:r>
                <a:rPr lang="zh-CN" altLang="en-US" sz="2400" b="1" dirty="0" smtClean="0"/>
                <a:t>神经网络层</a:t>
              </a:r>
              <a:endParaRPr lang="zh-CN" altLang="en-US" sz="24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5609909" y="298972"/>
              <a:ext cx="1584507" cy="436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10040816" y="-34212"/>
              <a:ext cx="1444827" cy="6707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逐层预测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stCxn id="66" idx="3"/>
              <a:endCxn id="69" idx="1"/>
            </p:cNvCxnSpPr>
            <p:nvPr/>
          </p:nvCxnSpPr>
          <p:spPr>
            <a:xfrm flipV="1">
              <a:off x="9342677" y="301154"/>
              <a:ext cx="698139" cy="218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5580399" y="-590878"/>
              <a:ext cx="167498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400" b="1" dirty="0" smtClean="0"/>
                <a:t>基准测试数据集</a:t>
              </a:r>
              <a:endParaRPr lang="zh-CN" altLang="en-US" sz="2400" b="1" dirty="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573290" y="3952680"/>
              <a:ext cx="23391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8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通信时间预测</a:t>
              </a:r>
              <a:endParaRPr lang="zh-CN" altLang="en-US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24784" y="4704968"/>
              <a:ext cx="2482647" cy="8769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实时吞吐量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74" name="矩形 73"/>
            <p:cNvSpPr/>
            <p:nvPr/>
          </p:nvSpPr>
          <p:spPr>
            <a:xfrm>
              <a:off x="24784" y="5862297"/>
              <a:ext cx="2482647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通信拓扑分析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794128" y="4704968"/>
              <a:ext cx="3722220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单链路通信时间预测模型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794128" y="5862296"/>
              <a:ext cx="3722220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集群通信模型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2507431" y="5143418"/>
              <a:ext cx="128669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74" idx="3"/>
              <a:endCxn id="76" idx="1"/>
            </p:cNvCxnSpPr>
            <p:nvPr/>
          </p:nvCxnSpPr>
          <p:spPr>
            <a:xfrm flipV="1">
              <a:off x="2507431" y="6318178"/>
              <a:ext cx="12866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8970438" y="5308946"/>
              <a:ext cx="1659482" cy="7780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模型结合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7516348" y="5143418"/>
              <a:ext cx="12700" cy="1174760"/>
            </a:xfrm>
            <a:prstGeom prst="bentConnector3">
              <a:avLst>
                <a:gd name="adj1" fmla="val 4165063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>
              <a:off x="8039598" y="5697970"/>
              <a:ext cx="9308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文本框 81"/>
            <p:cNvSpPr txBox="1"/>
            <p:nvPr/>
          </p:nvSpPr>
          <p:spPr>
            <a:xfrm>
              <a:off x="3793289" y="1568446"/>
              <a:ext cx="34163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8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计算通信并行性分析</a:t>
              </a:r>
              <a:endParaRPr lang="zh-CN" altLang="en-US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6077341" y="2377693"/>
              <a:ext cx="2264538" cy="6543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关键路径提取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2718319" y="2377693"/>
              <a:ext cx="1916299" cy="65439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迭代时间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直接箭头连接符 84"/>
            <p:cNvCxnSpPr>
              <a:stCxn id="83" idx="1"/>
              <a:endCxn id="84" idx="3"/>
            </p:cNvCxnSpPr>
            <p:nvPr/>
          </p:nvCxnSpPr>
          <p:spPr>
            <a:xfrm flipH="1">
              <a:off x="4634618" y="2704889"/>
              <a:ext cx="1442723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肘形连接符 85"/>
            <p:cNvCxnSpPr>
              <a:stCxn id="69" idx="3"/>
            </p:cNvCxnSpPr>
            <p:nvPr/>
          </p:nvCxnSpPr>
          <p:spPr>
            <a:xfrm flipH="1">
              <a:off x="8341879" y="301154"/>
              <a:ext cx="3143764" cy="2286310"/>
            </a:xfrm>
            <a:prstGeom prst="bentConnector3">
              <a:avLst>
                <a:gd name="adj1" fmla="val -22300"/>
              </a:avLst>
            </a:prstGeom>
            <a:ln w="28575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肘形连接符 86"/>
            <p:cNvCxnSpPr/>
            <p:nvPr/>
          </p:nvCxnSpPr>
          <p:spPr>
            <a:xfrm flipH="1" flipV="1">
              <a:off x="8375435" y="2801939"/>
              <a:ext cx="2274805" cy="2896031"/>
            </a:xfrm>
            <a:prstGeom prst="bentConnector4">
              <a:avLst>
                <a:gd name="adj1" fmla="val -66994"/>
                <a:gd name="adj2" fmla="val 99517"/>
              </a:avLst>
            </a:prstGeom>
            <a:ln w="28575" cap="flat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文本框 87"/>
            <p:cNvSpPr txBox="1"/>
            <p:nvPr/>
          </p:nvSpPr>
          <p:spPr>
            <a:xfrm>
              <a:off x="9574181" y="2135758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计算时间</a:t>
              </a:r>
              <a:endParaRPr lang="zh-CN" altLang="en-US" sz="2000" dirty="0"/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9574181" y="286821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通信时间</a:t>
              </a:r>
              <a:endParaRPr lang="zh-CN" altLang="en-US" sz="2000" dirty="0"/>
            </a:p>
          </p:txBody>
        </p:sp>
        <p:cxnSp>
          <p:nvCxnSpPr>
            <p:cNvPr id="51" name="直接箭头连接符 50"/>
            <p:cNvCxnSpPr/>
            <p:nvPr/>
          </p:nvCxnSpPr>
          <p:spPr>
            <a:xfrm flipH="1">
              <a:off x="8336799" y="2813574"/>
              <a:ext cx="176280" cy="31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00091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" name="组合 178"/>
          <p:cNvGrpSpPr/>
          <p:nvPr/>
        </p:nvGrpSpPr>
        <p:grpSpPr>
          <a:xfrm>
            <a:off x="380717" y="58568"/>
            <a:ext cx="9221822" cy="2587557"/>
            <a:chOff x="380717" y="58568"/>
            <a:chExt cx="9221822" cy="2587557"/>
          </a:xfrm>
        </p:grpSpPr>
        <p:grpSp>
          <p:nvGrpSpPr>
            <p:cNvPr id="173" name="组合 172"/>
            <p:cNvGrpSpPr/>
            <p:nvPr/>
          </p:nvGrpSpPr>
          <p:grpSpPr>
            <a:xfrm>
              <a:off x="380717" y="58568"/>
              <a:ext cx="9221822" cy="2587557"/>
              <a:chOff x="2231849" y="1649486"/>
              <a:chExt cx="9221822" cy="2587557"/>
            </a:xfrm>
          </p:grpSpPr>
          <p:sp>
            <p:nvSpPr>
              <p:cNvPr id="171" name="矩形 170"/>
              <p:cNvSpPr/>
              <p:nvPr/>
            </p:nvSpPr>
            <p:spPr>
              <a:xfrm>
                <a:off x="2231849" y="1649486"/>
                <a:ext cx="9221822" cy="258755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170" name="组合 169"/>
              <p:cNvGrpSpPr/>
              <p:nvPr/>
            </p:nvGrpSpPr>
            <p:grpSpPr>
              <a:xfrm>
                <a:off x="2345511" y="1782498"/>
                <a:ext cx="9023061" cy="2433737"/>
                <a:chOff x="2345511" y="1782498"/>
                <a:chExt cx="9023061" cy="2433737"/>
              </a:xfrm>
            </p:grpSpPr>
            <p:grpSp>
              <p:nvGrpSpPr>
                <p:cNvPr id="161" name="组合 160"/>
                <p:cNvGrpSpPr/>
                <p:nvPr/>
              </p:nvGrpSpPr>
              <p:grpSpPr>
                <a:xfrm>
                  <a:off x="2345511" y="1782498"/>
                  <a:ext cx="4083493" cy="2433737"/>
                  <a:chOff x="2345511" y="1782498"/>
                  <a:chExt cx="4083493" cy="2433737"/>
                </a:xfrm>
              </p:grpSpPr>
              <p:sp>
                <p:nvSpPr>
                  <p:cNvPr id="3" name="椭圆 2"/>
                  <p:cNvSpPr/>
                  <p:nvPr/>
                </p:nvSpPr>
                <p:spPr>
                  <a:xfrm>
                    <a:off x="3309800" y="1804885"/>
                    <a:ext cx="2137050" cy="2137050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" name="椭圆 1"/>
                  <p:cNvSpPr/>
                  <p:nvPr/>
                </p:nvSpPr>
                <p:spPr>
                  <a:xfrm>
                    <a:off x="4831612" y="350953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" name="椭圆 3"/>
                  <p:cNvSpPr/>
                  <p:nvPr/>
                </p:nvSpPr>
                <p:spPr>
                  <a:xfrm>
                    <a:off x="3541096" y="351391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" name="椭圆 5"/>
                  <p:cNvSpPr/>
                  <p:nvPr/>
                </p:nvSpPr>
                <p:spPr>
                  <a:xfrm>
                    <a:off x="3113079" y="251524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" name="椭圆 6"/>
                  <p:cNvSpPr/>
                  <p:nvPr/>
                </p:nvSpPr>
                <p:spPr>
                  <a:xfrm>
                    <a:off x="5215554" y="251524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" name="矩形 7"/>
                  <p:cNvSpPr/>
                  <p:nvPr/>
                </p:nvSpPr>
                <p:spPr>
                  <a:xfrm>
                    <a:off x="3882569" y="1782498"/>
                    <a:ext cx="991512" cy="3344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2800" b="1" dirty="0">
                      <a:solidFill>
                        <a:schemeClr val="tx1"/>
                      </a:solidFill>
                    </a:endParaRPr>
                  </a:p>
                </p:txBody>
              </p:sp>
              <p:cxnSp>
                <p:nvCxnSpPr>
                  <p:cNvPr id="10" name="直接箭头连接符 9"/>
                  <p:cNvCxnSpPr/>
                  <p:nvPr/>
                </p:nvCxnSpPr>
                <p:spPr>
                  <a:xfrm rot="-480000" flipV="1">
                    <a:off x="4771581" y="3841015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" name="直接箭头连接符 15"/>
                  <p:cNvCxnSpPr/>
                  <p:nvPr/>
                </p:nvCxnSpPr>
                <p:spPr>
                  <a:xfrm rot="17340000" flipV="1">
                    <a:off x="5395455" y="2981214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箭头连接符 16"/>
                  <p:cNvCxnSpPr/>
                  <p:nvPr/>
                </p:nvCxnSpPr>
                <p:spPr>
                  <a:xfrm rot="25320000" flipV="1">
                    <a:off x="3516347" y="3549819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直接箭头连接符 18"/>
                  <p:cNvCxnSpPr/>
                  <p:nvPr/>
                </p:nvCxnSpPr>
                <p:spPr>
                  <a:xfrm rot="29220000" flipV="1">
                    <a:off x="3341665" y="2464377"/>
                    <a:ext cx="88426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箭头连接符 19"/>
                  <p:cNvCxnSpPr/>
                  <p:nvPr/>
                </p:nvCxnSpPr>
                <p:spPr>
                  <a:xfrm rot="13440000" flipV="1">
                    <a:off x="4844055" y="1923257"/>
                    <a:ext cx="87548" cy="18677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" name="椭圆 20"/>
                  <p:cNvSpPr/>
                  <p:nvPr/>
                </p:nvSpPr>
                <p:spPr>
                  <a:xfrm>
                    <a:off x="398534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2" name="椭圆 21"/>
                  <p:cNvSpPr/>
                  <p:nvPr/>
                </p:nvSpPr>
                <p:spPr>
                  <a:xfrm>
                    <a:off x="4132879" y="1849754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" name="椭圆 22"/>
                  <p:cNvSpPr/>
                  <p:nvPr/>
                </p:nvSpPr>
                <p:spPr>
                  <a:xfrm>
                    <a:off x="4278235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4" name="椭圆 23"/>
                  <p:cNvSpPr/>
                  <p:nvPr/>
                </p:nvSpPr>
                <p:spPr>
                  <a:xfrm>
                    <a:off x="442440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5" name="椭圆 24"/>
                  <p:cNvSpPr/>
                  <p:nvPr/>
                </p:nvSpPr>
                <p:spPr>
                  <a:xfrm>
                    <a:off x="457193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6" name="椭圆 25"/>
                  <p:cNvSpPr/>
                  <p:nvPr/>
                </p:nvSpPr>
                <p:spPr>
                  <a:xfrm>
                    <a:off x="472303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" name="矩形 30"/>
                  <p:cNvSpPr/>
                  <p:nvPr/>
                </p:nvSpPr>
                <p:spPr>
                  <a:xfrm>
                    <a:off x="3432283" y="1918689"/>
                    <a:ext cx="59406" cy="200224"/>
                  </a:xfrm>
                  <a:prstGeom prst="rect">
                    <a:avLst/>
                  </a:prstGeom>
                  <a:solidFill>
                    <a:srgbClr val="FF00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6" name="矩形 45"/>
                  <p:cNvSpPr/>
                  <p:nvPr/>
                </p:nvSpPr>
                <p:spPr>
                  <a:xfrm>
                    <a:off x="2782916" y="3676093"/>
                    <a:ext cx="690093" cy="314675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47" name="矩形 46"/>
                  <p:cNvSpPr/>
                  <p:nvPr/>
                </p:nvSpPr>
                <p:spPr>
                  <a:xfrm>
                    <a:off x="2791460" y="3683068"/>
                    <a:ext cx="67376" cy="151949"/>
                  </a:xfrm>
                  <a:prstGeom prst="rect">
                    <a:avLst/>
                  </a:prstGeom>
                  <a:solidFill>
                    <a:srgbClr val="00B050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48" name="直接连接符 47"/>
                  <p:cNvCxnSpPr/>
                  <p:nvPr/>
                </p:nvCxnSpPr>
                <p:spPr>
                  <a:xfrm>
                    <a:off x="2861528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接连接符 48"/>
                  <p:cNvCxnSpPr/>
                  <p:nvPr/>
                </p:nvCxnSpPr>
                <p:spPr>
                  <a:xfrm>
                    <a:off x="2939633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直接连接符 49"/>
                  <p:cNvCxnSpPr/>
                  <p:nvPr/>
                </p:nvCxnSpPr>
                <p:spPr>
                  <a:xfrm>
                    <a:off x="3017738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" name="直接连接符 51"/>
                  <p:cNvCxnSpPr/>
                  <p:nvPr/>
                </p:nvCxnSpPr>
                <p:spPr>
                  <a:xfrm>
                    <a:off x="3400643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文本框 52"/>
                  <p:cNvSpPr txBox="1"/>
                  <p:nvPr/>
                </p:nvSpPr>
                <p:spPr>
                  <a:xfrm>
                    <a:off x="3056595" y="3702712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77" name="直接连接符 76"/>
                  <p:cNvCxnSpPr/>
                  <p:nvPr/>
                </p:nvCxnSpPr>
                <p:spPr>
                  <a:xfrm>
                    <a:off x="3097748" y="3677679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9" name="矩形 78"/>
                  <p:cNvSpPr/>
                  <p:nvPr/>
                </p:nvSpPr>
                <p:spPr>
                  <a:xfrm>
                    <a:off x="2345511" y="2576254"/>
                    <a:ext cx="690093" cy="314675"/>
                  </a:xfrm>
                  <a:prstGeom prst="rect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80" name="矩形 79"/>
                  <p:cNvSpPr/>
                  <p:nvPr/>
                </p:nvSpPr>
                <p:spPr>
                  <a:xfrm>
                    <a:off x="2968448" y="2583229"/>
                    <a:ext cx="62878" cy="151949"/>
                  </a:xfrm>
                  <a:prstGeom prst="rect">
                    <a:avLst/>
                  </a:prstGeom>
                  <a:solidFill>
                    <a:srgbClr val="FF0000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81" name="直接连接符 80"/>
                  <p:cNvCxnSpPr/>
                  <p:nvPr/>
                </p:nvCxnSpPr>
                <p:spPr>
                  <a:xfrm>
                    <a:off x="242412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" name="直接连接符 81"/>
                  <p:cNvCxnSpPr/>
                  <p:nvPr/>
                </p:nvCxnSpPr>
                <p:spPr>
                  <a:xfrm>
                    <a:off x="250222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直接连接符 82"/>
                  <p:cNvCxnSpPr/>
                  <p:nvPr/>
                </p:nvCxnSpPr>
                <p:spPr>
                  <a:xfrm>
                    <a:off x="258033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直接连接符 83"/>
                  <p:cNvCxnSpPr/>
                  <p:nvPr/>
                </p:nvCxnSpPr>
                <p:spPr>
                  <a:xfrm>
                    <a:off x="296323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5" name="文本框 84"/>
                  <p:cNvSpPr txBox="1"/>
                  <p:nvPr/>
                </p:nvSpPr>
                <p:spPr>
                  <a:xfrm>
                    <a:off x="2619190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86" name="直接连接符 85"/>
                  <p:cNvCxnSpPr/>
                  <p:nvPr/>
                </p:nvCxnSpPr>
                <p:spPr>
                  <a:xfrm>
                    <a:off x="2660343" y="2577840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7" name="矩形 86"/>
                  <p:cNvSpPr/>
                  <p:nvPr/>
                </p:nvSpPr>
                <p:spPr>
                  <a:xfrm>
                    <a:off x="5322407" y="3683846"/>
                    <a:ext cx="690093" cy="314675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88" name="矩形 87"/>
                  <p:cNvSpPr/>
                  <p:nvPr/>
                </p:nvSpPr>
                <p:spPr>
                  <a:xfrm>
                    <a:off x="5402417" y="3690821"/>
                    <a:ext cx="74803" cy="151949"/>
                  </a:xfrm>
                  <a:prstGeom prst="rect">
                    <a:avLst/>
                  </a:prstGeom>
                  <a:solidFill>
                    <a:srgbClr val="5B9BD5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89" name="直接连接符 88"/>
                  <p:cNvCxnSpPr/>
                  <p:nvPr/>
                </p:nvCxnSpPr>
                <p:spPr>
                  <a:xfrm>
                    <a:off x="5401019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" name="直接连接符 89"/>
                  <p:cNvCxnSpPr/>
                  <p:nvPr/>
                </p:nvCxnSpPr>
                <p:spPr>
                  <a:xfrm>
                    <a:off x="547912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直接连接符 90"/>
                  <p:cNvCxnSpPr/>
                  <p:nvPr/>
                </p:nvCxnSpPr>
                <p:spPr>
                  <a:xfrm>
                    <a:off x="5557229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" name="直接连接符 91"/>
                  <p:cNvCxnSpPr/>
                  <p:nvPr/>
                </p:nvCxnSpPr>
                <p:spPr>
                  <a:xfrm>
                    <a:off x="594013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3" name="文本框 92"/>
                  <p:cNvSpPr txBox="1"/>
                  <p:nvPr/>
                </p:nvSpPr>
                <p:spPr>
                  <a:xfrm>
                    <a:off x="5596086" y="3710465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94" name="直接连接符 93"/>
                  <p:cNvCxnSpPr/>
                  <p:nvPr/>
                </p:nvCxnSpPr>
                <p:spPr>
                  <a:xfrm>
                    <a:off x="5637239" y="3685432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5" name="矩形 94"/>
                  <p:cNvSpPr/>
                  <p:nvPr/>
                </p:nvSpPr>
                <p:spPr>
                  <a:xfrm>
                    <a:off x="5738911" y="2576254"/>
                    <a:ext cx="690093" cy="314675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96" name="矩形 95"/>
                  <p:cNvSpPr/>
                  <p:nvPr/>
                </p:nvSpPr>
                <p:spPr>
                  <a:xfrm>
                    <a:off x="5899568" y="2583229"/>
                    <a:ext cx="73536" cy="151949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97" name="直接连接符 96"/>
                  <p:cNvCxnSpPr/>
                  <p:nvPr/>
                </p:nvCxnSpPr>
                <p:spPr>
                  <a:xfrm>
                    <a:off x="581752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" name="直接连接符 97"/>
                  <p:cNvCxnSpPr/>
                  <p:nvPr/>
                </p:nvCxnSpPr>
                <p:spPr>
                  <a:xfrm>
                    <a:off x="589562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" name="直接连接符 98"/>
                  <p:cNvCxnSpPr/>
                  <p:nvPr/>
                </p:nvCxnSpPr>
                <p:spPr>
                  <a:xfrm>
                    <a:off x="597373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直接连接符 99"/>
                  <p:cNvCxnSpPr/>
                  <p:nvPr/>
                </p:nvCxnSpPr>
                <p:spPr>
                  <a:xfrm>
                    <a:off x="635663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1" name="文本框 100"/>
                  <p:cNvSpPr txBox="1"/>
                  <p:nvPr/>
                </p:nvSpPr>
                <p:spPr>
                  <a:xfrm>
                    <a:off x="6012590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102" name="直接连接符 101"/>
                  <p:cNvCxnSpPr/>
                  <p:nvPr/>
                </p:nvCxnSpPr>
                <p:spPr>
                  <a:xfrm>
                    <a:off x="6053743" y="2577840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3" name="矩形 102"/>
                  <p:cNvSpPr/>
                  <p:nvPr/>
                </p:nvSpPr>
                <p:spPr>
                  <a:xfrm>
                    <a:off x="3234566" y="3170176"/>
                    <a:ext cx="59406" cy="200224"/>
                  </a:xfrm>
                  <a:prstGeom prst="rect">
                    <a:avLst/>
                  </a:prstGeom>
                  <a:solidFill>
                    <a:srgbClr val="00B05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4" name="矩形 103"/>
                  <p:cNvSpPr/>
                  <p:nvPr/>
                </p:nvSpPr>
                <p:spPr>
                  <a:xfrm>
                    <a:off x="4318919" y="4016011"/>
                    <a:ext cx="59406" cy="200224"/>
                  </a:xfrm>
                  <a:prstGeom prst="rect">
                    <a:avLst/>
                  </a:prstGeom>
                  <a:solidFill>
                    <a:srgbClr val="5B9BD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5" name="矩形 104"/>
                  <p:cNvSpPr/>
                  <p:nvPr/>
                </p:nvSpPr>
                <p:spPr>
                  <a:xfrm>
                    <a:off x="5462678" y="3170176"/>
                    <a:ext cx="59406" cy="200224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6" name="矩形 105"/>
                  <p:cNvSpPr/>
                  <p:nvPr/>
                </p:nvSpPr>
                <p:spPr>
                  <a:xfrm>
                    <a:off x="5275834" y="1918689"/>
                    <a:ext cx="59406" cy="200224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69" name="组合 168"/>
                <p:cNvGrpSpPr/>
                <p:nvPr/>
              </p:nvGrpSpPr>
              <p:grpSpPr>
                <a:xfrm>
                  <a:off x="7245831" y="1782498"/>
                  <a:ext cx="4122741" cy="2433737"/>
                  <a:chOff x="7474731" y="1782498"/>
                  <a:chExt cx="4122741" cy="2433737"/>
                </a:xfrm>
              </p:grpSpPr>
              <p:sp>
                <p:nvSpPr>
                  <p:cNvPr id="107" name="椭圆 106"/>
                  <p:cNvSpPr/>
                  <p:nvPr/>
                </p:nvSpPr>
                <p:spPr>
                  <a:xfrm>
                    <a:off x="8439020" y="1804885"/>
                    <a:ext cx="2137050" cy="2137050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8" name="椭圆 107"/>
                  <p:cNvSpPr/>
                  <p:nvPr/>
                </p:nvSpPr>
                <p:spPr>
                  <a:xfrm>
                    <a:off x="9960832" y="350953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9" name="椭圆 108"/>
                  <p:cNvSpPr/>
                  <p:nvPr/>
                </p:nvSpPr>
                <p:spPr>
                  <a:xfrm>
                    <a:off x="8670316" y="351391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0" name="椭圆 109"/>
                  <p:cNvSpPr/>
                  <p:nvPr/>
                </p:nvSpPr>
                <p:spPr>
                  <a:xfrm>
                    <a:off x="8242299" y="251524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1" name="椭圆 110"/>
                  <p:cNvSpPr/>
                  <p:nvPr/>
                </p:nvSpPr>
                <p:spPr>
                  <a:xfrm>
                    <a:off x="10344774" y="251524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2" name="矩形 111"/>
                  <p:cNvSpPr/>
                  <p:nvPr/>
                </p:nvSpPr>
                <p:spPr>
                  <a:xfrm>
                    <a:off x="9011789" y="1782498"/>
                    <a:ext cx="991512" cy="3344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2800" b="1" dirty="0">
                      <a:solidFill>
                        <a:schemeClr val="tx1"/>
                      </a:solidFill>
                    </a:endParaRPr>
                  </a:p>
                </p:txBody>
              </p:sp>
              <p:cxnSp>
                <p:nvCxnSpPr>
                  <p:cNvPr id="113" name="直接箭头连接符 112"/>
                  <p:cNvCxnSpPr/>
                  <p:nvPr/>
                </p:nvCxnSpPr>
                <p:spPr>
                  <a:xfrm rot="21120000" flipV="1">
                    <a:off x="9900801" y="3841015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接箭头连接符 113"/>
                  <p:cNvCxnSpPr/>
                  <p:nvPr/>
                </p:nvCxnSpPr>
                <p:spPr>
                  <a:xfrm rot="17340000" flipV="1">
                    <a:off x="10524675" y="2981214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直接箭头连接符 114"/>
                  <p:cNvCxnSpPr/>
                  <p:nvPr/>
                </p:nvCxnSpPr>
                <p:spPr>
                  <a:xfrm rot="3720000" flipV="1">
                    <a:off x="8645567" y="3549819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直接箭头连接符 115"/>
                  <p:cNvCxnSpPr/>
                  <p:nvPr/>
                </p:nvCxnSpPr>
                <p:spPr>
                  <a:xfrm rot="7620000" flipV="1">
                    <a:off x="8470885" y="2464377"/>
                    <a:ext cx="88426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接箭头连接符 116"/>
                  <p:cNvCxnSpPr/>
                  <p:nvPr/>
                </p:nvCxnSpPr>
                <p:spPr>
                  <a:xfrm rot="13440000" flipV="1">
                    <a:off x="9973275" y="1923257"/>
                    <a:ext cx="87548" cy="18677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8" name="椭圆 117"/>
                  <p:cNvSpPr/>
                  <p:nvPr/>
                </p:nvSpPr>
                <p:spPr>
                  <a:xfrm>
                    <a:off x="911456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9" name="椭圆 118"/>
                  <p:cNvSpPr/>
                  <p:nvPr/>
                </p:nvSpPr>
                <p:spPr>
                  <a:xfrm>
                    <a:off x="9262099" y="1849754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0" name="椭圆 119"/>
                  <p:cNvSpPr/>
                  <p:nvPr/>
                </p:nvSpPr>
                <p:spPr>
                  <a:xfrm>
                    <a:off x="9407455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1" name="椭圆 120"/>
                  <p:cNvSpPr/>
                  <p:nvPr/>
                </p:nvSpPr>
                <p:spPr>
                  <a:xfrm>
                    <a:off x="955362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2" name="椭圆 121"/>
                  <p:cNvSpPr/>
                  <p:nvPr/>
                </p:nvSpPr>
                <p:spPr>
                  <a:xfrm>
                    <a:off x="970115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3" name="椭圆 122"/>
                  <p:cNvSpPr/>
                  <p:nvPr/>
                </p:nvSpPr>
                <p:spPr>
                  <a:xfrm>
                    <a:off x="985225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4" name="矩形 123"/>
                  <p:cNvSpPr/>
                  <p:nvPr/>
                </p:nvSpPr>
                <p:spPr>
                  <a:xfrm>
                    <a:off x="8561503" y="1918689"/>
                    <a:ext cx="59406" cy="200224"/>
                  </a:xfrm>
                  <a:prstGeom prst="rect">
                    <a:avLst/>
                  </a:prstGeom>
                  <a:solidFill>
                    <a:srgbClr val="FF00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5" name="矩形 124"/>
                  <p:cNvSpPr/>
                  <p:nvPr/>
                </p:nvSpPr>
                <p:spPr>
                  <a:xfrm>
                    <a:off x="7912136" y="3676093"/>
                    <a:ext cx="690093" cy="314675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127" name="直接连接符 126"/>
                  <p:cNvCxnSpPr/>
                  <p:nvPr/>
                </p:nvCxnSpPr>
                <p:spPr>
                  <a:xfrm>
                    <a:off x="7990748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直接连接符 129"/>
                  <p:cNvCxnSpPr/>
                  <p:nvPr/>
                </p:nvCxnSpPr>
                <p:spPr>
                  <a:xfrm>
                    <a:off x="8529863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1" name="文本框 130"/>
                  <p:cNvSpPr txBox="1"/>
                  <p:nvPr/>
                </p:nvSpPr>
                <p:spPr>
                  <a:xfrm>
                    <a:off x="8185815" y="3702712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132" name="直接连接符 131"/>
                  <p:cNvCxnSpPr/>
                  <p:nvPr/>
                </p:nvCxnSpPr>
                <p:spPr>
                  <a:xfrm>
                    <a:off x="8226968" y="3677679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3" name="矩形 132"/>
                  <p:cNvSpPr/>
                  <p:nvPr/>
                </p:nvSpPr>
                <p:spPr>
                  <a:xfrm>
                    <a:off x="7474731" y="2576254"/>
                    <a:ext cx="690093" cy="314675"/>
                  </a:xfrm>
                  <a:prstGeom prst="rect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34" name="矩形 133"/>
                  <p:cNvSpPr/>
                  <p:nvPr/>
                </p:nvSpPr>
                <p:spPr>
                  <a:xfrm>
                    <a:off x="7554549" y="2576438"/>
                    <a:ext cx="75383" cy="313690"/>
                  </a:xfrm>
                  <a:prstGeom prst="rect">
                    <a:avLst/>
                  </a:prstGeom>
                  <a:solidFill>
                    <a:schemeClr val="accent3">
                      <a:lumMod val="60000"/>
                      <a:lumOff val="4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37" name="直接连接符 136"/>
                  <p:cNvCxnSpPr/>
                  <p:nvPr/>
                </p:nvCxnSpPr>
                <p:spPr>
                  <a:xfrm>
                    <a:off x="770955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直接连接符 137"/>
                  <p:cNvCxnSpPr/>
                  <p:nvPr/>
                </p:nvCxnSpPr>
                <p:spPr>
                  <a:xfrm>
                    <a:off x="809245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9" name="文本框 138"/>
                  <p:cNvSpPr txBox="1"/>
                  <p:nvPr/>
                </p:nvSpPr>
                <p:spPr>
                  <a:xfrm>
                    <a:off x="7748410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140" name="直接连接符 139"/>
                  <p:cNvCxnSpPr/>
                  <p:nvPr/>
                </p:nvCxnSpPr>
                <p:spPr>
                  <a:xfrm>
                    <a:off x="7789563" y="2577840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1" name="矩形 140"/>
                  <p:cNvSpPr/>
                  <p:nvPr/>
                </p:nvSpPr>
                <p:spPr>
                  <a:xfrm>
                    <a:off x="10451627" y="3683846"/>
                    <a:ext cx="690093" cy="314675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143" name="直接连接符 142"/>
                  <p:cNvCxnSpPr/>
                  <p:nvPr/>
                </p:nvCxnSpPr>
                <p:spPr>
                  <a:xfrm>
                    <a:off x="10530239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直接连接符 143"/>
                  <p:cNvCxnSpPr/>
                  <p:nvPr/>
                </p:nvCxnSpPr>
                <p:spPr>
                  <a:xfrm>
                    <a:off x="1060834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6" name="直接连接符 145"/>
                  <p:cNvCxnSpPr/>
                  <p:nvPr/>
                </p:nvCxnSpPr>
                <p:spPr>
                  <a:xfrm>
                    <a:off x="1106935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7" name="文本框 146"/>
                  <p:cNvSpPr txBox="1"/>
                  <p:nvPr/>
                </p:nvSpPr>
                <p:spPr>
                  <a:xfrm>
                    <a:off x="10725306" y="3710465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sp>
                <p:nvSpPr>
                  <p:cNvPr id="149" name="矩形 148"/>
                  <p:cNvSpPr/>
                  <p:nvPr/>
                </p:nvSpPr>
                <p:spPr>
                  <a:xfrm>
                    <a:off x="10868131" y="2576254"/>
                    <a:ext cx="690093" cy="314675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151" name="直接连接符 150"/>
                  <p:cNvCxnSpPr/>
                  <p:nvPr/>
                </p:nvCxnSpPr>
                <p:spPr>
                  <a:xfrm>
                    <a:off x="1094674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直接连接符 151"/>
                  <p:cNvCxnSpPr/>
                  <p:nvPr/>
                </p:nvCxnSpPr>
                <p:spPr>
                  <a:xfrm>
                    <a:off x="1102484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直接连接符 152"/>
                  <p:cNvCxnSpPr/>
                  <p:nvPr/>
                </p:nvCxnSpPr>
                <p:spPr>
                  <a:xfrm>
                    <a:off x="1110295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直接连接符 153"/>
                  <p:cNvCxnSpPr/>
                  <p:nvPr/>
                </p:nvCxnSpPr>
                <p:spPr>
                  <a:xfrm>
                    <a:off x="1148585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5" name="文本框 154"/>
                  <p:cNvSpPr txBox="1"/>
                  <p:nvPr/>
                </p:nvSpPr>
                <p:spPr>
                  <a:xfrm>
                    <a:off x="11181058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sp>
                <p:nvSpPr>
                  <p:cNvPr id="157" name="矩形 156"/>
                  <p:cNvSpPr/>
                  <p:nvPr/>
                </p:nvSpPr>
                <p:spPr>
                  <a:xfrm>
                    <a:off x="8363786" y="3170176"/>
                    <a:ext cx="59406" cy="200224"/>
                  </a:xfrm>
                  <a:prstGeom prst="rect">
                    <a:avLst/>
                  </a:prstGeom>
                  <a:solidFill>
                    <a:srgbClr val="00B05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8" name="矩形 157"/>
                  <p:cNvSpPr/>
                  <p:nvPr/>
                </p:nvSpPr>
                <p:spPr>
                  <a:xfrm>
                    <a:off x="9448139" y="4016011"/>
                    <a:ext cx="59406" cy="200224"/>
                  </a:xfrm>
                  <a:prstGeom prst="rect">
                    <a:avLst/>
                  </a:prstGeom>
                  <a:solidFill>
                    <a:srgbClr val="5B9BD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9" name="矩形 158"/>
                  <p:cNvSpPr/>
                  <p:nvPr/>
                </p:nvSpPr>
                <p:spPr>
                  <a:xfrm>
                    <a:off x="10591898" y="3170176"/>
                    <a:ext cx="59406" cy="200224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0" name="矩形 159"/>
                  <p:cNvSpPr/>
                  <p:nvPr/>
                </p:nvSpPr>
                <p:spPr>
                  <a:xfrm>
                    <a:off x="10405054" y="1918689"/>
                    <a:ext cx="59406" cy="200224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cxnSp>
              <p:nvCxnSpPr>
                <p:cNvPr id="167" name="直接箭头连接符 166"/>
                <p:cNvCxnSpPr/>
                <p:nvPr/>
              </p:nvCxnSpPr>
              <p:spPr>
                <a:xfrm>
                  <a:off x="6644640" y="2948257"/>
                  <a:ext cx="396240" cy="1232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74" name="矩形 173"/>
            <p:cNvSpPr/>
            <p:nvPr/>
          </p:nvSpPr>
          <p:spPr>
            <a:xfrm>
              <a:off x="5980711" y="2085494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5" name="矩形 174"/>
            <p:cNvSpPr/>
            <p:nvPr/>
          </p:nvSpPr>
          <p:spPr>
            <a:xfrm>
              <a:off x="8605329" y="209342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6" name="矩形 175"/>
            <p:cNvSpPr/>
            <p:nvPr/>
          </p:nvSpPr>
          <p:spPr>
            <a:xfrm>
              <a:off x="9095453" y="98552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8" name="文本框 177"/>
            <p:cNvSpPr txBox="1"/>
            <p:nvPr/>
          </p:nvSpPr>
          <p:spPr>
            <a:xfrm>
              <a:off x="4063380" y="1419470"/>
              <a:ext cx="18437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n-1 times</a:t>
              </a:r>
              <a:endPara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44630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148219" y="529092"/>
            <a:ext cx="9221822" cy="5835458"/>
            <a:chOff x="148219" y="529092"/>
            <a:chExt cx="9221822" cy="5835458"/>
          </a:xfrm>
        </p:grpSpPr>
        <p:grpSp>
          <p:nvGrpSpPr>
            <p:cNvPr id="179" name="组合 178"/>
            <p:cNvGrpSpPr/>
            <p:nvPr/>
          </p:nvGrpSpPr>
          <p:grpSpPr>
            <a:xfrm>
              <a:off x="148219" y="529092"/>
              <a:ext cx="9221822" cy="2587557"/>
              <a:chOff x="380717" y="58568"/>
              <a:chExt cx="9221822" cy="2587557"/>
            </a:xfrm>
          </p:grpSpPr>
          <p:grpSp>
            <p:nvGrpSpPr>
              <p:cNvPr id="173" name="组合 172"/>
              <p:cNvGrpSpPr/>
              <p:nvPr/>
            </p:nvGrpSpPr>
            <p:grpSpPr>
              <a:xfrm>
                <a:off x="380717" y="58568"/>
                <a:ext cx="9221822" cy="2587557"/>
                <a:chOff x="2231849" y="1649486"/>
                <a:chExt cx="9221822" cy="2587557"/>
              </a:xfrm>
            </p:grpSpPr>
            <p:sp>
              <p:nvSpPr>
                <p:cNvPr id="171" name="矩形 170"/>
                <p:cNvSpPr/>
                <p:nvPr/>
              </p:nvSpPr>
              <p:spPr>
                <a:xfrm>
                  <a:off x="2231849" y="1649486"/>
                  <a:ext cx="9221822" cy="25875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grpSp>
              <p:nvGrpSpPr>
                <p:cNvPr id="170" name="组合 169"/>
                <p:cNvGrpSpPr/>
                <p:nvPr/>
              </p:nvGrpSpPr>
              <p:grpSpPr>
                <a:xfrm>
                  <a:off x="2345511" y="1782498"/>
                  <a:ext cx="9023061" cy="2433737"/>
                  <a:chOff x="2345511" y="1782498"/>
                  <a:chExt cx="9023061" cy="2433737"/>
                </a:xfrm>
              </p:grpSpPr>
              <p:grpSp>
                <p:nvGrpSpPr>
                  <p:cNvPr id="161" name="组合 160"/>
                  <p:cNvGrpSpPr/>
                  <p:nvPr/>
                </p:nvGrpSpPr>
                <p:grpSpPr>
                  <a:xfrm>
                    <a:off x="2345511" y="1782498"/>
                    <a:ext cx="4083493" cy="2433737"/>
                    <a:chOff x="2345511" y="1782498"/>
                    <a:chExt cx="4083493" cy="2433737"/>
                  </a:xfrm>
                </p:grpSpPr>
                <p:sp>
                  <p:nvSpPr>
                    <p:cNvPr id="3" name="椭圆 2"/>
                    <p:cNvSpPr/>
                    <p:nvPr/>
                  </p:nvSpPr>
                  <p:spPr>
                    <a:xfrm>
                      <a:off x="3309800" y="1804885"/>
                      <a:ext cx="2137050" cy="2137050"/>
                    </a:xfrm>
                    <a:prstGeom prst="ellips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" name="椭圆 1"/>
                    <p:cNvSpPr/>
                    <p:nvPr/>
                  </p:nvSpPr>
                  <p:spPr>
                    <a:xfrm>
                      <a:off x="4831612" y="350953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" name="椭圆 3"/>
                    <p:cNvSpPr/>
                    <p:nvPr/>
                  </p:nvSpPr>
                  <p:spPr>
                    <a:xfrm>
                      <a:off x="3541096" y="351391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" name="椭圆 5"/>
                    <p:cNvSpPr/>
                    <p:nvPr/>
                  </p:nvSpPr>
                  <p:spPr>
                    <a:xfrm>
                      <a:off x="3113079" y="251524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" name="椭圆 6"/>
                    <p:cNvSpPr/>
                    <p:nvPr/>
                  </p:nvSpPr>
                  <p:spPr>
                    <a:xfrm>
                      <a:off x="5215554" y="251524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8" name="矩形 7"/>
                    <p:cNvSpPr/>
                    <p:nvPr/>
                  </p:nvSpPr>
                  <p:spPr>
                    <a:xfrm>
                      <a:off x="3882569" y="1782498"/>
                      <a:ext cx="991512" cy="33440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10" name="直接箭头连接符 9"/>
                    <p:cNvCxnSpPr/>
                    <p:nvPr/>
                  </p:nvCxnSpPr>
                  <p:spPr>
                    <a:xfrm rot="-480000" flipV="1">
                      <a:off x="4771581" y="3841015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" name="直接箭头连接符 15"/>
                    <p:cNvCxnSpPr/>
                    <p:nvPr/>
                  </p:nvCxnSpPr>
                  <p:spPr>
                    <a:xfrm rot="17340000" flipV="1">
                      <a:off x="5395455" y="2981214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" name="直接箭头连接符 16"/>
                    <p:cNvCxnSpPr/>
                    <p:nvPr/>
                  </p:nvCxnSpPr>
                  <p:spPr>
                    <a:xfrm rot="25320000" flipV="1">
                      <a:off x="3516347" y="3549819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" name="直接箭头连接符 18"/>
                    <p:cNvCxnSpPr/>
                    <p:nvPr/>
                  </p:nvCxnSpPr>
                  <p:spPr>
                    <a:xfrm rot="29220000" flipV="1">
                      <a:off x="3341665" y="2464377"/>
                      <a:ext cx="88426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箭头连接符 19"/>
                    <p:cNvCxnSpPr/>
                    <p:nvPr/>
                  </p:nvCxnSpPr>
                  <p:spPr>
                    <a:xfrm rot="13440000" flipV="1">
                      <a:off x="4844055" y="1923257"/>
                      <a:ext cx="87548" cy="18677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1" name="椭圆 20"/>
                    <p:cNvSpPr/>
                    <p:nvPr/>
                  </p:nvSpPr>
                  <p:spPr>
                    <a:xfrm>
                      <a:off x="398534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" name="椭圆 21"/>
                    <p:cNvSpPr/>
                    <p:nvPr/>
                  </p:nvSpPr>
                  <p:spPr>
                    <a:xfrm>
                      <a:off x="4132879" y="1849754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" name="椭圆 22"/>
                    <p:cNvSpPr/>
                    <p:nvPr/>
                  </p:nvSpPr>
                  <p:spPr>
                    <a:xfrm>
                      <a:off x="4278235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4" name="椭圆 23"/>
                    <p:cNvSpPr/>
                    <p:nvPr/>
                  </p:nvSpPr>
                  <p:spPr>
                    <a:xfrm>
                      <a:off x="442440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" name="椭圆 24"/>
                    <p:cNvSpPr/>
                    <p:nvPr/>
                  </p:nvSpPr>
                  <p:spPr>
                    <a:xfrm>
                      <a:off x="457193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6" name="椭圆 25"/>
                    <p:cNvSpPr/>
                    <p:nvPr/>
                  </p:nvSpPr>
                  <p:spPr>
                    <a:xfrm>
                      <a:off x="472303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" name="矩形 30"/>
                    <p:cNvSpPr/>
                    <p:nvPr/>
                  </p:nvSpPr>
                  <p:spPr>
                    <a:xfrm>
                      <a:off x="3432283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6" name="矩形 45"/>
                    <p:cNvSpPr/>
                    <p:nvPr/>
                  </p:nvSpPr>
                  <p:spPr>
                    <a:xfrm>
                      <a:off x="2782916" y="3676093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7" name="矩形 46"/>
                    <p:cNvSpPr/>
                    <p:nvPr/>
                  </p:nvSpPr>
                  <p:spPr>
                    <a:xfrm>
                      <a:off x="2791460" y="3683068"/>
                      <a:ext cx="67376" cy="151949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48" name="直接连接符 47"/>
                    <p:cNvCxnSpPr/>
                    <p:nvPr/>
                  </p:nvCxnSpPr>
                  <p:spPr>
                    <a:xfrm>
                      <a:off x="2861528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9" name="直接连接符 48"/>
                    <p:cNvCxnSpPr/>
                    <p:nvPr/>
                  </p:nvCxnSpPr>
                  <p:spPr>
                    <a:xfrm>
                      <a:off x="2939633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0" name="直接连接符 49"/>
                    <p:cNvCxnSpPr/>
                    <p:nvPr/>
                  </p:nvCxnSpPr>
                  <p:spPr>
                    <a:xfrm>
                      <a:off x="3017738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2" name="直接连接符 51"/>
                    <p:cNvCxnSpPr/>
                    <p:nvPr/>
                  </p:nvCxnSpPr>
                  <p:spPr>
                    <a:xfrm>
                      <a:off x="3400643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" name="文本框 52"/>
                    <p:cNvSpPr txBox="1"/>
                    <p:nvPr/>
                  </p:nvSpPr>
                  <p:spPr>
                    <a:xfrm>
                      <a:off x="3056595" y="3702712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77" name="直接连接符 76"/>
                    <p:cNvCxnSpPr/>
                    <p:nvPr/>
                  </p:nvCxnSpPr>
                  <p:spPr>
                    <a:xfrm>
                      <a:off x="3097748" y="3677679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矩形 78"/>
                    <p:cNvSpPr/>
                    <p:nvPr/>
                  </p:nvSpPr>
                  <p:spPr>
                    <a:xfrm>
                      <a:off x="2345511" y="2576254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0" name="矩形 79"/>
                    <p:cNvSpPr/>
                    <p:nvPr/>
                  </p:nvSpPr>
                  <p:spPr>
                    <a:xfrm>
                      <a:off x="2968448" y="2583229"/>
                      <a:ext cx="62878" cy="151949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81" name="直接连接符 80"/>
                    <p:cNvCxnSpPr/>
                    <p:nvPr/>
                  </p:nvCxnSpPr>
                  <p:spPr>
                    <a:xfrm>
                      <a:off x="242412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2" name="直接连接符 81"/>
                    <p:cNvCxnSpPr/>
                    <p:nvPr/>
                  </p:nvCxnSpPr>
                  <p:spPr>
                    <a:xfrm>
                      <a:off x="250222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3" name="直接连接符 82"/>
                    <p:cNvCxnSpPr/>
                    <p:nvPr/>
                  </p:nvCxnSpPr>
                  <p:spPr>
                    <a:xfrm>
                      <a:off x="258033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4" name="直接连接符 83"/>
                    <p:cNvCxnSpPr/>
                    <p:nvPr/>
                  </p:nvCxnSpPr>
                  <p:spPr>
                    <a:xfrm>
                      <a:off x="296323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5" name="文本框 84"/>
                    <p:cNvSpPr txBox="1"/>
                    <p:nvPr/>
                  </p:nvSpPr>
                  <p:spPr>
                    <a:xfrm>
                      <a:off x="2619190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86" name="直接连接符 85"/>
                    <p:cNvCxnSpPr/>
                    <p:nvPr/>
                  </p:nvCxnSpPr>
                  <p:spPr>
                    <a:xfrm>
                      <a:off x="2660343" y="2577840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7" name="矩形 86"/>
                    <p:cNvSpPr/>
                    <p:nvPr/>
                  </p:nvSpPr>
                  <p:spPr>
                    <a:xfrm>
                      <a:off x="5322407" y="3683846"/>
                      <a:ext cx="690093" cy="314675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8" name="矩形 87"/>
                    <p:cNvSpPr/>
                    <p:nvPr/>
                  </p:nvSpPr>
                  <p:spPr>
                    <a:xfrm>
                      <a:off x="5402417" y="3690821"/>
                      <a:ext cx="74803" cy="151949"/>
                    </a:xfrm>
                    <a:prstGeom prst="rect">
                      <a:avLst/>
                    </a:prstGeom>
                    <a:solidFill>
                      <a:srgbClr val="5B9BD5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89" name="直接连接符 88"/>
                    <p:cNvCxnSpPr/>
                    <p:nvPr/>
                  </p:nvCxnSpPr>
                  <p:spPr>
                    <a:xfrm>
                      <a:off x="5401019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0" name="直接连接符 89"/>
                    <p:cNvCxnSpPr/>
                    <p:nvPr/>
                  </p:nvCxnSpPr>
                  <p:spPr>
                    <a:xfrm>
                      <a:off x="547912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直接连接符 90"/>
                    <p:cNvCxnSpPr/>
                    <p:nvPr/>
                  </p:nvCxnSpPr>
                  <p:spPr>
                    <a:xfrm>
                      <a:off x="5557229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2" name="直接连接符 91"/>
                    <p:cNvCxnSpPr/>
                    <p:nvPr/>
                  </p:nvCxnSpPr>
                  <p:spPr>
                    <a:xfrm>
                      <a:off x="594013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3" name="文本框 92"/>
                    <p:cNvSpPr txBox="1"/>
                    <p:nvPr/>
                  </p:nvSpPr>
                  <p:spPr>
                    <a:xfrm>
                      <a:off x="5596086" y="3710465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94" name="直接连接符 93"/>
                    <p:cNvCxnSpPr/>
                    <p:nvPr/>
                  </p:nvCxnSpPr>
                  <p:spPr>
                    <a:xfrm>
                      <a:off x="5637239" y="3685432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5" name="矩形 94"/>
                    <p:cNvSpPr/>
                    <p:nvPr/>
                  </p:nvSpPr>
                  <p:spPr>
                    <a:xfrm>
                      <a:off x="5738911" y="2576254"/>
                      <a:ext cx="690093" cy="314675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96" name="矩形 95"/>
                    <p:cNvSpPr/>
                    <p:nvPr/>
                  </p:nvSpPr>
                  <p:spPr>
                    <a:xfrm>
                      <a:off x="5899568" y="2583229"/>
                      <a:ext cx="73536" cy="151949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97" name="直接连接符 96"/>
                    <p:cNvCxnSpPr/>
                    <p:nvPr/>
                  </p:nvCxnSpPr>
                  <p:spPr>
                    <a:xfrm>
                      <a:off x="581752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" name="直接连接符 97"/>
                    <p:cNvCxnSpPr/>
                    <p:nvPr/>
                  </p:nvCxnSpPr>
                  <p:spPr>
                    <a:xfrm>
                      <a:off x="589562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9" name="直接连接符 98"/>
                    <p:cNvCxnSpPr/>
                    <p:nvPr/>
                  </p:nvCxnSpPr>
                  <p:spPr>
                    <a:xfrm>
                      <a:off x="597373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0" name="直接连接符 99"/>
                    <p:cNvCxnSpPr/>
                    <p:nvPr/>
                  </p:nvCxnSpPr>
                  <p:spPr>
                    <a:xfrm>
                      <a:off x="635663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1" name="文本框 100"/>
                    <p:cNvSpPr txBox="1"/>
                    <p:nvPr/>
                  </p:nvSpPr>
                  <p:spPr>
                    <a:xfrm>
                      <a:off x="6012590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102" name="直接连接符 101"/>
                    <p:cNvCxnSpPr/>
                    <p:nvPr/>
                  </p:nvCxnSpPr>
                  <p:spPr>
                    <a:xfrm>
                      <a:off x="6053743" y="2577840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3" name="矩形 102"/>
                    <p:cNvSpPr/>
                    <p:nvPr/>
                  </p:nvSpPr>
                  <p:spPr>
                    <a:xfrm>
                      <a:off x="3234566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4" name="矩形 103"/>
                    <p:cNvSpPr/>
                    <p:nvPr/>
                  </p:nvSpPr>
                  <p:spPr>
                    <a:xfrm>
                      <a:off x="4318919" y="4016011"/>
                      <a:ext cx="59406" cy="200224"/>
                    </a:xfrm>
                    <a:prstGeom prst="rect">
                      <a:avLst/>
                    </a:prstGeom>
                    <a:solidFill>
                      <a:srgbClr val="5B9BD5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5" name="矩形 104"/>
                    <p:cNvSpPr/>
                    <p:nvPr/>
                  </p:nvSpPr>
                  <p:spPr>
                    <a:xfrm>
                      <a:off x="5462678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6" name="矩形 105"/>
                    <p:cNvSpPr/>
                    <p:nvPr/>
                  </p:nvSpPr>
                  <p:spPr>
                    <a:xfrm>
                      <a:off x="5275834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169" name="组合 168"/>
                  <p:cNvGrpSpPr/>
                  <p:nvPr/>
                </p:nvGrpSpPr>
                <p:grpSpPr>
                  <a:xfrm>
                    <a:off x="7245831" y="1782498"/>
                    <a:ext cx="4122741" cy="2433737"/>
                    <a:chOff x="7474731" y="1782498"/>
                    <a:chExt cx="4122741" cy="2433737"/>
                  </a:xfrm>
                </p:grpSpPr>
                <p:sp>
                  <p:nvSpPr>
                    <p:cNvPr id="107" name="椭圆 106"/>
                    <p:cNvSpPr/>
                    <p:nvPr/>
                  </p:nvSpPr>
                  <p:spPr>
                    <a:xfrm>
                      <a:off x="8439020" y="1804885"/>
                      <a:ext cx="2137050" cy="2137050"/>
                    </a:xfrm>
                    <a:prstGeom prst="ellips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8" name="椭圆 107"/>
                    <p:cNvSpPr/>
                    <p:nvPr/>
                  </p:nvSpPr>
                  <p:spPr>
                    <a:xfrm>
                      <a:off x="9960832" y="350953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9" name="椭圆 108"/>
                    <p:cNvSpPr/>
                    <p:nvPr/>
                  </p:nvSpPr>
                  <p:spPr>
                    <a:xfrm>
                      <a:off x="8670316" y="351391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0" name="椭圆 109"/>
                    <p:cNvSpPr/>
                    <p:nvPr/>
                  </p:nvSpPr>
                  <p:spPr>
                    <a:xfrm>
                      <a:off x="8242299" y="251524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1" name="椭圆 110"/>
                    <p:cNvSpPr/>
                    <p:nvPr/>
                  </p:nvSpPr>
                  <p:spPr>
                    <a:xfrm>
                      <a:off x="10344774" y="251524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2" name="矩形 111"/>
                    <p:cNvSpPr/>
                    <p:nvPr/>
                  </p:nvSpPr>
                  <p:spPr>
                    <a:xfrm>
                      <a:off x="9011789" y="1782498"/>
                      <a:ext cx="991512" cy="33440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113" name="直接箭头连接符 112"/>
                    <p:cNvCxnSpPr/>
                    <p:nvPr/>
                  </p:nvCxnSpPr>
                  <p:spPr>
                    <a:xfrm rot="21120000" flipV="1">
                      <a:off x="9900801" y="3841015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4" name="直接箭头连接符 113"/>
                    <p:cNvCxnSpPr/>
                    <p:nvPr/>
                  </p:nvCxnSpPr>
                  <p:spPr>
                    <a:xfrm rot="17340000" flipV="1">
                      <a:off x="10524675" y="2981214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5" name="直接箭头连接符 114"/>
                    <p:cNvCxnSpPr/>
                    <p:nvPr/>
                  </p:nvCxnSpPr>
                  <p:spPr>
                    <a:xfrm rot="3720000" flipV="1">
                      <a:off x="8645567" y="3549819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6" name="直接箭头连接符 115"/>
                    <p:cNvCxnSpPr/>
                    <p:nvPr/>
                  </p:nvCxnSpPr>
                  <p:spPr>
                    <a:xfrm rot="7620000" flipV="1">
                      <a:off x="8470885" y="2464377"/>
                      <a:ext cx="88426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" name="直接箭头连接符 116"/>
                    <p:cNvCxnSpPr/>
                    <p:nvPr/>
                  </p:nvCxnSpPr>
                  <p:spPr>
                    <a:xfrm rot="13440000" flipV="1">
                      <a:off x="9973275" y="1923257"/>
                      <a:ext cx="87548" cy="18677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8" name="椭圆 117"/>
                    <p:cNvSpPr/>
                    <p:nvPr/>
                  </p:nvSpPr>
                  <p:spPr>
                    <a:xfrm>
                      <a:off x="911456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9" name="椭圆 118"/>
                    <p:cNvSpPr/>
                    <p:nvPr/>
                  </p:nvSpPr>
                  <p:spPr>
                    <a:xfrm>
                      <a:off x="9262099" y="1849754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0" name="椭圆 119"/>
                    <p:cNvSpPr/>
                    <p:nvPr/>
                  </p:nvSpPr>
                  <p:spPr>
                    <a:xfrm>
                      <a:off x="9407455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1" name="椭圆 120"/>
                    <p:cNvSpPr/>
                    <p:nvPr/>
                  </p:nvSpPr>
                  <p:spPr>
                    <a:xfrm>
                      <a:off x="955362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2" name="椭圆 121"/>
                    <p:cNvSpPr/>
                    <p:nvPr/>
                  </p:nvSpPr>
                  <p:spPr>
                    <a:xfrm>
                      <a:off x="970115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3" name="椭圆 122"/>
                    <p:cNvSpPr/>
                    <p:nvPr/>
                  </p:nvSpPr>
                  <p:spPr>
                    <a:xfrm>
                      <a:off x="985225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4" name="矩形 123"/>
                    <p:cNvSpPr/>
                    <p:nvPr/>
                  </p:nvSpPr>
                  <p:spPr>
                    <a:xfrm>
                      <a:off x="8561503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5" name="矩形 124"/>
                    <p:cNvSpPr/>
                    <p:nvPr/>
                  </p:nvSpPr>
                  <p:spPr>
                    <a:xfrm>
                      <a:off x="7912136" y="3676093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cxnSp>
                  <p:nvCxnSpPr>
                    <p:cNvPr id="127" name="直接连接符 126"/>
                    <p:cNvCxnSpPr/>
                    <p:nvPr/>
                  </p:nvCxnSpPr>
                  <p:spPr>
                    <a:xfrm>
                      <a:off x="7990748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0" name="直接连接符 129"/>
                    <p:cNvCxnSpPr/>
                    <p:nvPr/>
                  </p:nvCxnSpPr>
                  <p:spPr>
                    <a:xfrm>
                      <a:off x="8529863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1" name="文本框 130"/>
                    <p:cNvSpPr txBox="1"/>
                    <p:nvPr/>
                  </p:nvSpPr>
                  <p:spPr>
                    <a:xfrm>
                      <a:off x="8185815" y="3702712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132" name="直接连接符 131"/>
                    <p:cNvCxnSpPr/>
                    <p:nvPr/>
                  </p:nvCxnSpPr>
                  <p:spPr>
                    <a:xfrm>
                      <a:off x="8226968" y="3677679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3" name="矩形 132"/>
                    <p:cNvSpPr/>
                    <p:nvPr/>
                  </p:nvSpPr>
                  <p:spPr>
                    <a:xfrm>
                      <a:off x="7474731" y="2576254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34" name="矩形 133"/>
                    <p:cNvSpPr/>
                    <p:nvPr/>
                  </p:nvSpPr>
                  <p:spPr>
                    <a:xfrm>
                      <a:off x="7554549" y="2576438"/>
                      <a:ext cx="75383" cy="313690"/>
                    </a:xfrm>
                    <a:prstGeom prst="rect">
                      <a:avLst/>
                    </a:prstGeom>
                    <a:solidFill>
                      <a:schemeClr val="accent3">
                        <a:lumMod val="60000"/>
                        <a:lumOff val="40000"/>
                      </a:schemeClr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37" name="直接连接符 136"/>
                    <p:cNvCxnSpPr/>
                    <p:nvPr/>
                  </p:nvCxnSpPr>
                  <p:spPr>
                    <a:xfrm>
                      <a:off x="770955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8" name="直接连接符 137"/>
                    <p:cNvCxnSpPr/>
                    <p:nvPr/>
                  </p:nvCxnSpPr>
                  <p:spPr>
                    <a:xfrm>
                      <a:off x="809245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9" name="文本框 138"/>
                    <p:cNvSpPr txBox="1"/>
                    <p:nvPr/>
                  </p:nvSpPr>
                  <p:spPr>
                    <a:xfrm>
                      <a:off x="7748410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140" name="直接连接符 139"/>
                    <p:cNvCxnSpPr/>
                    <p:nvPr/>
                  </p:nvCxnSpPr>
                  <p:spPr>
                    <a:xfrm>
                      <a:off x="7789563" y="2577840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1" name="矩形 140"/>
                    <p:cNvSpPr/>
                    <p:nvPr/>
                  </p:nvSpPr>
                  <p:spPr>
                    <a:xfrm>
                      <a:off x="10451627" y="3683846"/>
                      <a:ext cx="690093" cy="314675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cxnSp>
                  <p:nvCxnSpPr>
                    <p:cNvPr id="143" name="直接连接符 142"/>
                    <p:cNvCxnSpPr/>
                    <p:nvPr/>
                  </p:nvCxnSpPr>
                  <p:spPr>
                    <a:xfrm>
                      <a:off x="10530239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4" name="直接连接符 143"/>
                    <p:cNvCxnSpPr/>
                    <p:nvPr/>
                  </p:nvCxnSpPr>
                  <p:spPr>
                    <a:xfrm>
                      <a:off x="1060834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6" name="直接连接符 145"/>
                    <p:cNvCxnSpPr/>
                    <p:nvPr/>
                  </p:nvCxnSpPr>
                  <p:spPr>
                    <a:xfrm>
                      <a:off x="1106935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7" name="文本框 146"/>
                    <p:cNvSpPr txBox="1"/>
                    <p:nvPr/>
                  </p:nvSpPr>
                  <p:spPr>
                    <a:xfrm>
                      <a:off x="10725306" y="3710465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sp>
                  <p:nvSpPr>
                    <p:cNvPr id="149" name="矩形 148"/>
                    <p:cNvSpPr/>
                    <p:nvPr/>
                  </p:nvSpPr>
                  <p:spPr>
                    <a:xfrm>
                      <a:off x="10868131" y="2576254"/>
                      <a:ext cx="690093" cy="314675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cxnSp>
                  <p:nvCxnSpPr>
                    <p:cNvPr id="151" name="直接连接符 150"/>
                    <p:cNvCxnSpPr/>
                    <p:nvPr/>
                  </p:nvCxnSpPr>
                  <p:spPr>
                    <a:xfrm>
                      <a:off x="1094674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直接连接符 151"/>
                    <p:cNvCxnSpPr/>
                    <p:nvPr/>
                  </p:nvCxnSpPr>
                  <p:spPr>
                    <a:xfrm>
                      <a:off x="1102484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3" name="直接连接符 152"/>
                    <p:cNvCxnSpPr/>
                    <p:nvPr/>
                  </p:nvCxnSpPr>
                  <p:spPr>
                    <a:xfrm>
                      <a:off x="1110295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4" name="直接连接符 153"/>
                    <p:cNvCxnSpPr/>
                    <p:nvPr/>
                  </p:nvCxnSpPr>
                  <p:spPr>
                    <a:xfrm>
                      <a:off x="1148585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55" name="文本框 154"/>
                    <p:cNvSpPr txBox="1"/>
                    <p:nvPr/>
                  </p:nvSpPr>
                  <p:spPr>
                    <a:xfrm>
                      <a:off x="11181058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sp>
                  <p:nvSpPr>
                    <p:cNvPr id="157" name="矩形 156"/>
                    <p:cNvSpPr/>
                    <p:nvPr/>
                  </p:nvSpPr>
                  <p:spPr>
                    <a:xfrm>
                      <a:off x="8363786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58" name="矩形 157"/>
                    <p:cNvSpPr/>
                    <p:nvPr/>
                  </p:nvSpPr>
                  <p:spPr>
                    <a:xfrm>
                      <a:off x="9448139" y="4016011"/>
                      <a:ext cx="59406" cy="200224"/>
                    </a:xfrm>
                    <a:prstGeom prst="rect">
                      <a:avLst/>
                    </a:prstGeom>
                    <a:solidFill>
                      <a:srgbClr val="5B9BD5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59" name="矩形 158"/>
                    <p:cNvSpPr/>
                    <p:nvPr/>
                  </p:nvSpPr>
                  <p:spPr>
                    <a:xfrm>
                      <a:off x="10591898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60" name="矩形 159"/>
                    <p:cNvSpPr/>
                    <p:nvPr/>
                  </p:nvSpPr>
                  <p:spPr>
                    <a:xfrm>
                      <a:off x="10405054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cxnSp>
                <p:nvCxnSpPr>
                  <p:cNvPr id="167" name="直接箭头连接符 166"/>
                  <p:cNvCxnSpPr/>
                  <p:nvPr/>
                </p:nvCxnSpPr>
                <p:spPr>
                  <a:xfrm>
                    <a:off x="6644640" y="2948257"/>
                    <a:ext cx="396240" cy="1232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174" name="矩形 173"/>
              <p:cNvSpPr/>
              <p:nvPr/>
            </p:nvSpPr>
            <p:spPr>
              <a:xfrm>
                <a:off x="5980711" y="2085494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" name="矩形 174"/>
              <p:cNvSpPr/>
              <p:nvPr/>
            </p:nvSpPr>
            <p:spPr>
              <a:xfrm>
                <a:off x="8605329" y="209342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" name="矩形 175"/>
              <p:cNvSpPr/>
              <p:nvPr/>
            </p:nvSpPr>
            <p:spPr>
              <a:xfrm>
                <a:off x="9095453" y="98552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" name="文本框 177"/>
              <p:cNvSpPr txBox="1"/>
              <p:nvPr/>
            </p:nvSpPr>
            <p:spPr>
              <a:xfrm>
                <a:off x="4063380" y="1419470"/>
                <a:ext cx="184377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b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communication n-1 times</a:t>
                </a:r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26" name="组合 125"/>
            <p:cNvGrpSpPr/>
            <p:nvPr/>
          </p:nvGrpSpPr>
          <p:grpSpPr>
            <a:xfrm>
              <a:off x="323501" y="3679724"/>
              <a:ext cx="8817248" cy="2433737"/>
              <a:chOff x="253104" y="117285"/>
              <a:chExt cx="8817248" cy="2433737"/>
            </a:xfrm>
          </p:grpSpPr>
          <p:sp>
            <p:nvSpPr>
              <p:cNvPr id="128" name="椭圆 127"/>
              <p:cNvSpPr/>
              <p:nvPr/>
            </p:nvSpPr>
            <p:spPr>
              <a:xfrm>
                <a:off x="1217393" y="139672"/>
                <a:ext cx="2137050" cy="2137050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椭圆 128"/>
              <p:cNvSpPr/>
              <p:nvPr/>
            </p:nvSpPr>
            <p:spPr>
              <a:xfrm>
                <a:off x="2739205" y="184432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" name="椭圆 134"/>
              <p:cNvSpPr/>
              <p:nvPr/>
            </p:nvSpPr>
            <p:spPr>
              <a:xfrm>
                <a:off x="1448689" y="184870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椭圆 135"/>
              <p:cNvSpPr/>
              <p:nvPr/>
            </p:nvSpPr>
            <p:spPr>
              <a:xfrm>
                <a:off x="1020672" y="85003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椭圆 141"/>
              <p:cNvSpPr/>
              <p:nvPr/>
            </p:nvSpPr>
            <p:spPr>
              <a:xfrm>
                <a:off x="3123147" y="85003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矩形 144"/>
              <p:cNvSpPr/>
              <p:nvPr/>
            </p:nvSpPr>
            <p:spPr>
              <a:xfrm>
                <a:off x="1790162" y="117285"/>
                <a:ext cx="991512" cy="33440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8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48" name="直接箭头连接符 147"/>
              <p:cNvCxnSpPr/>
              <p:nvPr/>
            </p:nvCxnSpPr>
            <p:spPr>
              <a:xfrm rot="21120000" flipV="1">
                <a:off x="2679174" y="2175802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接箭头连接符 149"/>
              <p:cNvCxnSpPr/>
              <p:nvPr/>
            </p:nvCxnSpPr>
            <p:spPr>
              <a:xfrm rot="17340000" flipV="1">
                <a:off x="3303048" y="1316001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接箭头连接符 155"/>
              <p:cNvCxnSpPr/>
              <p:nvPr/>
            </p:nvCxnSpPr>
            <p:spPr>
              <a:xfrm rot="3720000" flipV="1">
                <a:off x="1423940" y="1884606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接箭头连接符 161"/>
              <p:cNvCxnSpPr/>
              <p:nvPr/>
            </p:nvCxnSpPr>
            <p:spPr>
              <a:xfrm rot="7620000" flipV="1">
                <a:off x="1249258" y="799164"/>
                <a:ext cx="88426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直接箭头连接符 162"/>
              <p:cNvCxnSpPr/>
              <p:nvPr/>
            </p:nvCxnSpPr>
            <p:spPr>
              <a:xfrm rot="13440000" flipV="1">
                <a:off x="2751648" y="258044"/>
                <a:ext cx="87548" cy="18677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4" name="椭圆 163"/>
              <p:cNvSpPr/>
              <p:nvPr/>
            </p:nvSpPr>
            <p:spPr>
              <a:xfrm>
                <a:off x="1892935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" name="椭圆 164"/>
              <p:cNvSpPr/>
              <p:nvPr/>
            </p:nvSpPr>
            <p:spPr>
              <a:xfrm>
                <a:off x="2040472" y="1845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" name="椭圆 165"/>
              <p:cNvSpPr/>
              <p:nvPr/>
            </p:nvSpPr>
            <p:spPr>
              <a:xfrm>
                <a:off x="2185828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椭圆 167"/>
              <p:cNvSpPr/>
              <p:nvPr/>
            </p:nvSpPr>
            <p:spPr>
              <a:xfrm>
                <a:off x="2331995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椭圆 171"/>
              <p:cNvSpPr/>
              <p:nvPr/>
            </p:nvSpPr>
            <p:spPr>
              <a:xfrm>
                <a:off x="247953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" name="椭圆 176"/>
              <p:cNvSpPr/>
              <p:nvPr/>
            </p:nvSpPr>
            <p:spPr>
              <a:xfrm>
                <a:off x="263063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" name="矩形 179"/>
              <p:cNvSpPr/>
              <p:nvPr/>
            </p:nvSpPr>
            <p:spPr>
              <a:xfrm>
                <a:off x="1339876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" name="矩形 180"/>
              <p:cNvSpPr/>
              <p:nvPr/>
            </p:nvSpPr>
            <p:spPr>
              <a:xfrm>
                <a:off x="253104" y="911041"/>
                <a:ext cx="690093" cy="314675"/>
              </a:xfrm>
              <a:prstGeom prst="rect">
                <a:avLst/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182" name="直接连接符 181"/>
              <p:cNvCxnSpPr/>
              <p:nvPr/>
            </p:nvCxnSpPr>
            <p:spPr>
              <a:xfrm>
                <a:off x="487926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3" name="文本框 182"/>
              <p:cNvSpPr txBox="1"/>
              <p:nvPr/>
            </p:nvSpPr>
            <p:spPr>
              <a:xfrm>
                <a:off x="526783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184" name="直接连接符 183"/>
              <p:cNvCxnSpPr/>
              <p:nvPr/>
            </p:nvCxnSpPr>
            <p:spPr>
              <a:xfrm>
                <a:off x="567936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5" name="矩形 184"/>
              <p:cNvSpPr/>
              <p:nvPr/>
            </p:nvSpPr>
            <p:spPr>
              <a:xfrm>
                <a:off x="1142159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" name="矩形 185"/>
              <p:cNvSpPr/>
              <p:nvPr/>
            </p:nvSpPr>
            <p:spPr>
              <a:xfrm>
                <a:off x="2226512" y="2350798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" name="矩形 186"/>
              <p:cNvSpPr/>
              <p:nvPr/>
            </p:nvSpPr>
            <p:spPr>
              <a:xfrm>
                <a:off x="3370271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" name="矩形 187"/>
              <p:cNvSpPr/>
              <p:nvPr/>
            </p:nvSpPr>
            <p:spPr>
              <a:xfrm>
                <a:off x="3183427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9" name="直接箭头连接符 188"/>
              <p:cNvCxnSpPr/>
              <p:nvPr/>
            </p:nvCxnSpPr>
            <p:spPr>
              <a:xfrm>
                <a:off x="4490613" y="1382104"/>
                <a:ext cx="396240" cy="1232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0" name="矩形 189"/>
              <p:cNvSpPr/>
              <p:nvPr/>
            </p:nvSpPr>
            <p:spPr>
              <a:xfrm>
                <a:off x="334049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" name="矩形 190"/>
              <p:cNvSpPr/>
              <p:nvPr/>
            </p:nvSpPr>
            <p:spPr>
              <a:xfrm>
                <a:off x="867411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" name="矩形 191"/>
              <p:cNvSpPr/>
              <p:nvPr/>
            </p:nvSpPr>
            <p:spPr>
              <a:xfrm>
                <a:off x="680895" y="1990340"/>
                <a:ext cx="690093" cy="314675"/>
              </a:xfrm>
              <a:prstGeom prst="rect">
                <a:avLst/>
              </a:prstGeom>
              <a:solidFill>
                <a:srgbClr val="5B9BD5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93" name="文本框 192"/>
              <p:cNvSpPr txBox="1"/>
              <p:nvPr/>
            </p:nvSpPr>
            <p:spPr>
              <a:xfrm>
                <a:off x="954574" y="2016959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194" name="直接连接符 193"/>
              <p:cNvCxnSpPr/>
              <p:nvPr/>
            </p:nvCxnSpPr>
            <p:spPr>
              <a:xfrm>
                <a:off x="995727" y="1991926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5" name="矩形 194"/>
              <p:cNvSpPr/>
              <p:nvPr/>
            </p:nvSpPr>
            <p:spPr>
              <a:xfrm>
                <a:off x="761840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" name="矩形 195"/>
              <p:cNvSpPr/>
              <p:nvPr/>
            </p:nvSpPr>
            <p:spPr>
              <a:xfrm>
                <a:off x="838002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" name="矩形 196"/>
              <p:cNvSpPr/>
              <p:nvPr/>
            </p:nvSpPr>
            <p:spPr>
              <a:xfrm>
                <a:off x="3242833" y="1988415"/>
                <a:ext cx="690093" cy="314675"/>
              </a:xfrm>
              <a:prstGeom prst="rect">
                <a:avLst/>
              </a:prstGeom>
              <a:solidFill>
                <a:srgbClr val="ED7D3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98" name="文本框 197"/>
              <p:cNvSpPr txBox="1"/>
              <p:nvPr/>
            </p:nvSpPr>
            <p:spPr>
              <a:xfrm>
                <a:off x="3516512" y="2015034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199" name="直接连接符 198"/>
              <p:cNvCxnSpPr/>
              <p:nvPr/>
            </p:nvCxnSpPr>
            <p:spPr>
              <a:xfrm>
                <a:off x="3323985" y="199000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0" name="矩形 199"/>
              <p:cNvSpPr/>
              <p:nvPr/>
            </p:nvSpPr>
            <p:spPr>
              <a:xfrm>
                <a:off x="3471098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" name="矩形 200"/>
              <p:cNvSpPr/>
              <p:nvPr/>
            </p:nvSpPr>
            <p:spPr>
              <a:xfrm>
                <a:off x="3399940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" name="矩形 201"/>
              <p:cNvSpPr/>
              <p:nvPr/>
            </p:nvSpPr>
            <p:spPr>
              <a:xfrm>
                <a:off x="3617262" y="911041"/>
                <a:ext cx="690093" cy="314675"/>
              </a:xfrm>
              <a:prstGeom prst="rect">
                <a:avLst/>
              </a:prstGeom>
              <a:solidFill>
                <a:srgbClr val="FFFF00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03" name="文本框 202"/>
              <p:cNvSpPr txBox="1"/>
              <p:nvPr/>
            </p:nvSpPr>
            <p:spPr>
              <a:xfrm>
                <a:off x="3890941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04" name="直接连接符 203"/>
              <p:cNvCxnSpPr/>
              <p:nvPr/>
            </p:nvCxnSpPr>
            <p:spPr>
              <a:xfrm>
                <a:off x="3698414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5" name="矩形 204"/>
              <p:cNvSpPr/>
              <p:nvPr/>
            </p:nvSpPr>
            <p:spPr>
              <a:xfrm>
                <a:off x="3845527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" name="矩形 205"/>
              <p:cNvSpPr/>
              <p:nvPr/>
            </p:nvSpPr>
            <p:spPr>
              <a:xfrm>
                <a:off x="3921054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7" name="直接连接符 206"/>
              <p:cNvCxnSpPr/>
              <p:nvPr/>
            </p:nvCxnSpPr>
            <p:spPr>
              <a:xfrm>
                <a:off x="3772709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8" name="椭圆 207"/>
              <p:cNvSpPr/>
              <p:nvPr/>
            </p:nvSpPr>
            <p:spPr>
              <a:xfrm>
                <a:off x="5980390" y="139672"/>
                <a:ext cx="2137050" cy="2137050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" name="椭圆 208"/>
              <p:cNvSpPr/>
              <p:nvPr/>
            </p:nvSpPr>
            <p:spPr>
              <a:xfrm>
                <a:off x="7502202" y="184432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" name="椭圆 209"/>
              <p:cNvSpPr/>
              <p:nvPr/>
            </p:nvSpPr>
            <p:spPr>
              <a:xfrm>
                <a:off x="6211686" y="184870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" name="椭圆 210"/>
              <p:cNvSpPr/>
              <p:nvPr/>
            </p:nvSpPr>
            <p:spPr>
              <a:xfrm>
                <a:off x="5783669" y="85003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" name="椭圆 211"/>
              <p:cNvSpPr/>
              <p:nvPr/>
            </p:nvSpPr>
            <p:spPr>
              <a:xfrm>
                <a:off x="7886144" y="85003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" name="矩形 212"/>
              <p:cNvSpPr/>
              <p:nvPr/>
            </p:nvSpPr>
            <p:spPr>
              <a:xfrm>
                <a:off x="6553159" y="117285"/>
                <a:ext cx="991512" cy="33440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8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14" name="直接箭头连接符 213"/>
              <p:cNvCxnSpPr/>
              <p:nvPr/>
            </p:nvCxnSpPr>
            <p:spPr>
              <a:xfrm rot="21120000" flipV="1">
                <a:off x="7442171" y="2175802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直接箭头连接符 214"/>
              <p:cNvCxnSpPr/>
              <p:nvPr/>
            </p:nvCxnSpPr>
            <p:spPr>
              <a:xfrm rot="17340000" flipV="1">
                <a:off x="8066045" y="1316001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直接箭头连接符 215"/>
              <p:cNvCxnSpPr/>
              <p:nvPr/>
            </p:nvCxnSpPr>
            <p:spPr>
              <a:xfrm rot="3720000" flipV="1">
                <a:off x="6186937" y="1884606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直接箭头连接符 216"/>
              <p:cNvCxnSpPr/>
              <p:nvPr/>
            </p:nvCxnSpPr>
            <p:spPr>
              <a:xfrm rot="7620000" flipV="1">
                <a:off x="6012255" y="799164"/>
                <a:ext cx="88426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直接箭头连接符 217"/>
              <p:cNvCxnSpPr/>
              <p:nvPr/>
            </p:nvCxnSpPr>
            <p:spPr>
              <a:xfrm rot="13440000" flipV="1">
                <a:off x="7514645" y="258044"/>
                <a:ext cx="87548" cy="18677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9" name="椭圆 218"/>
              <p:cNvSpPr/>
              <p:nvPr/>
            </p:nvSpPr>
            <p:spPr>
              <a:xfrm>
                <a:off x="665593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" name="椭圆 219"/>
              <p:cNvSpPr/>
              <p:nvPr/>
            </p:nvSpPr>
            <p:spPr>
              <a:xfrm>
                <a:off x="6803469" y="1845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" name="椭圆 220"/>
              <p:cNvSpPr/>
              <p:nvPr/>
            </p:nvSpPr>
            <p:spPr>
              <a:xfrm>
                <a:off x="6948825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" name="椭圆 221"/>
              <p:cNvSpPr/>
              <p:nvPr/>
            </p:nvSpPr>
            <p:spPr>
              <a:xfrm>
                <a:off x="709499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" name="椭圆 222"/>
              <p:cNvSpPr/>
              <p:nvPr/>
            </p:nvSpPr>
            <p:spPr>
              <a:xfrm>
                <a:off x="7242529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" name="椭圆 223"/>
              <p:cNvSpPr/>
              <p:nvPr/>
            </p:nvSpPr>
            <p:spPr>
              <a:xfrm>
                <a:off x="7393629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" name="矩形 224"/>
              <p:cNvSpPr/>
              <p:nvPr/>
            </p:nvSpPr>
            <p:spPr>
              <a:xfrm>
                <a:off x="6102873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" name="矩形 225"/>
              <p:cNvSpPr/>
              <p:nvPr/>
            </p:nvSpPr>
            <p:spPr>
              <a:xfrm>
                <a:off x="5016101" y="911041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227" name="直接连接符 226"/>
              <p:cNvCxnSpPr/>
              <p:nvPr/>
            </p:nvCxnSpPr>
            <p:spPr>
              <a:xfrm>
                <a:off x="5250923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28" name="文本框 227"/>
              <p:cNvSpPr txBox="1"/>
              <p:nvPr/>
            </p:nvSpPr>
            <p:spPr>
              <a:xfrm>
                <a:off x="5289780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29" name="直接连接符 228"/>
              <p:cNvCxnSpPr/>
              <p:nvPr/>
            </p:nvCxnSpPr>
            <p:spPr>
              <a:xfrm>
                <a:off x="5330933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0" name="矩形 229"/>
              <p:cNvSpPr/>
              <p:nvPr/>
            </p:nvSpPr>
            <p:spPr>
              <a:xfrm>
                <a:off x="5905156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矩形 230"/>
              <p:cNvSpPr/>
              <p:nvPr/>
            </p:nvSpPr>
            <p:spPr>
              <a:xfrm>
                <a:off x="6989509" y="2350798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矩形 231"/>
              <p:cNvSpPr/>
              <p:nvPr/>
            </p:nvSpPr>
            <p:spPr>
              <a:xfrm>
                <a:off x="8133268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矩形 232"/>
              <p:cNvSpPr/>
              <p:nvPr/>
            </p:nvSpPr>
            <p:spPr>
              <a:xfrm>
                <a:off x="7946424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" name="矩形 233"/>
              <p:cNvSpPr/>
              <p:nvPr/>
            </p:nvSpPr>
            <p:spPr>
              <a:xfrm>
                <a:off x="5097046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" name="矩形 234"/>
              <p:cNvSpPr/>
              <p:nvPr/>
            </p:nvSpPr>
            <p:spPr>
              <a:xfrm>
                <a:off x="5630408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" name="矩形 235"/>
              <p:cNvSpPr/>
              <p:nvPr/>
            </p:nvSpPr>
            <p:spPr>
              <a:xfrm>
                <a:off x="5443892" y="1990340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37" name="文本框 236"/>
              <p:cNvSpPr txBox="1"/>
              <p:nvPr/>
            </p:nvSpPr>
            <p:spPr>
              <a:xfrm>
                <a:off x="5717571" y="2016959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38" name="直接连接符 237"/>
              <p:cNvCxnSpPr/>
              <p:nvPr/>
            </p:nvCxnSpPr>
            <p:spPr>
              <a:xfrm>
                <a:off x="5758724" y="1991926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9" name="矩形 238"/>
              <p:cNvSpPr/>
              <p:nvPr/>
            </p:nvSpPr>
            <p:spPr>
              <a:xfrm>
                <a:off x="5524837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" name="矩形 239"/>
              <p:cNvSpPr/>
              <p:nvPr/>
            </p:nvSpPr>
            <p:spPr>
              <a:xfrm>
                <a:off x="5600999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" name="矩形 240"/>
              <p:cNvSpPr/>
              <p:nvPr/>
            </p:nvSpPr>
            <p:spPr>
              <a:xfrm>
                <a:off x="8005830" y="1988415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42" name="文本框 241"/>
              <p:cNvSpPr txBox="1"/>
              <p:nvPr/>
            </p:nvSpPr>
            <p:spPr>
              <a:xfrm>
                <a:off x="8279509" y="2015034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43" name="直接连接符 242"/>
              <p:cNvCxnSpPr/>
              <p:nvPr/>
            </p:nvCxnSpPr>
            <p:spPr>
              <a:xfrm>
                <a:off x="8086982" y="199000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4" name="矩形 243"/>
              <p:cNvSpPr/>
              <p:nvPr/>
            </p:nvSpPr>
            <p:spPr>
              <a:xfrm>
                <a:off x="8234095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" name="矩形 244"/>
              <p:cNvSpPr/>
              <p:nvPr/>
            </p:nvSpPr>
            <p:spPr>
              <a:xfrm>
                <a:off x="8162937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" name="矩形 245"/>
              <p:cNvSpPr/>
              <p:nvPr/>
            </p:nvSpPr>
            <p:spPr>
              <a:xfrm>
                <a:off x="8380259" y="911041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47" name="文本框 246"/>
              <p:cNvSpPr txBox="1"/>
              <p:nvPr/>
            </p:nvSpPr>
            <p:spPr>
              <a:xfrm>
                <a:off x="8653938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48" name="直接连接符 247"/>
              <p:cNvCxnSpPr/>
              <p:nvPr/>
            </p:nvCxnSpPr>
            <p:spPr>
              <a:xfrm>
                <a:off x="8461411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9" name="矩形 248"/>
              <p:cNvSpPr/>
              <p:nvPr/>
            </p:nvSpPr>
            <p:spPr>
              <a:xfrm>
                <a:off x="8608524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" name="矩形 249"/>
              <p:cNvSpPr/>
              <p:nvPr/>
            </p:nvSpPr>
            <p:spPr>
              <a:xfrm>
                <a:off x="8684051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51" name="直接连接符 250"/>
              <p:cNvCxnSpPr/>
              <p:nvPr/>
            </p:nvCxnSpPr>
            <p:spPr>
              <a:xfrm>
                <a:off x="8535706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52" name="文本框 251"/>
              <p:cNvSpPr txBox="1"/>
              <p:nvPr/>
            </p:nvSpPr>
            <p:spPr>
              <a:xfrm>
                <a:off x="3827512" y="1416335"/>
                <a:ext cx="184377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b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communication n-1 times</a:t>
                </a:r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" name="文本框 4"/>
            <p:cNvSpPr txBox="1"/>
            <p:nvPr/>
          </p:nvSpPr>
          <p:spPr>
            <a:xfrm>
              <a:off x="3945657" y="3039732"/>
              <a:ext cx="161422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scatter-reduce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3" name="文本框 252"/>
            <p:cNvSpPr txBox="1"/>
            <p:nvPr/>
          </p:nvSpPr>
          <p:spPr>
            <a:xfrm>
              <a:off x="4179223" y="5964440"/>
              <a:ext cx="11641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all-gather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846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/>
          <p:cNvGrpSpPr/>
          <p:nvPr/>
        </p:nvGrpSpPr>
        <p:grpSpPr>
          <a:xfrm>
            <a:off x="242643" y="2067340"/>
            <a:ext cx="10291567" cy="3120888"/>
            <a:chOff x="242643" y="2067340"/>
            <a:chExt cx="10291567" cy="3120888"/>
          </a:xfrm>
        </p:grpSpPr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643" y="2067340"/>
              <a:ext cx="10291567" cy="3120888"/>
            </a:xfrm>
            <a:prstGeom prst="rect">
              <a:avLst/>
            </a:prstGeom>
          </p:spPr>
        </p:pic>
        <p:sp>
          <p:nvSpPr>
            <p:cNvPr id="12" name="文本框 11"/>
            <p:cNvSpPr txBox="1"/>
            <p:nvPr/>
          </p:nvSpPr>
          <p:spPr>
            <a:xfrm>
              <a:off x="9073554" y="2714625"/>
              <a:ext cx="14606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Critical Path</a:t>
              </a:r>
              <a:endPara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2132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253104" y="117285"/>
            <a:ext cx="8817248" cy="2433737"/>
            <a:chOff x="253104" y="117285"/>
            <a:chExt cx="8817248" cy="2433737"/>
          </a:xfrm>
        </p:grpSpPr>
        <p:sp>
          <p:nvSpPr>
            <p:cNvPr id="107" name="椭圆 106"/>
            <p:cNvSpPr/>
            <p:nvPr/>
          </p:nvSpPr>
          <p:spPr>
            <a:xfrm>
              <a:off x="1217393" y="139672"/>
              <a:ext cx="2137050" cy="213705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8" name="椭圆 107"/>
            <p:cNvSpPr/>
            <p:nvPr/>
          </p:nvSpPr>
          <p:spPr>
            <a:xfrm>
              <a:off x="2739205" y="184432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椭圆 108"/>
            <p:cNvSpPr/>
            <p:nvPr/>
          </p:nvSpPr>
          <p:spPr>
            <a:xfrm>
              <a:off x="1448689" y="184870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椭圆 109"/>
            <p:cNvSpPr/>
            <p:nvPr/>
          </p:nvSpPr>
          <p:spPr>
            <a:xfrm>
              <a:off x="1020672" y="85003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1" name="椭圆 110"/>
            <p:cNvSpPr/>
            <p:nvPr/>
          </p:nvSpPr>
          <p:spPr>
            <a:xfrm>
              <a:off x="3123147" y="85003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矩形 111"/>
            <p:cNvSpPr/>
            <p:nvPr/>
          </p:nvSpPr>
          <p:spPr>
            <a:xfrm>
              <a:off x="1790162" y="117285"/>
              <a:ext cx="991512" cy="3344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3" name="直接箭头连接符 112"/>
            <p:cNvCxnSpPr/>
            <p:nvPr/>
          </p:nvCxnSpPr>
          <p:spPr>
            <a:xfrm rot="21120000" flipV="1">
              <a:off x="2679174" y="2175802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箭头连接符 113"/>
            <p:cNvCxnSpPr/>
            <p:nvPr/>
          </p:nvCxnSpPr>
          <p:spPr>
            <a:xfrm rot="17340000" flipV="1">
              <a:off x="3303048" y="1316001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箭头连接符 114"/>
            <p:cNvCxnSpPr/>
            <p:nvPr/>
          </p:nvCxnSpPr>
          <p:spPr>
            <a:xfrm rot="3720000" flipV="1">
              <a:off x="1423940" y="1884606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接箭头连接符 115"/>
            <p:cNvCxnSpPr/>
            <p:nvPr/>
          </p:nvCxnSpPr>
          <p:spPr>
            <a:xfrm rot="7620000" flipV="1">
              <a:off x="1249258" y="799164"/>
              <a:ext cx="88426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箭头连接符 116"/>
            <p:cNvCxnSpPr/>
            <p:nvPr/>
          </p:nvCxnSpPr>
          <p:spPr>
            <a:xfrm rot="13440000" flipV="1">
              <a:off x="2751648" y="258044"/>
              <a:ext cx="87548" cy="1867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椭圆 117"/>
            <p:cNvSpPr/>
            <p:nvPr/>
          </p:nvSpPr>
          <p:spPr>
            <a:xfrm>
              <a:off x="1892935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9" name="椭圆 118"/>
            <p:cNvSpPr/>
            <p:nvPr/>
          </p:nvSpPr>
          <p:spPr>
            <a:xfrm>
              <a:off x="2040472" y="184541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0" name="椭圆 119"/>
            <p:cNvSpPr/>
            <p:nvPr/>
          </p:nvSpPr>
          <p:spPr>
            <a:xfrm>
              <a:off x="2185828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1" name="椭圆 120"/>
            <p:cNvSpPr/>
            <p:nvPr/>
          </p:nvSpPr>
          <p:spPr>
            <a:xfrm>
              <a:off x="2331995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2" name="椭圆 121"/>
            <p:cNvSpPr/>
            <p:nvPr/>
          </p:nvSpPr>
          <p:spPr>
            <a:xfrm>
              <a:off x="247953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3" name="椭圆 122"/>
            <p:cNvSpPr/>
            <p:nvPr/>
          </p:nvSpPr>
          <p:spPr>
            <a:xfrm>
              <a:off x="263063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4" name="矩形 123"/>
            <p:cNvSpPr/>
            <p:nvPr/>
          </p:nvSpPr>
          <p:spPr>
            <a:xfrm>
              <a:off x="1339876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矩形 132"/>
            <p:cNvSpPr/>
            <p:nvPr/>
          </p:nvSpPr>
          <p:spPr>
            <a:xfrm>
              <a:off x="253104" y="911041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37" name="直接连接符 136"/>
            <p:cNvCxnSpPr/>
            <p:nvPr/>
          </p:nvCxnSpPr>
          <p:spPr>
            <a:xfrm>
              <a:off x="487926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9" name="文本框 138"/>
            <p:cNvSpPr txBox="1"/>
            <p:nvPr/>
          </p:nvSpPr>
          <p:spPr>
            <a:xfrm>
              <a:off x="526783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40" name="直接连接符 139"/>
            <p:cNvCxnSpPr/>
            <p:nvPr/>
          </p:nvCxnSpPr>
          <p:spPr>
            <a:xfrm>
              <a:off x="567936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7" name="矩形 156"/>
            <p:cNvSpPr/>
            <p:nvPr/>
          </p:nvSpPr>
          <p:spPr>
            <a:xfrm>
              <a:off x="1142159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8" name="矩形 157"/>
            <p:cNvSpPr/>
            <p:nvPr/>
          </p:nvSpPr>
          <p:spPr>
            <a:xfrm>
              <a:off x="2226512" y="2350798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9" name="矩形 158"/>
            <p:cNvSpPr/>
            <p:nvPr/>
          </p:nvSpPr>
          <p:spPr>
            <a:xfrm>
              <a:off x="3370271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矩形 159"/>
            <p:cNvSpPr/>
            <p:nvPr/>
          </p:nvSpPr>
          <p:spPr>
            <a:xfrm>
              <a:off x="3183427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26" name="直接箭头连接符 125"/>
            <p:cNvCxnSpPr/>
            <p:nvPr/>
          </p:nvCxnSpPr>
          <p:spPr>
            <a:xfrm>
              <a:off x="4490613" y="1382104"/>
              <a:ext cx="396240" cy="12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8" name="矩形 167"/>
            <p:cNvSpPr/>
            <p:nvPr/>
          </p:nvSpPr>
          <p:spPr>
            <a:xfrm>
              <a:off x="334049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2" name="矩形 171"/>
            <p:cNvSpPr/>
            <p:nvPr/>
          </p:nvSpPr>
          <p:spPr>
            <a:xfrm>
              <a:off x="867411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0" name="矩形 179"/>
            <p:cNvSpPr/>
            <p:nvPr/>
          </p:nvSpPr>
          <p:spPr>
            <a:xfrm>
              <a:off x="680895" y="1990340"/>
              <a:ext cx="690093" cy="314675"/>
            </a:xfrm>
            <a:prstGeom prst="rect">
              <a:avLst/>
            </a:prstGeom>
            <a:solidFill>
              <a:srgbClr val="5B9BD5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2" name="文本框 181"/>
            <p:cNvSpPr txBox="1"/>
            <p:nvPr/>
          </p:nvSpPr>
          <p:spPr>
            <a:xfrm>
              <a:off x="954574" y="2016959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83" name="直接连接符 182"/>
            <p:cNvCxnSpPr/>
            <p:nvPr/>
          </p:nvCxnSpPr>
          <p:spPr>
            <a:xfrm>
              <a:off x="995727" y="1991926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4" name="矩形 183"/>
            <p:cNvSpPr/>
            <p:nvPr/>
          </p:nvSpPr>
          <p:spPr>
            <a:xfrm>
              <a:off x="761840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5" name="矩形 184"/>
            <p:cNvSpPr/>
            <p:nvPr/>
          </p:nvSpPr>
          <p:spPr>
            <a:xfrm>
              <a:off x="838002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6" name="矩形 185"/>
            <p:cNvSpPr/>
            <p:nvPr/>
          </p:nvSpPr>
          <p:spPr>
            <a:xfrm>
              <a:off x="3242833" y="1988415"/>
              <a:ext cx="690093" cy="314675"/>
            </a:xfrm>
            <a:prstGeom prst="rect">
              <a:avLst/>
            </a:prstGeom>
            <a:solidFill>
              <a:srgbClr val="ED7D3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7" name="文本框 186"/>
            <p:cNvSpPr txBox="1"/>
            <p:nvPr/>
          </p:nvSpPr>
          <p:spPr>
            <a:xfrm>
              <a:off x="3516512" y="201503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88" name="直接连接符 187"/>
            <p:cNvCxnSpPr/>
            <p:nvPr/>
          </p:nvCxnSpPr>
          <p:spPr>
            <a:xfrm>
              <a:off x="3323985" y="19900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9" name="矩形 188"/>
            <p:cNvSpPr/>
            <p:nvPr/>
          </p:nvSpPr>
          <p:spPr>
            <a:xfrm>
              <a:off x="3471098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矩形 189"/>
            <p:cNvSpPr/>
            <p:nvPr/>
          </p:nvSpPr>
          <p:spPr>
            <a:xfrm>
              <a:off x="3399940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矩形 191"/>
            <p:cNvSpPr/>
            <p:nvPr/>
          </p:nvSpPr>
          <p:spPr>
            <a:xfrm>
              <a:off x="3617262" y="911041"/>
              <a:ext cx="690093" cy="314675"/>
            </a:xfrm>
            <a:prstGeom prst="rect">
              <a:avLst/>
            </a:prstGeom>
            <a:solidFill>
              <a:srgbClr val="FFFF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3" name="文本框 192"/>
            <p:cNvSpPr txBox="1"/>
            <p:nvPr/>
          </p:nvSpPr>
          <p:spPr>
            <a:xfrm>
              <a:off x="3890941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94" name="直接连接符 193"/>
            <p:cNvCxnSpPr/>
            <p:nvPr/>
          </p:nvCxnSpPr>
          <p:spPr>
            <a:xfrm>
              <a:off x="3698414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5" name="矩形 194"/>
            <p:cNvSpPr/>
            <p:nvPr/>
          </p:nvSpPr>
          <p:spPr>
            <a:xfrm>
              <a:off x="3845527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6" name="矩形 195"/>
            <p:cNvSpPr/>
            <p:nvPr/>
          </p:nvSpPr>
          <p:spPr>
            <a:xfrm>
              <a:off x="3921054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97" name="直接连接符 196"/>
            <p:cNvCxnSpPr/>
            <p:nvPr/>
          </p:nvCxnSpPr>
          <p:spPr>
            <a:xfrm>
              <a:off x="3772709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8" name="椭圆 197"/>
            <p:cNvSpPr/>
            <p:nvPr/>
          </p:nvSpPr>
          <p:spPr>
            <a:xfrm>
              <a:off x="5980390" y="139672"/>
              <a:ext cx="2137050" cy="213705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9" name="椭圆 198"/>
            <p:cNvSpPr/>
            <p:nvPr/>
          </p:nvSpPr>
          <p:spPr>
            <a:xfrm>
              <a:off x="7502202" y="184432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0" name="椭圆 199"/>
            <p:cNvSpPr/>
            <p:nvPr/>
          </p:nvSpPr>
          <p:spPr>
            <a:xfrm>
              <a:off x="6211686" y="184870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1" name="椭圆 200"/>
            <p:cNvSpPr/>
            <p:nvPr/>
          </p:nvSpPr>
          <p:spPr>
            <a:xfrm>
              <a:off x="5783669" y="85003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椭圆 201"/>
            <p:cNvSpPr/>
            <p:nvPr/>
          </p:nvSpPr>
          <p:spPr>
            <a:xfrm>
              <a:off x="7886144" y="85003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3" name="矩形 202"/>
            <p:cNvSpPr/>
            <p:nvPr/>
          </p:nvSpPr>
          <p:spPr>
            <a:xfrm>
              <a:off x="6553159" y="117285"/>
              <a:ext cx="991512" cy="3344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04" name="直接箭头连接符 203"/>
            <p:cNvCxnSpPr/>
            <p:nvPr/>
          </p:nvCxnSpPr>
          <p:spPr>
            <a:xfrm rot="21120000" flipV="1">
              <a:off x="7442171" y="2175802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接箭头连接符 204"/>
            <p:cNvCxnSpPr/>
            <p:nvPr/>
          </p:nvCxnSpPr>
          <p:spPr>
            <a:xfrm rot="17340000" flipV="1">
              <a:off x="8066045" y="1316001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接箭头连接符 205"/>
            <p:cNvCxnSpPr/>
            <p:nvPr/>
          </p:nvCxnSpPr>
          <p:spPr>
            <a:xfrm rot="3720000" flipV="1">
              <a:off x="6186937" y="1884606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箭头连接符 206"/>
            <p:cNvCxnSpPr/>
            <p:nvPr/>
          </p:nvCxnSpPr>
          <p:spPr>
            <a:xfrm rot="7620000" flipV="1">
              <a:off x="6012255" y="799164"/>
              <a:ext cx="88426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箭头连接符 207"/>
            <p:cNvCxnSpPr/>
            <p:nvPr/>
          </p:nvCxnSpPr>
          <p:spPr>
            <a:xfrm rot="13440000" flipV="1">
              <a:off x="7514645" y="258044"/>
              <a:ext cx="87548" cy="1867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椭圆 208"/>
            <p:cNvSpPr/>
            <p:nvPr/>
          </p:nvSpPr>
          <p:spPr>
            <a:xfrm>
              <a:off x="665593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0" name="椭圆 209"/>
            <p:cNvSpPr/>
            <p:nvPr/>
          </p:nvSpPr>
          <p:spPr>
            <a:xfrm>
              <a:off x="6803469" y="184541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1" name="椭圆 210"/>
            <p:cNvSpPr/>
            <p:nvPr/>
          </p:nvSpPr>
          <p:spPr>
            <a:xfrm>
              <a:off x="6948825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2" name="椭圆 211"/>
            <p:cNvSpPr/>
            <p:nvPr/>
          </p:nvSpPr>
          <p:spPr>
            <a:xfrm>
              <a:off x="709499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3" name="椭圆 212"/>
            <p:cNvSpPr/>
            <p:nvPr/>
          </p:nvSpPr>
          <p:spPr>
            <a:xfrm>
              <a:off x="7242529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4" name="椭圆 213"/>
            <p:cNvSpPr/>
            <p:nvPr/>
          </p:nvSpPr>
          <p:spPr>
            <a:xfrm>
              <a:off x="7393629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5" name="矩形 214"/>
            <p:cNvSpPr/>
            <p:nvPr/>
          </p:nvSpPr>
          <p:spPr>
            <a:xfrm>
              <a:off x="6102873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6" name="矩形 215"/>
            <p:cNvSpPr/>
            <p:nvPr/>
          </p:nvSpPr>
          <p:spPr>
            <a:xfrm>
              <a:off x="5016101" y="911041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17" name="直接连接符 216"/>
            <p:cNvCxnSpPr/>
            <p:nvPr/>
          </p:nvCxnSpPr>
          <p:spPr>
            <a:xfrm>
              <a:off x="5250923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8" name="文本框 217"/>
            <p:cNvSpPr txBox="1"/>
            <p:nvPr/>
          </p:nvSpPr>
          <p:spPr>
            <a:xfrm>
              <a:off x="5289780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19" name="直接连接符 218"/>
            <p:cNvCxnSpPr/>
            <p:nvPr/>
          </p:nvCxnSpPr>
          <p:spPr>
            <a:xfrm>
              <a:off x="5330933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0" name="矩形 219"/>
            <p:cNvSpPr/>
            <p:nvPr/>
          </p:nvSpPr>
          <p:spPr>
            <a:xfrm>
              <a:off x="5905156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矩形 220"/>
            <p:cNvSpPr/>
            <p:nvPr/>
          </p:nvSpPr>
          <p:spPr>
            <a:xfrm>
              <a:off x="6989509" y="2350798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2" name="矩形 221"/>
            <p:cNvSpPr/>
            <p:nvPr/>
          </p:nvSpPr>
          <p:spPr>
            <a:xfrm>
              <a:off x="8133268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3" name="矩形 222"/>
            <p:cNvSpPr/>
            <p:nvPr/>
          </p:nvSpPr>
          <p:spPr>
            <a:xfrm>
              <a:off x="7946424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4" name="矩形 223"/>
            <p:cNvSpPr/>
            <p:nvPr/>
          </p:nvSpPr>
          <p:spPr>
            <a:xfrm>
              <a:off x="5097046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5" name="矩形 224"/>
            <p:cNvSpPr/>
            <p:nvPr/>
          </p:nvSpPr>
          <p:spPr>
            <a:xfrm>
              <a:off x="5630408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矩形 225"/>
            <p:cNvSpPr/>
            <p:nvPr/>
          </p:nvSpPr>
          <p:spPr>
            <a:xfrm>
              <a:off x="5443892" y="1990340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7" name="文本框 226"/>
            <p:cNvSpPr txBox="1"/>
            <p:nvPr/>
          </p:nvSpPr>
          <p:spPr>
            <a:xfrm>
              <a:off x="5717571" y="2016959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28" name="直接连接符 227"/>
            <p:cNvCxnSpPr/>
            <p:nvPr/>
          </p:nvCxnSpPr>
          <p:spPr>
            <a:xfrm>
              <a:off x="5758724" y="1991926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9" name="矩形 228"/>
            <p:cNvSpPr/>
            <p:nvPr/>
          </p:nvSpPr>
          <p:spPr>
            <a:xfrm>
              <a:off x="5524837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0" name="矩形 229"/>
            <p:cNvSpPr/>
            <p:nvPr/>
          </p:nvSpPr>
          <p:spPr>
            <a:xfrm>
              <a:off x="5600999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1" name="矩形 230"/>
            <p:cNvSpPr/>
            <p:nvPr/>
          </p:nvSpPr>
          <p:spPr>
            <a:xfrm>
              <a:off x="8005830" y="1988415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2" name="文本框 231"/>
            <p:cNvSpPr txBox="1"/>
            <p:nvPr/>
          </p:nvSpPr>
          <p:spPr>
            <a:xfrm>
              <a:off x="8279509" y="201503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33" name="直接连接符 232"/>
            <p:cNvCxnSpPr/>
            <p:nvPr/>
          </p:nvCxnSpPr>
          <p:spPr>
            <a:xfrm>
              <a:off x="8086982" y="19900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4" name="矩形 233"/>
            <p:cNvSpPr/>
            <p:nvPr/>
          </p:nvSpPr>
          <p:spPr>
            <a:xfrm>
              <a:off x="8234095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5" name="矩形 234"/>
            <p:cNvSpPr/>
            <p:nvPr/>
          </p:nvSpPr>
          <p:spPr>
            <a:xfrm>
              <a:off x="8162937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6" name="矩形 235"/>
            <p:cNvSpPr/>
            <p:nvPr/>
          </p:nvSpPr>
          <p:spPr>
            <a:xfrm>
              <a:off x="8380259" y="911041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7" name="文本框 236"/>
            <p:cNvSpPr txBox="1"/>
            <p:nvPr/>
          </p:nvSpPr>
          <p:spPr>
            <a:xfrm>
              <a:off x="8653938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38" name="直接连接符 237"/>
            <p:cNvCxnSpPr/>
            <p:nvPr/>
          </p:nvCxnSpPr>
          <p:spPr>
            <a:xfrm>
              <a:off x="8461411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9" name="矩形 238"/>
            <p:cNvSpPr/>
            <p:nvPr/>
          </p:nvSpPr>
          <p:spPr>
            <a:xfrm>
              <a:off x="8608524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0" name="矩形 239"/>
            <p:cNvSpPr/>
            <p:nvPr/>
          </p:nvSpPr>
          <p:spPr>
            <a:xfrm>
              <a:off x="8684051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1" name="直接连接符 240"/>
            <p:cNvCxnSpPr/>
            <p:nvPr/>
          </p:nvCxnSpPr>
          <p:spPr>
            <a:xfrm>
              <a:off x="8535706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2" name="文本框 241"/>
            <p:cNvSpPr txBox="1"/>
            <p:nvPr/>
          </p:nvSpPr>
          <p:spPr>
            <a:xfrm>
              <a:off x="3827512" y="1416335"/>
              <a:ext cx="18437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n-1 times</a:t>
              </a:r>
              <a:endPara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243" name="直接连接符 242"/>
          <p:cNvCxnSpPr/>
          <p:nvPr/>
        </p:nvCxnSpPr>
        <p:spPr>
          <a:xfrm>
            <a:off x="1295002" y="198624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4" name="直接连接符 243"/>
          <p:cNvCxnSpPr/>
          <p:nvPr/>
        </p:nvCxnSpPr>
        <p:spPr>
          <a:xfrm>
            <a:off x="4231242" y="911041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/>
          <p:cNvCxnSpPr/>
          <p:nvPr/>
        </p:nvCxnSpPr>
        <p:spPr>
          <a:xfrm>
            <a:off x="3855322" y="198116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/>
          <p:cNvCxnSpPr/>
          <p:nvPr/>
        </p:nvCxnSpPr>
        <p:spPr>
          <a:xfrm>
            <a:off x="6049882" y="199640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7" name="直接连接符 246"/>
          <p:cNvCxnSpPr/>
          <p:nvPr/>
        </p:nvCxnSpPr>
        <p:spPr>
          <a:xfrm>
            <a:off x="8620362" y="199132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直接连接符 247"/>
          <p:cNvCxnSpPr/>
          <p:nvPr/>
        </p:nvCxnSpPr>
        <p:spPr>
          <a:xfrm>
            <a:off x="9001362" y="911041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397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913103" y="534632"/>
            <a:ext cx="5812567" cy="2666232"/>
            <a:chOff x="913103" y="534632"/>
            <a:chExt cx="5812567" cy="2666232"/>
          </a:xfrm>
        </p:grpSpPr>
        <p:sp>
          <p:nvSpPr>
            <p:cNvPr id="108" name="椭圆 107"/>
            <p:cNvSpPr/>
            <p:nvPr/>
          </p:nvSpPr>
          <p:spPr>
            <a:xfrm>
              <a:off x="3696722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椭圆 108"/>
            <p:cNvSpPr/>
            <p:nvPr/>
          </p:nvSpPr>
          <p:spPr>
            <a:xfrm>
              <a:off x="2386534" y="977522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椭圆 109"/>
            <p:cNvSpPr/>
            <p:nvPr/>
          </p:nvSpPr>
          <p:spPr>
            <a:xfrm>
              <a:off x="1076346" y="977524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1" name="椭圆 110"/>
            <p:cNvSpPr/>
            <p:nvPr/>
          </p:nvSpPr>
          <p:spPr>
            <a:xfrm>
              <a:off x="6183818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" name="直接箭头连接符 2"/>
            <p:cNvCxnSpPr>
              <a:stCxn id="110" idx="6"/>
              <a:endCxn id="109" idx="2"/>
            </p:cNvCxnSpPr>
            <p:nvPr/>
          </p:nvCxnSpPr>
          <p:spPr>
            <a:xfrm flipV="1">
              <a:off x="1504363" y="1191531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>
              <a:stCxn id="109" idx="6"/>
              <a:endCxn id="108" idx="2"/>
            </p:cNvCxnSpPr>
            <p:nvPr/>
          </p:nvCxnSpPr>
          <p:spPr>
            <a:xfrm flipV="1">
              <a:off x="2814551" y="1191529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箭头连接符 98"/>
            <p:cNvCxnSpPr>
              <a:stCxn id="15" idx="3"/>
              <a:endCxn id="111" idx="2"/>
            </p:cNvCxnSpPr>
            <p:nvPr/>
          </p:nvCxnSpPr>
          <p:spPr>
            <a:xfrm>
              <a:off x="5577496" y="1191527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矩形 14"/>
            <p:cNvSpPr/>
            <p:nvPr/>
          </p:nvSpPr>
          <p:spPr>
            <a:xfrm>
              <a:off x="4694152" y="1019590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2" name="直接箭头连接符 131"/>
            <p:cNvCxnSpPr>
              <a:stCxn id="108" idx="6"/>
              <a:endCxn id="15" idx="1"/>
            </p:cNvCxnSpPr>
            <p:nvPr/>
          </p:nvCxnSpPr>
          <p:spPr>
            <a:xfrm flipV="1">
              <a:off x="4124739" y="1191527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组合 13"/>
            <p:cNvGrpSpPr/>
            <p:nvPr/>
          </p:nvGrpSpPr>
          <p:grpSpPr>
            <a:xfrm>
              <a:off x="4732881" y="1168665"/>
              <a:ext cx="783416" cy="45721"/>
              <a:chOff x="6808332" y="336939"/>
              <a:chExt cx="783416" cy="45721"/>
            </a:xfrm>
          </p:grpSpPr>
          <p:sp>
            <p:nvSpPr>
              <p:cNvPr id="125" name="椭圆 124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" name="椭圆 126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" name="椭圆 127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椭圆 128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椭圆 129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" name="椭圆 130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301" name="矩形 300"/>
            <p:cNvSpPr/>
            <p:nvPr/>
          </p:nvSpPr>
          <p:spPr>
            <a:xfrm>
              <a:off x="913103" y="542109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02" name="直接连接符 301"/>
            <p:cNvCxnSpPr/>
            <p:nvPr/>
          </p:nvCxnSpPr>
          <p:spPr>
            <a:xfrm>
              <a:off x="1147925" y="542109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3" name="文本框 302"/>
            <p:cNvSpPr txBox="1"/>
            <p:nvPr/>
          </p:nvSpPr>
          <p:spPr>
            <a:xfrm>
              <a:off x="1186782" y="568728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04" name="直接连接符 303"/>
            <p:cNvCxnSpPr/>
            <p:nvPr/>
          </p:nvCxnSpPr>
          <p:spPr>
            <a:xfrm>
              <a:off x="1227935" y="54369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7" name="直接连接符 306"/>
            <p:cNvCxnSpPr/>
            <p:nvPr/>
          </p:nvCxnSpPr>
          <p:spPr>
            <a:xfrm>
              <a:off x="986371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8" name="直接连接符 307"/>
            <p:cNvCxnSpPr/>
            <p:nvPr/>
          </p:nvCxnSpPr>
          <p:spPr>
            <a:xfrm>
              <a:off x="1067651" y="54521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9" name="直接连接符 308"/>
            <p:cNvCxnSpPr/>
            <p:nvPr/>
          </p:nvCxnSpPr>
          <p:spPr>
            <a:xfrm>
              <a:off x="1527391" y="54267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0" name="矩形 309"/>
            <p:cNvSpPr/>
            <p:nvPr/>
          </p:nvSpPr>
          <p:spPr>
            <a:xfrm>
              <a:off x="2218870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12" name="文本框 311"/>
            <p:cNvSpPr txBox="1"/>
            <p:nvPr/>
          </p:nvSpPr>
          <p:spPr>
            <a:xfrm>
              <a:off x="2492549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13" name="直接连接符 312"/>
            <p:cNvCxnSpPr/>
            <p:nvPr/>
          </p:nvCxnSpPr>
          <p:spPr>
            <a:xfrm>
              <a:off x="2527987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6" name="直接连接符 315"/>
            <p:cNvCxnSpPr/>
            <p:nvPr/>
          </p:nvCxnSpPr>
          <p:spPr>
            <a:xfrm>
              <a:off x="2833158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7" name="矩形 316"/>
            <p:cNvSpPr/>
            <p:nvPr/>
          </p:nvSpPr>
          <p:spPr>
            <a:xfrm>
              <a:off x="3554584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18" name="直接连接符 317"/>
            <p:cNvCxnSpPr/>
            <p:nvPr/>
          </p:nvCxnSpPr>
          <p:spPr>
            <a:xfrm>
              <a:off x="3789406" y="5356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9" name="文本框 318"/>
            <p:cNvSpPr txBox="1"/>
            <p:nvPr/>
          </p:nvSpPr>
          <p:spPr>
            <a:xfrm>
              <a:off x="3828263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20" name="直接连接符 319"/>
            <p:cNvCxnSpPr/>
            <p:nvPr/>
          </p:nvCxnSpPr>
          <p:spPr>
            <a:xfrm>
              <a:off x="3869416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3" name="直接连接符 322"/>
            <p:cNvCxnSpPr/>
            <p:nvPr/>
          </p:nvCxnSpPr>
          <p:spPr>
            <a:xfrm>
              <a:off x="4168872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4" name="矩形 323"/>
            <p:cNvSpPr/>
            <p:nvPr/>
          </p:nvSpPr>
          <p:spPr>
            <a:xfrm>
              <a:off x="6035577" y="540135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25" name="直接连接符 324"/>
            <p:cNvCxnSpPr/>
            <p:nvPr/>
          </p:nvCxnSpPr>
          <p:spPr>
            <a:xfrm>
              <a:off x="6270399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6" name="文本框 325"/>
            <p:cNvSpPr txBox="1"/>
            <p:nvPr/>
          </p:nvSpPr>
          <p:spPr>
            <a:xfrm>
              <a:off x="6309256" y="56675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27" name="直接连接符 326"/>
            <p:cNvCxnSpPr/>
            <p:nvPr/>
          </p:nvCxnSpPr>
          <p:spPr>
            <a:xfrm>
              <a:off x="6350409" y="5417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8" name="直接连接符 327"/>
            <p:cNvCxnSpPr/>
            <p:nvPr/>
          </p:nvCxnSpPr>
          <p:spPr>
            <a:xfrm>
              <a:off x="6108845" y="53816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9" name="直接连接符 328"/>
            <p:cNvCxnSpPr/>
            <p:nvPr/>
          </p:nvCxnSpPr>
          <p:spPr>
            <a:xfrm>
              <a:off x="6190125" y="5432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0" name="直接连接符 329"/>
            <p:cNvCxnSpPr/>
            <p:nvPr/>
          </p:nvCxnSpPr>
          <p:spPr>
            <a:xfrm>
              <a:off x="6649865" y="5407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31" name="矩形 330"/>
            <p:cNvSpPr/>
            <p:nvPr/>
          </p:nvSpPr>
          <p:spPr>
            <a:xfrm>
              <a:off x="2218988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2" name="矩形 331"/>
            <p:cNvSpPr/>
            <p:nvPr/>
          </p:nvSpPr>
          <p:spPr>
            <a:xfrm>
              <a:off x="2292139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3" name="矩形 332"/>
            <p:cNvSpPr/>
            <p:nvPr/>
          </p:nvSpPr>
          <p:spPr>
            <a:xfrm>
              <a:off x="2368686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4" name="矩形 333"/>
            <p:cNvSpPr/>
            <p:nvPr/>
          </p:nvSpPr>
          <p:spPr>
            <a:xfrm>
              <a:off x="3554677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5" name="矩形 334"/>
            <p:cNvSpPr/>
            <p:nvPr/>
          </p:nvSpPr>
          <p:spPr>
            <a:xfrm>
              <a:off x="3627828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6" name="矩形 335"/>
            <p:cNvSpPr/>
            <p:nvPr/>
          </p:nvSpPr>
          <p:spPr>
            <a:xfrm>
              <a:off x="1883191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7" name="矩形 336"/>
            <p:cNvSpPr/>
            <p:nvPr/>
          </p:nvSpPr>
          <p:spPr>
            <a:xfrm>
              <a:off x="3181370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8" name="矩形 337"/>
            <p:cNvSpPr/>
            <p:nvPr/>
          </p:nvSpPr>
          <p:spPr>
            <a:xfrm>
              <a:off x="4414897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0" name="椭圆 339"/>
            <p:cNvSpPr/>
            <p:nvPr/>
          </p:nvSpPr>
          <p:spPr>
            <a:xfrm>
              <a:off x="3696722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1" name="椭圆 340"/>
            <p:cNvSpPr/>
            <p:nvPr/>
          </p:nvSpPr>
          <p:spPr>
            <a:xfrm>
              <a:off x="2386534" y="277284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2" name="椭圆 341"/>
            <p:cNvSpPr/>
            <p:nvPr/>
          </p:nvSpPr>
          <p:spPr>
            <a:xfrm>
              <a:off x="1076346" y="2772847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3" name="椭圆 342"/>
            <p:cNvSpPr/>
            <p:nvPr/>
          </p:nvSpPr>
          <p:spPr>
            <a:xfrm>
              <a:off x="6183818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44" name="直接箭头连接符 343"/>
            <p:cNvCxnSpPr>
              <a:stCxn id="342" idx="6"/>
              <a:endCxn id="341" idx="2"/>
            </p:cNvCxnSpPr>
            <p:nvPr/>
          </p:nvCxnSpPr>
          <p:spPr>
            <a:xfrm flipV="1">
              <a:off x="1504363" y="2986854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直接箭头连接符 344"/>
            <p:cNvCxnSpPr>
              <a:stCxn id="341" idx="6"/>
              <a:endCxn id="340" idx="2"/>
            </p:cNvCxnSpPr>
            <p:nvPr/>
          </p:nvCxnSpPr>
          <p:spPr>
            <a:xfrm flipV="1">
              <a:off x="2814551" y="2986852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直接箭头连接符 345"/>
            <p:cNvCxnSpPr>
              <a:stCxn id="347" idx="3"/>
              <a:endCxn id="343" idx="2"/>
            </p:cNvCxnSpPr>
            <p:nvPr/>
          </p:nvCxnSpPr>
          <p:spPr>
            <a:xfrm>
              <a:off x="5577496" y="2986850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7" name="矩形 346"/>
            <p:cNvSpPr/>
            <p:nvPr/>
          </p:nvSpPr>
          <p:spPr>
            <a:xfrm>
              <a:off x="4694152" y="2814913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48" name="直接箭头连接符 347"/>
            <p:cNvCxnSpPr>
              <a:stCxn id="340" idx="6"/>
              <a:endCxn id="347" idx="1"/>
            </p:cNvCxnSpPr>
            <p:nvPr/>
          </p:nvCxnSpPr>
          <p:spPr>
            <a:xfrm flipV="1">
              <a:off x="4124739" y="2986850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9" name="组合 348"/>
            <p:cNvGrpSpPr/>
            <p:nvPr/>
          </p:nvGrpSpPr>
          <p:grpSpPr>
            <a:xfrm>
              <a:off x="4732881" y="2963988"/>
              <a:ext cx="783416" cy="45721"/>
              <a:chOff x="6808332" y="336939"/>
              <a:chExt cx="783416" cy="45721"/>
            </a:xfrm>
          </p:grpSpPr>
          <p:sp>
            <p:nvSpPr>
              <p:cNvPr id="350" name="椭圆 349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" name="椭圆 350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" name="椭圆 351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" name="椭圆 352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" name="椭圆 353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" name="椭圆 354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356" name="矩形 355"/>
            <p:cNvSpPr/>
            <p:nvPr/>
          </p:nvSpPr>
          <p:spPr>
            <a:xfrm>
              <a:off x="913103" y="2337432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57" name="直接连接符 356"/>
            <p:cNvCxnSpPr/>
            <p:nvPr/>
          </p:nvCxnSpPr>
          <p:spPr>
            <a:xfrm>
              <a:off x="1147925" y="2337432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8" name="文本框 357"/>
            <p:cNvSpPr txBox="1"/>
            <p:nvPr/>
          </p:nvSpPr>
          <p:spPr>
            <a:xfrm>
              <a:off x="1186782" y="2364051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59" name="直接连接符 358"/>
            <p:cNvCxnSpPr/>
            <p:nvPr/>
          </p:nvCxnSpPr>
          <p:spPr>
            <a:xfrm>
              <a:off x="1227935" y="233901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0" name="直接连接符 359"/>
            <p:cNvCxnSpPr/>
            <p:nvPr/>
          </p:nvCxnSpPr>
          <p:spPr>
            <a:xfrm>
              <a:off x="986371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直接连接符 360"/>
            <p:cNvCxnSpPr/>
            <p:nvPr/>
          </p:nvCxnSpPr>
          <p:spPr>
            <a:xfrm>
              <a:off x="1067651" y="234053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直接连接符 361"/>
            <p:cNvCxnSpPr/>
            <p:nvPr/>
          </p:nvCxnSpPr>
          <p:spPr>
            <a:xfrm>
              <a:off x="1527391" y="233799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3" name="矩形 362"/>
            <p:cNvSpPr/>
            <p:nvPr/>
          </p:nvSpPr>
          <p:spPr>
            <a:xfrm>
              <a:off x="2218870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64" name="文本框 363"/>
            <p:cNvSpPr txBox="1"/>
            <p:nvPr/>
          </p:nvSpPr>
          <p:spPr>
            <a:xfrm>
              <a:off x="2492549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65" name="直接连接符 364"/>
            <p:cNvCxnSpPr/>
            <p:nvPr/>
          </p:nvCxnSpPr>
          <p:spPr>
            <a:xfrm>
              <a:off x="2527987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6" name="直接连接符 365"/>
            <p:cNvCxnSpPr/>
            <p:nvPr/>
          </p:nvCxnSpPr>
          <p:spPr>
            <a:xfrm>
              <a:off x="2833158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7" name="矩形 366"/>
            <p:cNvSpPr/>
            <p:nvPr/>
          </p:nvSpPr>
          <p:spPr>
            <a:xfrm>
              <a:off x="3554584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68" name="直接连接符 367"/>
            <p:cNvCxnSpPr/>
            <p:nvPr/>
          </p:nvCxnSpPr>
          <p:spPr>
            <a:xfrm>
              <a:off x="3789406" y="23309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9" name="文本框 368"/>
            <p:cNvSpPr txBox="1"/>
            <p:nvPr/>
          </p:nvSpPr>
          <p:spPr>
            <a:xfrm>
              <a:off x="3828263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70" name="直接连接符 369"/>
            <p:cNvCxnSpPr/>
            <p:nvPr/>
          </p:nvCxnSpPr>
          <p:spPr>
            <a:xfrm>
              <a:off x="3869416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1" name="直接连接符 370"/>
            <p:cNvCxnSpPr/>
            <p:nvPr/>
          </p:nvCxnSpPr>
          <p:spPr>
            <a:xfrm>
              <a:off x="4168872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2" name="矩形 371"/>
            <p:cNvSpPr/>
            <p:nvPr/>
          </p:nvSpPr>
          <p:spPr>
            <a:xfrm>
              <a:off x="6035577" y="2335458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73" name="直接连接符 372"/>
            <p:cNvCxnSpPr/>
            <p:nvPr/>
          </p:nvCxnSpPr>
          <p:spPr>
            <a:xfrm>
              <a:off x="6270399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4" name="文本框 373"/>
            <p:cNvSpPr txBox="1"/>
            <p:nvPr/>
          </p:nvSpPr>
          <p:spPr>
            <a:xfrm>
              <a:off x="6309256" y="2362077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75" name="直接连接符 374"/>
            <p:cNvCxnSpPr/>
            <p:nvPr/>
          </p:nvCxnSpPr>
          <p:spPr>
            <a:xfrm>
              <a:off x="6350409" y="23370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6" name="直接连接符 375"/>
            <p:cNvCxnSpPr/>
            <p:nvPr/>
          </p:nvCxnSpPr>
          <p:spPr>
            <a:xfrm>
              <a:off x="6108845" y="233348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7" name="直接连接符 376"/>
            <p:cNvCxnSpPr/>
            <p:nvPr/>
          </p:nvCxnSpPr>
          <p:spPr>
            <a:xfrm>
              <a:off x="6190125" y="233856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8" name="直接连接符 377"/>
            <p:cNvCxnSpPr/>
            <p:nvPr/>
          </p:nvCxnSpPr>
          <p:spPr>
            <a:xfrm>
              <a:off x="6649865" y="233602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9" name="矩形 378"/>
            <p:cNvSpPr/>
            <p:nvPr/>
          </p:nvSpPr>
          <p:spPr>
            <a:xfrm>
              <a:off x="2218988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0" name="矩形 379"/>
            <p:cNvSpPr/>
            <p:nvPr/>
          </p:nvSpPr>
          <p:spPr>
            <a:xfrm>
              <a:off x="2292139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1" name="矩形 380"/>
            <p:cNvSpPr/>
            <p:nvPr/>
          </p:nvSpPr>
          <p:spPr>
            <a:xfrm>
              <a:off x="2368686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2" name="矩形 381"/>
            <p:cNvSpPr/>
            <p:nvPr/>
          </p:nvSpPr>
          <p:spPr>
            <a:xfrm>
              <a:off x="3554677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3" name="矩形 382"/>
            <p:cNvSpPr/>
            <p:nvPr/>
          </p:nvSpPr>
          <p:spPr>
            <a:xfrm>
              <a:off x="3627828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4" name="矩形 383"/>
            <p:cNvSpPr/>
            <p:nvPr/>
          </p:nvSpPr>
          <p:spPr>
            <a:xfrm>
              <a:off x="1883191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5" name="矩形 384"/>
            <p:cNvSpPr/>
            <p:nvPr/>
          </p:nvSpPr>
          <p:spPr>
            <a:xfrm>
              <a:off x="3181370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6" name="矩形 385"/>
            <p:cNvSpPr/>
            <p:nvPr/>
          </p:nvSpPr>
          <p:spPr>
            <a:xfrm>
              <a:off x="4414897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7" name="矩形 386"/>
            <p:cNvSpPr/>
            <p:nvPr/>
          </p:nvSpPr>
          <p:spPr>
            <a:xfrm>
              <a:off x="5840256" y="2612706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0" name="直接箭头连接符 389"/>
            <p:cNvCxnSpPr/>
            <p:nvPr/>
          </p:nvCxnSpPr>
          <p:spPr>
            <a:xfrm rot="5400000">
              <a:off x="3713226" y="1867624"/>
              <a:ext cx="396240" cy="12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1" name="文本框 390"/>
            <p:cNvSpPr txBox="1"/>
            <p:nvPr/>
          </p:nvSpPr>
          <p:spPr>
            <a:xfrm>
              <a:off x="1290354" y="1669798"/>
              <a:ext cx="263245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S+n-2 times</a:t>
              </a:r>
              <a:endParaRPr lang="zh-CN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0725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78119" y="125349"/>
            <a:ext cx="822331" cy="484632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smtClean="0">
                <a:solidFill>
                  <a:schemeClr val="tx1"/>
                </a:solidFill>
              </a:rPr>
              <a:t>CPU1</a:t>
            </a:r>
            <a:endParaRPr lang="zh-CN" altLang="en-US" sz="2000" b="1" dirty="0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2591067" y="1010053"/>
            <a:ext cx="1175633" cy="7144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4" name="八边形 3"/>
          <p:cNvSpPr/>
          <p:nvPr/>
        </p:nvSpPr>
        <p:spPr>
          <a:xfrm>
            <a:off x="1590051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5" name="八边形 4"/>
          <p:cNvSpPr/>
          <p:nvPr/>
        </p:nvSpPr>
        <p:spPr>
          <a:xfrm>
            <a:off x="3704379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1125350" y="3329946"/>
            <a:ext cx="788250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2240367" y="3329946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" name="直接箭头连接符 9"/>
          <p:cNvCxnSpPr>
            <a:stCxn id="2" idx="2"/>
          </p:cNvCxnSpPr>
          <p:nvPr/>
        </p:nvCxnSpPr>
        <p:spPr>
          <a:xfrm>
            <a:off x="3189285" y="609981"/>
            <a:ext cx="8649" cy="4000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4042880" y="1123598"/>
            <a:ext cx="1115552" cy="4846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2" name="直接箭头连接符 11"/>
          <p:cNvCxnSpPr>
            <a:stCxn id="3" idx="3"/>
            <a:endCxn id="11" idx="1"/>
          </p:cNvCxnSpPr>
          <p:nvPr/>
        </p:nvCxnSpPr>
        <p:spPr>
          <a:xfrm flipV="1">
            <a:off x="3766700" y="1365914"/>
            <a:ext cx="276180" cy="13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圆角矩形 12"/>
          <p:cNvSpPr/>
          <p:nvPr/>
        </p:nvSpPr>
        <p:spPr>
          <a:xfrm>
            <a:off x="4971586" y="2147722"/>
            <a:ext cx="1078909" cy="70788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5" name="肘形连接符 14"/>
          <p:cNvCxnSpPr>
            <a:stCxn id="4" idx="7"/>
            <a:endCxn id="5" idx="6"/>
          </p:cNvCxnSpPr>
          <p:nvPr/>
        </p:nvCxnSpPr>
        <p:spPr>
          <a:xfrm rot="5400000" flipH="1" flipV="1">
            <a:off x="3150776" y="1491694"/>
            <a:ext cx="12700" cy="1507988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3197934" y="1724518"/>
            <a:ext cx="0" cy="3023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肘形连接符 16"/>
          <p:cNvCxnSpPr>
            <a:stCxn id="4" idx="4"/>
          </p:cNvCxnSpPr>
          <p:nvPr/>
        </p:nvCxnSpPr>
        <p:spPr>
          <a:xfrm rot="10800000">
            <a:off x="1314483" y="2504129"/>
            <a:ext cx="275568" cy="225354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肘形连接符 17"/>
          <p:cNvCxnSpPr>
            <a:stCxn id="5" idx="1"/>
            <a:endCxn id="13" idx="1"/>
          </p:cNvCxnSpPr>
          <p:nvPr/>
        </p:nvCxnSpPr>
        <p:spPr>
          <a:xfrm flipV="1">
            <a:off x="4711501" y="2501665"/>
            <a:ext cx="260085" cy="22781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2"/>
          </p:cNvCxnSpPr>
          <p:nvPr/>
        </p:nvCxnSpPr>
        <p:spPr>
          <a:xfrm rot="16200000" flipH="1">
            <a:off x="4429081" y="3011903"/>
            <a:ext cx="400072" cy="23601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肘形连接符 19"/>
          <p:cNvCxnSpPr>
            <a:stCxn id="5" idx="3"/>
          </p:cNvCxnSpPr>
          <p:nvPr/>
        </p:nvCxnSpPr>
        <p:spPr>
          <a:xfrm rot="5400000">
            <a:off x="3588043" y="3013219"/>
            <a:ext cx="400072" cy="23338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肘形连接符 20"/>
          <p:cNvCxnSpPr>
            <a:stCxn id="4" idx="2"/>
            <a:endCxn id="7" idx="0"/>
          </p:cNvCxnSpPr>
          <p:nvPr/>
        </p:nvCxnSpPr>
        <p:spPr>
          <a:xfrm rot="16200000" flipH="1">
            <a:off x="2310078" y="3016578"/>
            <a:ext cx="400072" cy="22666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肘形连接符 21"/>
          <p:cNvCxnSpPr>
            <a:stCxn id="4" idx="3"/>
            <a:endCxn id="6" idx="0"/>
          </p:cNvCxnSpPr>
          <p:nvPr/>
        </p:nvCxnSpPr>
        <p:spPr>
          <a:xfrm rot="5400000">
            <a:off x="1454923" y="2994427"/>
            <a:ext cx="400072" cy="27096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8634288" y="125349"/>
            <a:ext cx="871728" cy="484632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smtClean="0">
                <a:solidFill>
                  <a:schemeClr val="tx1"/>
                </a:solidFill>
              </a:rPr>
              <a:t>CPU2</a:t>
            </a:r>
            <a:endParaRPr lang="zh-CN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31" name="直接箭头连接符 30"/>
          <p:cNvCxnSpPr>
            <a:stCxn id="23" idx="2"/>
            <a:endCxn id="117" idx="0"/>
          </p:cNvCxnSpPr>
          <p:nvPr/>
        </p:nvCxnSpPr>
        <p:spPr>
          <a:xfrm>
            <a:off x="9070152" y="609981"/>
            <a:ext cx="1" cy="3994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815042" y="167610"/>
            <a:ext cx="604653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QPI</a:t>
            </a:r>
            <a:endParaRPr lang="zh-CN" altLang="en-US" sz="2000" b="1" dirty="0"/>
          </a:p>
        </p:txBody>
      </p:sp>
      <p:sp>
        <p:nvSpPr>
          <p:cNvPr id="95" name="八边形 94"/>
          <p:cNvSpPr/>
          <p:nvPr/>
        </p:nvSpPr>
        <p:spPr>
          <a:xfrm>
            <a:off x="7490845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96" name="八边形 95"/>
          <p:cNvSpPr/>
          <p:nvPr/>
        </p:nvSpPr>
        <p:spPr>
          <a:xfrm>
            <a:off x="9548023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2" name="直接箭头连接符 101"/>
          <p:cNvCxnSpPr/>
          <p:nvPr/>
        </p:nvCxnSpPr>
        <p:spPr>
          <a:xfrm flipV="1">
            <a:off x="9657969" y="1403805"/>
            <a:ext cx="289361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圆角矩形 102"/>
          <p:cNvSpPr/>
          <p:nvPr/>
        </p:nvSpPr>
        <p:spPr>
          <a:xfrm>
            <a:off x="10815230" y="2147720"/>
            <a:ext cx="1078909" cy="707887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04" name="圆角矩形 103"/>
          <p:cNvSpPr/>
          <p:nvPr/>
        </p:nvSpPr>
        <p:spPr>
          <a:xfrm>
            <a:off x="6119869" y="2147720"/>
            <a:ext cx="1095408" cy="707887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5" name="肘形连接符 104"/>
          <p:cNvCxnSpPr>
            <a:stCxn id="95" idx="7"/>
            <a:endCxn id="96" idx="6"/>
          </p:cNvCxnSpPr>
          <p:nvPr/>
        </p:nvCxnSpPr>
        <p:spPr>
          <a:xfrm rot="5400000" flipH="1" flipV="1">
            <a:off x="9022995" y="1520269"/>
            <a:ext cx="12700" cy="1450838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 flipH="1">
            <a:off x="9048774" y="1698110"/>
            <a:ext cx="3901" cy="3361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肘形连接符 106"/>
          <p:cNvCxnSpPr>
            <a:stCxn id="95" idx="4"/>
            <a:endCxn id="104" idx="3"/>
          </p:cNvCxnSpPr>
          <p:nvPr/>
        </p:nvCxnSpPr>
        <p:spPr>
          <a:xfrm rot="10800000">
            <a:off x="7215277" y="2501665"/>
            <a:ext cx="275568" cy="227819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肘形连接符 107"/>
          <p:cNvCxnSpPr>
            <a:stCxn id="96" idx="1"/>
            <a:endCxn id="103" idx="1"/>
          </p:cNvCxnSpPr>
          <p:nvPr/>
        </p:nvCxnSpPr>
        <p:spPr>
          <a:xfrm flipV="1">
            <a:off x="10555145" y="2501664"/>
            <a:ext cx="260085" cy="227819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肘形连接符 108"/>
          <p:cNvCxnSpPr>
            <a:stCxn id="96" idx="2"/>
          </p:cNvCxnSpPr>
          <p:nvPr/>
        </p:nvCxnSpPr>
        <p:spPr>
          <a:xfrm rot="16200000" flipH="1">
            <a:off x="10272725" y="3011903"/>
            <a:ext cx="400072" cy="23601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肘形连接符 109"/>
          <p:cNvCxnSpPr>
            <a:stCxn id="96" idx="3"/>
          </p:cNvCxnSpPr>
          <p:nvPr/>
        </p:nvCxnSpPr>
        <p:spPr>
          <a:xfrm rot="5400000">
            <a:off x="9431687" y="3013219"/>
            <a:ext cx="400072" cy="23338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肘形连接符 110"/>
          <p:cNvCxnSpPr>
            <a:stCxn id="95" idx="2"/>
          </p:cNvCxnSpPr>
          <p:nvPr/>
        </p:nvCxnSpPr>
        <p:spPr>
          <a:xfrm rot="16200000" flipH="1">
            <a:off x="8210872" y="3016578"/>
            <a:ext cx="400072" cy="22666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肘形连接符 111"/>
          <p:cNvCxnSpPr>
            <a:stCxn id="95" idx="3"/>
          </p:cNvCxnSpPr>
          <p:nvPr/>
        </p:nvCxnSpPr>
        <p:spPr>
          <a:xfrm rot="5400000">
            <a:off x="7376367" y="3015077"/>
            <a:ext cx="400072" cy="22966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/>
          <p:cNvSpPr txBox="1"/>
          <p:nvPr/>
        </p:nvSpPr>
        <p:spPr>
          <a:xfrm>
            <a:off x="1619764" y="2376074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54" name="文本框 53"/>
          <p:cNvSpPr txBox="1"/>
          <p:nvPr/>
        </p:nvSpPr>
        <p:spPr>
          <a:xfrm>
            <a:off x="3734092" y="2378251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55" name="文本框 54"/>
          <p:cNvSpPr txBox="1"/>
          <p:nvPr/>
        </p:nvSpPr>
        <p:spPr>
          <a:xfrm>
            <a:off x="4897597" y="2147721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65" name="文本框 64"/>
          <p:cNvSpPr txBox="1"/>
          <p:nvPr/>
        </p:nvSpPr>
        <p:spPr>
          <a:xfrm>
            <a:off x="6050495" y="2147721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67" name="圆角矩形 66"/>
          <p:cNvSpPr/>
          <p:nvPr/>
        </p:nvSpPr>
        <p:spPr>
          <a:xfrm>
            <a:off x="236327" y="2147723"/>
            <a:ext cx="1078909" cy="70788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162338" y="2147722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70" name="文本框 69"/>
          <p:cNvSpPr txBox="1"/>
          <p:nvPr/>
        </p:nvSpPr>
        <p:spPr>
          <a:xfrm>
            <a:off x="7518713" y="2377008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75" name="文本框 74"/>
          <p:cNvSpPr txBox="1"/>
          <p:nvPr/>
        </p:nvSpPr>
        <p:spPr>
          <a:xfrm>
            <a:off x="9577736" y="2376074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78" name="文本框 77"/>
          <p:cNvSpPr txBox="1"/>
          <p:nvPr/>
        </p:nvSpPr>
        <p:spPr>
          <a:xfrm>
            <a:off x="10732746" y="2147720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49" name="矩形 48"/>
          <p:cNvSpPr/>
          <p:nvPr/>
        </p:nvSpPr>
        <p:spPr>
          <a:xfrm>
            <a:off x="1092096" y="3376647"/>
            <a:ext cx="83869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/>
              <a:t>GPU0</a:t>
            </a:r>
            <a:endParaRPr lang="zh-CN" altLang="en-US" sz="2000" b="1" dirty="0"/>
          </a:p>
        </p:txBody>
      </p:sp>
      <p:sp>
        <p:nvSpPr>
          <p:cNvPr id="83" name="矩形 82"/>
          <p:cNvSpPr/>
          <p:nvPr/>
        </p:nvSpPr>
        <p:spPr>
          <a:xfrm>
            <a:off x="2205007" y="3376647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GPU1</a:t>
            </a:r>
            <a:endParaRPr lang="zh-CN" altLang="en-US" sz="2000" b="1" dirty="0"/>
          </a:p>
        </p:txBody>
      </p:sp>
      <p:sp>
        <p:nvSpPr>
          <p:cNvPr id="84" name="圆角矩形 83"/>
          <p:cNvSpPr/>
          <p:nvPr/>
        </p:nvSpPr>
        <p:spPr>
          <a:xfrm>
            <a:off x="3280097" y="3329946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3244737" y="3376647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GPU2</a:t>
            </a:r>
            <a:endParaRPr lang="zh-CN" altLang="en-US" sz="2000" b="1" dirty="0"/>
          </a:p>
        </p:txBody>
      </p:sp>
      <p:sp>
        <p:nvSpPr>
          <p:cNvPr id="86" name="圆角矩形 85"/>
          <p:cNvSpPr/>
          <p:nvPr/>
        </p:nvSpPr>
        <p:spPr>
          <a:xfrm>
            <a:off x="4355101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4319741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GPU3</a:t>
            </a:r>
            <a:endParaRPr lang="zh-CN" altLang="en-US" sz="2000" b="1" dirty="0"/>
          </a:p>
        </p:txBody>
      </p:sp>
      <p:sp>
        <p:nvSpPr>
          <p:cNvPr id="88" name="圆角矩形 87"/>
          <p:cNvSpPr/>
          <p:nvPr/>
        </p:nvSpPr>
        <p:spPr>
          <a:xfrm>
            <a:off x="7086802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7051442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GPU4</a:t>
            </a:r>
            <a:endParaRPr lang="zh-CN" altLang="en-US" sz="2000" b="1" dirty="0"/>
          </a:p>
        </p:txBody>
      </p:sp>
      <p:sp>
        <p:nvSpPr>
          <p:cNvPr id="90" name="圆角矩形 89"/>
          <p:cNvSpPr/>
          <p:nvPr/>
        </p:nvSpPr>
        <p:spPr>
          <a:xfrm>
            <a:off x="8128620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8093260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GPU5</a:t>
            </a:r>
            <a:endParaRPr lang="zh-CN" altLang="en-US" sz="2000" b="1" dirty="0"/>
          </a:p>
        </p:txBody>
      </p:sp>
      <p:sp>
        <p:nvSpPr>
          <p:cNvPr id="92" name="圆角矩形 91"/>
          <p:cNvSpPr/>
          <p:nvPr/>
        </p:nvSpPr>
        <p:spPr>
          <a:xfrm>
            <a:off x="9133253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9097893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GPU6</a:t>
            </a:r>
            <a:endParaRPr lang="zh-CN" altLang="en-US" sz="2000" b="1" dirty="0"/>
          </a:p>
        </p:txBody>
      </p:sp>
      <p:sp>
        <p:nvSpPr>
          <p:cNvPr id="113" name="圆角矩形 112"/>
          <p:cNvSpPr/>
          <p:nvPr/>
        </p:nvSpPr>
        <p:spPr>
          <a:xfrm>
            <a:off x="10201225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10165865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GPU7</a:t>
            </a:r>
            <a:endParaRPr lang="zh-CN" altLang="en-US" sz="2000" b="1" dirty="0"/>
          </a:p>
        </p:txBody>
      </p:sp>
      <p:sp>
        <p:nvSpPr>
          <p:cNvPr id="115" name="文本框 114"/>
          <p:cNvSpPr txBox="1"/>
          <p:nvPr/>
        </p:nvSpPr>
        <p:spPr>
          <a:xfrm>
            <a:off x="2577491" y="98348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Root</a:t>
            </a:r>
          </a:p>
          <a:p>
            <a:pPr algn="ctr"/>
            <a:r>
              <a:rPr lang="en-US" altLang="zh-CN" sz="2000" b="1" dirty="0"/>
              <a:t>Complex</a:t>
            </a:r>
          </a:p>
        </p:txBody>
      </p:sp>
      <p:sp>
        <p:nvSpPr>
          <p:cNvPr id="117" name="矩形 116"/>
          <p:cNvSpPr/>
          <p:nvPr/>
        </p:nvSpPr>
        <p:spPr>
          <a:xfrm>
            <a:off x="8482336" y="1009433"/>
            <a:ext cx="1175633" cy="7144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8464858" y="98761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Root</a:t>
            </a:r>
          </a:p>
          <a:p>
            <a:pPr algn="ctr"/>
            <a:r>
              <a:rPr lang="en-US" altLang="zh-CN" sz="2000" b="1" dirty="0"/>
              <a:t>Complex</a:t>
            </a:r>
          </a:p>
        </p:txBody>
      </p:sp>
      <p:sp>
        <p:nvSpPr>
          <p:cNvPr id="119" name="文本框 118"/>
          <p:cNvSpPr txBox="1"/>
          <p:nvPr/>
        </p:nvSpPr>
        <p:spPr>
          <a:xfrm>
            <a:off x="4030806" y="1165859"/>
            <a:ext cx="11641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Memory</a:t>
            </a:r>
            <a:endParaRPr lang="zh-CN" altLang="en-US" sz="2000" b="1" dirty="0"/>
          </a:p>
        </p:txBody>
      </p:sp>
      <p:sp>
        <p:nvSpPr>
          <p:cNvPr id="120" name="矩形 119"/>
          <p:cNvSpPr/>
          <p:nvPr/>
        </p:nvSpPr>
        <p:spPr>
          <a:xfrm>
            <a:off x="9947035" y="1147049"/>
            <a:ext cx="1115552" cy="4846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21" name="文本框 120"/>
          <p:cNvSpPr txBox="1"/>
          <p:nvPr/>
        </p:nvSpPr>
        <p:spPr>
          <a:xfrm>
            <a:off x="9934961" y="1189310"/>
            <a:ext cx="11641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Memory</a:t>
            </a:r>
            <a:endParaRPr lang="zh-CN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4317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21" y="822779"/>
            <a:ext cx="11138979" cy="3530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1531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1480636" y="578100"/>
            <a:ext cx="8923204" cy="3432115"/>
            <a:chOff x="495116" y="1451860"/>
            <a:chExt cx="8923204" cy="3432115"/>
          </a:xfrm>
        </p:grpSpPr>
        <p:grpSp>
          <p:nvGrpSpPr>
            <p:cNvPr id="4" name="组合 3"/>
            <p:cNvGrpSpPr/>
            <p:nvPr/>
          </p:nvGrpSpPr>
          <p:grpSpPr>
            <a:xfrm>
              <a:off x="495116" y="1457943"/>
              <a:ext cx="8923204" cy="3426032"/>
              <a:chOff x="495116" y="1457943"/>
              <a:chExt cx="8923204" cy="3426032"/>
            </a:xfrm>
          </p:grpSpPr>
          <p:pic>
            <p:nvPicPr>
              <p:cNvPr id="6" name="图片 5"/>
              <p:cNvPicPr/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9496" y="2020824"/>
                <a:ext cx="8878824" cy="2863151"/>
              </a:xfrm>
              <a:prstGeom prst="rect">
                <a:avLst/>
              </a:prstGeom>
              <a:noFill/>
            </p:spPr>
          </p:pic>
          <p:sp>
            <p:nvSpPr>
              <p:cNvPr id="7" name="文本框 6"/>
              <p:cNvSpPr txBox="1"/>
              <p:nvPr/>
            </p:nvSpPr>
            <p:spPr>
              <a:xfrm>
                <a:off x="539496" y="2216765"/>
                <a:ext cx="78906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b="1" dirty="0" err="1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i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8" name="文本框 7"/>
              <p:cNvSpPr txBox="1"/>
              <p:nvPr/>
            </p:nvSpPr>
            <p:spPr>
              <a:xfrm>
                <a:off x="539496" y="4082534"/>
                <a:ext cx="78906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j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9" name="文本框 8"/>
              <p:cNvSpPr txBox="1"/>
              <p:nvPr/>
            </p:nvSpPr>
            <p:spPr>
              <a:xfrm>
                <a:off x="495116" y="3151370"/>
                <a:ext cx="87782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链路</a:t>
                </a:r>
                <a:r>
                  <a:rPr lang="en-US" altLang="zh-CN" b="1" dirty="0" err="1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ij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5787857" y="1457943"/>
                <a:ext cx="138691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b="1" dirty="0" smtClean="0"/>
                  <a:t>p</a:t>
                </a:r>
                <a:r>
                  <a:rPr lang="en-US" altLang="zh-CN" sz="1600" b="1" baseline="-25000" dirty="0" smtClean="0"/>
                  <a:t>i</a:t>
                </a:r>
                <a:r>
                  <a:rPr lang="zh-CN" altLang="en-US" sz="1600" b="1" dirty="0" smtClean="0"/>
                  <a:t>：</a:t>
                </a:r>
                <a:r>
                  <a:rPr lang="zh-CN" altLang="en-US" sz="16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计算操作</a:t>
                </a:r>
                <a:endParaRPr lang="en-US" altLang="zh-CN" sz="16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en-US" altLang="zh-CN" sz="1600" b="1" dirty="0" smtClean="0"/>
                  <a:t>q</a:t>
                </a:r>
                <a:r>
                  <a:rPr lang="en-US" altLang="zh-CN" sz="1600" b="1" baseline="-25000" dirty="0" smtClean="0"/>
                  <a:t>i</a:t>
                </a:r>
                <a:r>
                  <a:rPr lang="zh-CN" altLang="en-US" sz="1600" b="1" dirty="0" smtClean="0"/>
                  <a:t>：</a:t>
                </a:r>
                <a:r>
                  <a:rPr lang="zh-CN" altLang="en-US" sz="16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通信操作</a:t>
                </a:r>
                <a:endPara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5" name="文本框 4"/>
            <p:cNvSpPr txBox="1"/>
            <p:nvPr/>
          </p:nvSpPr>
          <p:spPr>
            <a:xfrm>
              <a:off x="7228297" y="1451860"/>
              <a:ext cx="219002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 err="1" smtClean="0"/>
                <a:t>t</a:t>
              </a:r>
              <a:r>
                <a:rPr lang="en-US" altLang="zh-CN" sz="1600" b="1" baseline="-25000" dirty="0" err="1" smtClean="0"/>
                <a:t>i</a:t>
              </a:r>
              <a:r>
                <a:rPr lang="zh-CN" altLang="en-US" sz="1600" b="1" dirty="0" smtClean="0"/>
                <a:t>：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1600" b="1" dirty="0" err="1" smtClean="0">
                  <a:latin typeface="宋体" panose="02010600030101010101" pitchFamily="2" charset="-122"/>
                  <a:ea typeface="宋体" panose="02010600030101010101" pitchFamily="2" charset="-122"/>
                </a:rPr>
                <a:t>i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的设备时间</a:t>
              </a:r>
              <a:endParaRPr lang="en-US" altLang="zh-CN" sz="1600" b="1" dirty="0" smtClean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r>
                <a:rPr lang="en-US" altLang="zh-CN" sz="1600" b="1" dirty="0" err="1" smtClean="0"/>
                <a:t>t</a:t>
              </a:r>
              <a:r>
                <a:rPr lang="en-US" altLang="zh-CN" sz="1600" b="1" baseline="-25000" dirty="0" err="1" smtClean="0"/>
                <a:t>ij</a:t>
              </a:r>
              <a:r>
                <a:rPr lang="zh-CN" altLang="en-US" sz="1600" b="1" dirty="0" smtClean="0"/>
                <a:t>：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链路</a:t>
              </a:r>
              <a:r>
                <a:rPr lang="en-US" altLang="zh-CN" sz="1600" b="1" dirty="0" err="1" smtClean="0">
                  <a:latin typeface="宋体" panose="02010600030101010101" pitchFamily="2" charset="-122"/>
                  <a:ea typeface="宋体" panose="02010600030101010101" pitchFamily="2" charset="-122"/>
                </a:rPr>
                <a:t>ij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的设备时间</a:t>
              </a:r>
              <a:endPara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cxnSp>
        <p:nvCxnSpPr>
          <p:cNvPr id="12" name="直接箭头连接符 11"/>
          <p:cNvCxnSpPr/>
          <p:nvPr/>
        </p:nvCxnSpPr>
        <p:spPr>
          <a:xfrm>
            <a:off x="924560" y="5699760"/>
            <a:ext cx="872744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468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399816" y="1252316"/>
            <a:ext cx="8198519" cy="5282576"/>
            <a:chOff x="399816" y="1252316"/>
            <a:chExt cx="8198519" cy="5282576"/>
          </a:xfrm>
        </p:grpSpPr>
        <p:sp>
          <p:nvSpPr>
            <p:cNvPr id="23" name="文本框 22"/>
            <p:cNvSpPr txBox="1"/>
            <p:nvPr/>
          </p:nvSpPr>
          <p:spPr>
            <a:xfrm>
              <a:off x="1376478" y="2915927"/>
              <a:ext cx="64953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ring</a:t>
              </a:r>
              <a:endParaRPr lang="zh-CN" altLang="en-US" sz="2000" b="1" dirty="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4276665" y="3011569"/>
              <a:ext cx="6447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tree</a:t>
              </a:r>
              <a:endParaRPr lang="zh-CN" altLang="en-US" sz="2000" b="1" dirty="0"/>
            </a:p>
          </p:txBody>
        </p:sp>
        <p:pic>
          <p:nvPicPr>
            <p:cNvPr id="25" name="图片 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210" y="3585906"/>
              <a:ext cx="2164120" cy="1941911"/>
            </a:xfrm>
            <a:prstGeom prst="rect">
              <a:avLst/>
            </a:prstGeom>
          </p:spPr>
        </p:pic>
        <p:pic>
          <p:nvPicPr>
            <p:cNvPr id="26" name="图片 2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165" y="1646393"/>
              <a:ext cx="2044165" cy="1269534"/>
            </a:xfrm>
            <a:prstGeom prst="rect">
              <a:avLst/>
            </a:prstGeom>
          </p:spPr>
        </p:pic>
        <p:pic>
          <p:nvPicPr>
            <p:cNvPr id="27" name="图片 2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02473" y="1497641"/>
              <a:ext cx="1993112" cy="1758321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864455" y="5600467"/>
              <a:ext cx="15536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exponential</a:t>
              </a:r>
              <a:endParaRPr lang="zh-CN" altLang="en-US" sz="2000" b="1" dirty="0"/>
            </a:p>
          </p:txBody>
        </p:sp>
        <p:pic>
          <p:nvPicPr>
            <p:cNvPr id="29" name="图片 2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70156" y="3645105"/>
              <a:ext cx="1257746" cy="1955362"/>
            </a:xfrm>
            <a:prstGeom prst="rect">
              <a:avLst/>
            </a:prstGeom>
          </p:spPr>
        </p:pic>
        <p:sp>
          <p:nvSpPr>
            <p:cNvPr id="30" name="矩形 29"/>
            <p:cNvSpPr/>
            <p:nvPr/>
          </p:nvSpPr>
          <p:spPr>
            <a:xfrm>
              <a:off x="3839045" y="5600467"/>
              <a:ext cx="151996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b="1" dirty="0"/>
                <a:t>h</a:t>
              </a:r>
              <a:r>
                <a:rPr lang="zh-CN" altLang="en-US" sz="2000" b="1" dirty="0"/>
                <a:t>ierarchical</a:t>
              </a:r>
            </a:p>
          </p:txBody>
        </p:sp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7D50E4A1-4AFF-5FC1-046C-F29BFD0A65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5761"/>
            <a:stretch/>
          </p:blipFill>
          <p:spPr>
            <a:xfrm>
              <a:off x="6289435" y="1252316"/>
              <a:ext cx="2308900" cy="1875134"/>
            </a:xfrm>
            <a:prstGeom prst="rect">
              <a:avLst/>
            </a:prstGeom>
          </p:spPr>
        </p:pic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3C3F2143-C0D8-6775-8374-EE881597256A}"/>
                </a:ext>
              </a:extLst>
            </p:cNvPr>
            <p:cNvSpPr txBox="1"/>
            <p:nvPr/>
          </p:nvSpPr>
          <p:spPr>
            <a:xfrm>
              <a:off x="6879339" y="3073967"/>
              <a:ext cx="102143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 smtClean="0"/>
                <a:t>2D-Ring</a:t>
              </a:r>
              <a:endParaRPr lang="zh-CN" altLang="en-US" sz="2000" b="1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0A90AA76-5B2E-8DCE-97C6-731B57D4B8F3}"/>
                </a:ext>
              </a:extLst>
            </p:cNvPr>
            <p:cNvSpPr txBox="1"/>
            <p:nvPr/>
          </p:nvSpPr>
          <p:spPr>
            <a:xfrm>
              <a:off x="6879339" y="5600467"/>
              <a:ext cx="102143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 smtClean="0"/>
                <a:t>3D-Ring</a:t>
              </a:r>
              <a:endParaRPr lang="zh-CN" altLang="en-US" sz="2000" b="1" dirty="0"/>
            </a:p>
          </p:txBody>
        </p:sp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7D50E4A1-4AFF-5FC1-046C-F29BFD0A65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5673"/>
            <a:stretch/>
          </p:blipFill>
          <p:spPr>
            <a:xfrm>
              <a:off x="6289435" y="3721608"/>
              <a:ext cx="2308900" cy="1878859"/>
            </a:xfrm>
            <a:prstGeom prst="rect">
              <a:avLst/>
            </a:prstGeom>
          </p:spPr>
        </p:pic>
        <p:sp>
          <p:nvSpPr>
            <p:cNvPr id="35" name="文本框 34"/>
            <p:cNvSpPr txBox="1"/>
            <p:nvPr/>
          </p:nvSpPr>
          <p:spPr>
            <a:xfrm>
              <a:off x="529358" y="3227013"/>
              <a:ext cx="29933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</a:t>
              </a:r>
              <a:r>
                <a:rPr lang="en-AE" altLang="zh-CN" dirty="0"/>
                <a:t>1],[2],[1</a:t>
              </a:r>
              <a:r>
                <a:rPr lang="en-AE" altLang="zh-CN" dirty="0" smtClean="0"/>
                <a:t>],[3],[</a:t>
              </a:r>
              <a:r>
                <a:rPr lang="en-AE" altLang="zh-CN" dirty="0"/>
                <a:t>1],[2],[1</a:t>
              </a:r>
              <a:r>
                <a:rPr lang="en-AE" altLang="zh-CN" dirty="0" smtClean="0"/>
                <a:t>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3786393" y="327135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[[1,3],[</a:t>
              </a:r>
              <a:r>
                <a:rPr lang="en-AE" altLang="zh-CN" dirty="0"/>
                <a:t>2,1],[1</a:t>
              </a:r>
              <a:r>
                <a:rPr lang="en-AE" altLang="zh-CN" dirty="0" smtClean="0"/>
                <a:t>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3970156" y="589263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</a:t>
              </a:r>
              <a:r>
                <a:rPr lang="en-AE" altLang="zh-CN" dirty="0"/>
                <a:t>1],[2</a:t>
              </a:r>
              <a:r>
                <a:rPr lang="en-AE" altLang="zh-CN" dirty="0" smtClean="0"/>
                <a:t>],[3]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399816" y="5888561"/>
              <a:ext cx="28727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[[1,2,3],[2,2,3],[1,3,3],[3,3,3],[1,2,3],[2,2,3],[1,3,3],[</a:t>
              </a:r>
              <a:r>
                <a:rPr lang="en-AE" altLang="zh-CN" dirty="0"/>
                <a:t>3</a:t>
              </a:r>
              <a:r>
                <a:rPr lang="en-AE" altLang="zh-CN" dirty="0" smtClean="0"/>
                <a:t>,3,3]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6750075" y="337498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[[1],[2],[</a:t>
              </a:r>
              <a:r>
                <a:rPr lang="en-AE" altLang="zh-CN" dirty="0"/>
                <a:t>1</a:t>
              </a:r>
              <a:r>
                <a:rPr lang="en-AE" altLang="zh-CN" dirty="0" smtClean="0"/>
                <a:t>],[3</a:t>
              </a:r>
              <a:r>
                <a:rPr lang="en-US" altLang="zh-CN" dirty="0" smtClean="0"/>
                <a:t>]]</a:t>
              </a:r>
              <a:endParaRPr lang="zh-CN" altLang="en-US" dirty="0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6771185" y="589263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[[1],[2],[3]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58176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椭圆 4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椭圆 6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椭圆 9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/>
          <p:cNvCxnSpPr>
            <a:stCxn id="5" idx="0"/>
            <a:endCxn id="8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/>
          <p:cNvCxnSpPr>
            <a:stCxn id="5" idx="6"/>
            <a:endCxn id="11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/>
          <p:cNvCxnSpPr>
            <a:stCxn id="6" idx="2"/>
            <a:endCxn id="8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/>
          <p:cNvCxnSpPr>
            <a:stCxn id="6" idx="6"/>
            <a:endCxn id="9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>
            <a:stCxn id="9" idx="6"/>
            <a:endCxn id="10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/>
          <p:cNvCxnSpPr>
            <a:stCxn id="11" idx="6"/>
            <a:endCxn id="7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椭圆 17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接连接符 18"/>
          <p:cNvCxnSpPr>
            <a:stCxn id="18" idx="0"/>
            <a:endCxn id="10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/>
          <p:cNvCxnSpPr>
            <a:stCxn id="7" idx="6"/>
            <a:endCxn id="18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324640" y="2262384"/>
            <a:ext cx="6495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ring</a:t>
            </a:r>
            <a:endParaRPr lang="zh-CN" altLang="en-US" sz="2000" b="1" dirty="0"/>
          </a:p>
        </p:txBody>
      </p:sp>
      <p:grpSp>
        <p:nvGrpSpPr>
          <p:cNvPr id="22" name="组合 21"/>
          <p:cNvGrpSpPr/>
          <p:nvPr/>
        </p:nvGrpSpPr>
        <p:grpSpPr>
          <a:xfrm>
            <a:off x="5013207" y="777011"/>
            <a:ext cx="2260914" cy="1885483"/>
            <a:chOff x="3327282" y="427761"/>
            <a:chExt cx="2260914" cy="1885483"/>
          </a:xfrm>
        </p:grpSpPr>
        <p:sp>
          <p:nvSpPr>
            <p:cNvPr id="23" name="椭圆 22"/>
            <p:cNvSpPr/>
            <p:nvPr/>
          </p:nvSpPr>
          <p:spPr>
            <a:xfrm>
              <a:off x="4148482" y="42776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椭圆 23"/>
            <p:cNvSpPr/>
            <p:nvPr/>
          </p:nvSpPr>
          <p:spPr>
            <a:xfrm>
              <a:off x="3624538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椭圆 24"/>
            <p:cNvSpPr/>
            <p:nvPr/>
          </p:nvSpPr>
          <p:spPr>
            <a:xfrm>
              <a:off x="4658232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椭圆 25"/>
            <p:cNvSpPr/>
            <p:nvPr/>
          </p:nvSpPr>
          <p:spPr>
            <a:xfrm>
              <a:off x="3327282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椭圆 26"/>
            <p:cNvSpPr/>
            <p:nvPr/>
          </p:nvSpPr>
          <p:spPr>
            <a:xfrm>
              <a:off x="3900604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椭圆 27"/>
            <p:cNvSpPr/>
            <p:nvPr/>
          </p:nvSpPr>
          <p:spPr>
            <a:xfrm>
              <a:off x="4451717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椭圆 28"/>
            <p:cNvSpPr/>
            <p:nvPr/>
          </p:nvSpPr>
          <p:spPr>
            <a:xfrm>
              <a:off x="4990768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直接连接符 29"/>
            <p:cNvCxnSpPr>
              <a:stCxn id="23" idx="4"/>
              <a:endCxn id="24" idx="0"/>
            </p:cNvCxnSpPr>
            <p:nvPr/>
          </p:nvCxnSpPr>
          <p:spPr>
            <a:xfrm flipH="1">
              <a:off x="3790806" y="755627"/>
              <a:ext cx="523944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>
              <a:stCxn id="23" idx="4"/>
              <a:endCxn id="25" idx="0"/>
            </p:cNvCxnSpPr>
            <p:nvPr/>
          </p:nvCxnSpPr>
          <p:spPr>
            <a:xfrm>
              <a:off x="4314750" y="755627"/>
              <a:ext cx="509750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>
              <a:stCxn id="24" idx="4"/>
              <a:endCxn id="26" idx="0"/>
            </p:cNvCxnSpPr>
            <p:nvPr/>
          </p:nvCxnSpPr>
          <p:spPr>
            <a:xfrm flipH="1">
              <a:off x="3493550" y="1266167"/>
              <a:ext cx="29725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>
              <a:stCxn id="24" idx="4"/>
              <a:endCxn id="27" idx="0"/>
            </p:cNvCxnSpPr>
            <p:nvPr/>
          </p:nvCxnSpPr>
          <p:spPr>
            <a:xfrm>
              <a:off x="3790806" y="1266167"/>
              <a:ext cx="27606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>
              <a:stCxn id="25" idx="4"/>
              <a:endCxn id="28" idx="0"/>
            </p:cNvCxnSpPr>
            <p:nvPr/>
          </p:nvCxnSpPr>
          <p:spPr>
            <a:xfrm flipH="1">
              <a:off x="4617985" y="1266167"/>
              <a:ext cx="206515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>
              <a:stCxn id="25" idx="4"/>
              <a:endCxn id="29" idx="0"/>
            </p:cNvCxnSpPr>
            <p:nvPr/>
          </p:nvCxnSpPr>
          <p:spPr>
            <a:xfrm>
              <a:off x="4824500" y="1266167"/>
              <a:ext cx="33253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椭圆 35"/>
            <p:cNvSpPr/>
            <p:nvPr/>
          </p:nvSpPr>
          <p:spPr>
            <a:xfrm>
              <a:off x="5255660" y="198537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直接连接符 36"/>
            <p:cNvCxnSpPr>
              <a:stCxn id="29" idx="4"/>
              <a:endCxn id="36" idx="0"/>
            </p:cNvCxnSpPr>
            <p:nvPr/>
          </p:nvCxnSpPr>
          <p:spPr>
            <a:xfrm>
              <a:off x="5157036" y="1824722"/>
              <a:ext cx="264892" cy="16065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8" name="文本框 37"/>
          <p:cNvSpPr txBox="1"/>
          <p:nvPr/>
        </p:nvSpPr>
        <p:spPr>
          <a:xfrm>
            <a:off x="5677947" y="2262384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tree</a:t>
            </a:r>
            <a:endParaRPr lang="zh-CN" altLang="en-US" sz="2000" b="1" dirty="0"/>
          </a:p>
        </p:txBody>
      </p:sp>
      <p:sp>
        <p:nvSpPr>
          <p:cNvPr id="39" name="文本框 38"/>
          <p:cNvSpPr txBox="1"/>
          <p:nvPr/>
        </p:nvSpPr>
        <p:spPr>
          <a:xfrm>
            <a:off x="8688510" y="2771700"/>
            <a:ext cx="15536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exponential</a:t>
            </a:r>
            <a:endParaRPr lang="zh-CN" altLang="en-US" sz="20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8317103" y="406685"/>
            <a:ext cx="2247745" cy="1965804"/>
            <a:chOff x="8317103" y="406685"/>
            <a:chExt cx="2247745" cy="1965804"/>
          </a:xfrm>
        </p:grpSpPr>
        <p:sp>
          <p:nvSpPr>
            <p:cNvPr id="41" name="椭圆 40"/>
            <p:cNvSpPr/>
            <p:nvPr/>
          </p:nvSpPr>
          <p:spPr>
            <a:xfrm>
              <a:off x="8317103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椭圆 41"/>
            <p:cNvSpPr/>
            <p:nvPr/>
          </p:nvSpPr>
          <p:spPr>
            <a:xfrm>
              <a:off x="8952845" y="406685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椭圆 42"/>
            <p:cNvSpPr/>
            <p:nvPr/>
          </p:nvSpPr>
          <p:spPr>
            <a:xfrm>
              <a:off x="9588587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椭圆 43"/>
            <p:cNvSpPr/>
            <p:nvPr/>
          </p:nvSpPr>
          <p:spPr>
            <a:xfrm>
              <a:off x="8317103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9588587" y="40790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椭圆 45"/>
            <p:cNvSpPr/>
            <p:nvPr/>
          </p:nvSpPr>
          <p:spPr>
            <a:xfrm>
              <a:off x="10232312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椭圆 46"/>
            <p:cNvSpPr/>
            <p:nvPr/>
          </p:nvSpPr>
          <p:spPr>
            <a:xfrm>
              <a:off x="8952845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8" name="直接连接符 47"/>
            <p:cNvCxnSpPr>
              <a:stCxn id="41" idx="0"/>
              <a:endCxn id="44" idx="4"/>
            </p:cNvCxnSpPr>
            <p:nvPr/>
          </p:nvCxnSpPr>
          <p:spPr>
            <a:xfrm flipV="1">
              <a:off x="8483371" y="1167210"/>
              <a:ext cx="0" cy="455772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连接符 48"/>
            <p:cNvCxnSpPr>
              <a:stCxn id="41" idx="5"/>
              <a:endCxn id="47" idx="2"/>
            </p:cNvCxnSpPr>
            <p:nvPr/>
          </p:nvCxnSpPr>
          <p:spPr>
            <a:xfrm>
              <a:off x="8600940" y="1902833"/>
              <a:ext cx="351905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>
              <a:stCxn id="42" idx="2"/>
              <a:endCxn id="44" idx="7"/>
            </p:cNvCxnSpPr>
            <p:nvPr/>
          </p:nvCxnSpPr>
          <p:spPr>
            <a:xfrm flipH="1">
              <a:off x="8600940" y="570618"/>
              <a:ext cx="351905" cy="316741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连接符 50"/>
            <p:cNvCxnSpPr>
              <a:stCxn id="42" idx="6"/>
              <a:endCxn id="45" idx="2"/>
            </p:cNvCxnSpPr>
            <p:nvPr/>
          </p:nvCxnSpPr>
          <p:spPr>
            <a:xfrm>
              <a:off x="9285381" y="570618"/>
              <a:ext cx="303206" cy="1219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>
              <a:stCxn id="45" idx="6"/>
              <a:endCxn id="46" idx="1"/>
            </p:cNvCxnSpPr>
            <p:nvPr/>
          </p:nvCxnSpPr>
          <p:spPr>
            <a:xfrm>
              <a:off x="9921123" y="571837"/>
              <a:ext cx="359888" cy="315522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直接连接符 52"/>
            <p:cNvCxnSpPr>
              <a:stCxn id="47" idx="6"/>
              <a:endCxn id="43" idx="2"/>
            </p:cNvCxnSpPr>
            <p:nvPr/>
          </p:nvCxnSpPr>
          <p:spPr>
            <a:xfrm>
              <a:off x="9285381" y="2208555"/>
              <a:ext cx="303206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椭圆 53"/>
            <p:cNvSpPr/>
            <p:nvPr/>
          </p:nvSpPr>
          <p:spPr>
            <a:xfrm>
              <a:off x="10232312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直接连接符 54"/>
            <p:cNvCxnSpPr>
              <a:stCxn id="54" idx="0"/>
              <a:endCxn id="46" idx="4"/>
            </p:cNvCxnSpPr>
            <p:nvPr/>
          </p:nvCxnSpPr>
          <p:spPr>
            <a:xfrm flipV="1">
              <a:off x="10398580" y="1167210"/>
              <a:ext cx="0" cy="45577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连接符 55"/>
            <p:cNvCxnSpPr>
              <a:stCxn id="43" idx="6"/>
              <a:endCxn id="54" idx="3"/>
            </p:cNvCxnSpPr>
            <p:nvPr/>
          </p:nvCxnSpPr>
          <p:spPr>
            <a:xfrm flipV="1">
              <a:off x="9921123" y="1902833"/>
              <a:ext cx="359888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曲线连接符 56"/>
            <p:cNvCxnSpPr>
              <a:stCxn id="44" idx="0"/>
              <a:endCxn id="45" idx="0"/>
            </p:cNvCxnSpPr>
            <p:nvPr/>
          </p:nvCxnSpPr>
          <p:spPr>
            <a:xfrm rot="5400000" flipH="1" flipV="1">
              <a:off x="8903393" y="-12118"/>
              <a:ext cx="431440" cy="1271484"/>
            </a:xfrm>
            <a:prstGeom prst="curvedConnector3">
              <a:avLst>
                <a:gd name="adj1" fmla="val 152985"/>
              </a:avLst>
            </a:prstGeom>
            <a:ln w="19050">
              <a:solidFill>
                <a:srgbClr val="FF0000"/>
              </a:solidFill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连接符 57"/>
            <p:cNvCxnSpPr>
              <a:stCxn id="54" idx="1"/>
              <a:endCxn id="44" idx="6"/>
            </p:cNvCxnSpPr>
            <p:nvPr/>
          </p:nvCxnSpPr>
          <p:spPr>
            <a:xfrm flipH="1" flipV="1">
              <a:off x="8649639" y="1003277"/>
              <a:ext cx="1631372" cy="667720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曲线连接符 58"/>
            <p:cNvCxnSpPr>
              <a:stCxn id="42" idx="0"/>
              <a:endCxn id="46" idx="7"/>
            </p:cNvCxnSpPr>
            <p:nvPr/>
          </p:nvCxnSpPr>
          <p:spPr>
            <a:xfrm rot="16200000" flipH="1">
              <a:off x="9577294" y="-51496"/>
              <a:ext cx="480674" cy="1397036"/>
            </a:xfrm>
            <a:prstGeom prst="curvedConnector3">
              <a:avLst>
                <a:gd name="adj1" fmla="val -47558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连接符 59"/>
            <p:cNvCxnSpPr>
              <a:stCxn id="43" idx="0"/>
              <a:endCxn id="42" idx="4"/>
            </p:cNvCxnSpPr>
            <p:nvPr/>
          </p:nvCxnSpPr>
          <p:spPr>
            <a:xfrm flipH="1" flipV="1">
              <a:off x="9119113" y="734551"/>
              <a:ext cx="635742" cy="1310071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接连接符 60"/>
            <p:cNvCxnSpPr>
              <a:stCxn id="47" idx="0"/>
              <a:endCxn id="45" idx="4"/>
            </p:cNvCxnSpPr>
            <p:nvPr/>
          </p:nvCxnSpPr>
          <p:spPr>
            <a:xfrm flipV="1">
              <a:off x="9119113" y="735770"/>
              <a:ext cx="635742" cy="1308852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连接符 61"/>
            <p:cNvCxnSpPr>
              <a:stCxn id="41" idx="7"/>
              <a:endCxn id="46" idx="2"/>
            </p:cNvCxnSpPr>
            <p:nvPr/>
          </p:nvCxnSpPr>
          <p:spPr>
            <a:xfrm flipV="1">
              <a:off x="8600940" y="1003277"/>
              <a:ext cx="1631372" cy="66772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曲线连接符 62"/>
            <p:cNvCxnSpPr>
              <a:stCxn id="45" idx="7"/>
              <a:endCxn id="54" idx="6"/>
            </p:cNvCxnSpPr>
            <p:nvPr/>
          </p:nvCxnSpPr>
          <p:spPr>
            <a:xfrm rot="16200000" flipH="1">
              <a:off x="9553138" y="775205"/>
              <a:ext cx="1330996" cy="692424"/>
            </a:xfrm>
            <a:prstGeom prst="curvedConnector4">
              <a:avLst>
                <a:gd name="adj1" fmla="val -20783"/>
                <a:gd name="adj2" fmla="val 13301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曲线连接符 63"/>
            <p:cNvCxnSpPr>
              <a:stCxn id="54" idx="5"/>
              <a:endCxn id="47" idx="4"/>
            </p:cNvCxnSpPr>
            <p:nvPr/>
          </p:nvCxnSpPr>
          <p:spPr>
            <a:xfrm rot="5400000">
              <a:off x="9582804" y="1439142"/>
              <a:ext cx="469655" cy="1397036"/>
            </a:xfrm>
            <a:prstGeom prst="curvedConnector3">
              <a:avLst>
                <a:gd name="adj1" fmla="val 1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曲线连接符 64"/>
            <p:cNvCxnSpPr>
              <a:stCxn id="46" idx="6"/>
              <a:endCxn id="43" idx="5"/>
            </p:cNvCxnSpPr>
            <p:nvPr/>
          </p:nvCxnSpPr>
          <p:spPr>
            <a:xfrm flipH="1">
              <a:off x="9872424" y="1003277"/>
              <a:ext cx="692424" cy="1321196"/>
            </a:xfrm>
            <a:prstGeom prst="curvedConnector4">
              <a:avLst>
                <a:gd name="adj1" fmla="val -33014"/>
                <a:gd name="adj2" fmla="val 120937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曲线连接符 65"/>
            <p:cNvCxnSpPr>
              <a:stCxn id="43" idx="4"/>
              <a:endCxn id="41" idx="3"/>
            </p:cNvCxnSpPr>
            <p:nvPr/>
          </p:nvCxnSpPr>
          <p:spPr>
            <a:xfrm rot="5400000" flipH="1">
              <a:off x="8825501" y="1443135"/>
              <a:ext cx="469655" cy="1389053"/>
            </a:xfrm>
            <a:prstGeom prst="curvedConnector3">
              <a:avLst>
                <a:gd name="adj1" fmla="val -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曲线连接符 66"/>
            <p:cNvCxnSpPr>
              <a:stCxn id="47" idx="3"/>
              <a:endCxn id="44" idx="2"/>
            </p:cNvCxnSpPr>
            <p:nvPr/>
          </p:nvCxnSpPr>
          <p:spPr>
            <a:xfrm rot="5400000" flipH="1">
              <a:off x="7998726" y="1321655"/>
              <a:ext cx="1321196" cy="684441"/>
            </a:xfrm>
            <a:prstGeom prst="curvedConnector4">
              <a:avLst>
                <a:gd name="adj1" fmla="val -20937"/>
                <a:gd name="adj2" fmla="val 133400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8" name="矩形 67"/>
          <p:cNvSpPr/>
          <p:nvPr/>
        </p:nvSpPr>
        <p:spPr>
          <a:xfrm>
            <a:off x="9895606" y="5776527"/>
            <a:ext cx="151996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/>
              <a:t>h</a:t>
            </a:r>
            <a:r>
              <a:rPr lang="zh-CN" altLang="en-US" sz="2000" b="1" dirty="0" smtClean="0"/>
              <a:t>ierarchical</a:t>
            </a:r>
            <a:endParaRPr lang="zh-CN" altLang="en-US" sz="2000" b="1" dirty="0"/>
          </a:p>
        </p:txBody>
      </p:sp>
      <p:grpSp>
        <p:nvGrpSpPr>
          <p:cNvPr id="69" name="组合 68"/>
          <p:cNvGrpSpPr/>
          <p:nvPr/>
        </p:nvGrpSpPr>
        <p:grpSpPr>
          <a:xfrm>
            <a:off x="10041185" y="3438941"/>
            <a:ext cx="1237639" cy="2173653"/>
            <a:chOff x="2041901" y="3639103"/>
            <a:chExt cx="1237639" cy="2173653"/>
          </a:xfrm>
        </p:grpSpPr>
        <p:sp>
          <p:nvSpPr>
            <p:cNvPr id="70" name="椭圆 69"/>
            <p:cNvSpPr/>
            <p:nvPr/>
          </p:nvSpPr>
          <p:spPr>
            <a:xfrm>
              <a:off x="2934304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1" name="椭圆 70"/>
            <p:cNvSpPr/>
            <p:nvPr/>
          </p:nvSpPr>
          <p:spPr>
            <a:xfrm>
              <a:off x="2938174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2045771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椭圆 72"/>
            <p:cNvSpPr/>
            <p:nvPr/>
          </p:nvSpPr>
          <p:spPr>
            <a:xfrm>
              <a:off x="2041901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4" name="直接连接符 73"/>
            <p:cNvCxnSpPr>
              <a:stCxn id="70" idx="2"/>
              <a:endCxn id="73" idx="6"/>
            </p:cNvCxnSpPr>
            <p:nvPr/>
          </p:nvCxnSpPr>
          <p:spPr>
            <a:xfrm flipH="1">
              <a:off x="2374437" y="5648823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直接连接符 74"/>
            <p:cNvCxnSpPr>
              <a:stCxn id="71" idx="2"/>
              <a:endCxn id="72" idx="6"/>
            </p:cNvCxnSpPr>
            <p:nvPr/>
          </p:nvCxnSpPr>
          <p:spPr>
            <a:xfrm flipH="1">
              <a:off x="2378307" y="3803036"/>
              <a:ext cx="559867" cy="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" name="椭圆 75"/>
            <p:cNvSpPr/>
            <p:nvPr/>
          </p:nvSpPr>
          <p:spPr>
            <a:xfrm>
              <a:off x="2041901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椭圆 76"/>
            <p:cNvSpPr/>
            <p:nvPr/>
          </p:nvSpPr>
          <p:spPr>
            <a:xfrm>
              <a:off x="2934304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8" name="直接连接符 77"/>
            <p:cNvCxnSpPr>
              <a:stCxn id="76" idx="6"/>
              <a:endCxn id="77" idx="2"/>
            </p:cNvCxnSpPr>
            <p:nvPr/>
          </p:nvCxnSpPr>
          <p:spPr>
            <a:xfrm>
              <a:off x="2374437" y="4395221"/>
              <a:ext cx="559867" cy="0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椭圆 78"/>
            <p:cNvSpPr/>
            <p:nvPr/>
          </p:nvSpPr>
          <p:spPr>
            <a:xfrm>
              <a:off x="2934304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椭圆 79"/>
            <p:cNvSpPr/>
            <p:nvPr/>
          </p:nvSpPr>
          <p:spPr>
            <a:xfrm>
              <a:off x="2041901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81" name="直接连接符 80"/>
            <p:cNvCxnSpPr>
              <a:stCxn id="79" idx="2"/>
              <a:endCxn id="80" idx="6"/>
            </p:cNvCxnSpPr>
            <p:nvPr/>
          </p:nvCxnSpPr>
          <p:spPr>
            <a:xfrm flipH="1">
              <a:off x="2374437" y="5022022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接连接符 81"/>
            <p:cNvCxnSpPr>
              <a:stCxn id="77" idx="0"/>
              <a:endCxn id="71" idx="4"/>
            </p:cNvCxnSpPr>
            <p:nvPr/>
          </p:nvCxnSpPr>
          <p:spPr>
            <a:xfrm flipV="1">
              <a:off x="3100572" y="3966969"/>
              <a:ext cx="3870" cy="264319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>
              <a:stCxn id="70" idx="0"/>
              <a:endCxn id="79" idx="4"/>
            </p:cNvCxnSpPr>
            <p:nvPr/>
          </p:nvCxnSpPr>
          <p:spPr>
            <a:xfrm flipV="1">
              <a:off x="3100572" y="5185955"/>
              <a:ext cx="0" cy="298935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肘形连接符 83"/>
            <p:cNvCxnSpPr>
              <a:stCxn id="77" idx="6"/>
              <a:endCxn id="70" idx="6"/>
            </p:cNvCxnSpPr>
            <p:nvPr/>
          </p:nvCxnSpPr>
          <p:spPr>
            <a:xfrm>
              <a:off x="3266840" y="4395221"/>
              <a:ext cx="12700" cy="1253602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0587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椭圆 41"/>
          <p:cNvSpPr/>
          <p:nvPr/>
        </p:nvSpPr>
        <p:spPr>
          <a:xfrm>
            <a:off x="2963886" y="158724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3" name="椭圆 42"/>
          <p:cNvSpPr/>
          <p:nvPr/>
        </p:nvSpPr>
        <p:spPr>
          <a:xfrm>
            <a:off x="2439942" y="209778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4" name="椭圆 43"/>
          <p:cNvSpPr/>
          <p:nvPr/>
        </p:nvSpPr>
        <p:spPr>
          <a:xfrm>
            <a:off x="3473636" y="209778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5" name="椭圆 44"/>
          <p:cNvSpPr/>
          <p:nvPr/>
        </p:nvSpPr>
        <p:spPr>
          <a:xfrm>
            <a:off x="2142686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6" name="椭圆 45"/>
          <p:cNvSpPr/>
          <p:nvPr/>
        </p:nvSpPr>
        <p:spPr>
          <a:xfrm>
            <a:off x="2716008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7" name="椭圆 46"/>
          <p:cNvSpPr/>
          <p:nvPr/>
        </p:nvSpPr>
        <p:spPr>
          <a:xfrm>
            <a:off x="3267121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8" name="椭圆 47"/>
          <p:cNvSpPr/>
          <p:nvPr/>
        </p:nvSpPr>
        <p:spPr>
          <a:xfrm>
            <a:off x="3806172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49" name="直接连接符 48"/>
          <p:cNvCxnSpPr>
            <a:stCxn id="42" idx="4"/>
            <a:endCxn id="43" idx="0"/>
          </p:cNvCxnSpPr>
          <p:nvPr/>
        </p:nvCxnSpPr>
        <p:spPr>
          <a:xfrm flipH="1">
            <a:off x="2606210" y="1915106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42" idx="4"/>
            <a:endCxn id="44" idx="0"/>
          </p:cNvCxnSpPr>
          <p:nvPr/>
        </p:nvCxnSpPr>
        <p:spPr>
          <a:xfrm>
            <a:off x="3130154" y="1915106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43" idx="4"/>
            <a:endCxn id="45" idx="0"/>
          </p:cNvCxnSpPr>
          <p:nvPr/>
        </p:nvCxnSpPr>
        <p:spPr>
          <a:xfrm flipH="1">
            <a:off x="2308954" y="2425646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/>
          <p:cNvCxnSpPr>
            <a:stCxn id="43" idx="4"/>
            <a:endCxn id="46" idx="0"/>
          </p:cNvCxnSpPr>
          <p:nvPr/>
        </p:nvCxnSpPr>
        <p:spPr>
          <a:xfrm>
            <a:off x="2606210" y="2425646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44" idx="4"/>
            <a:endCxn id="47" idx="0"/>
          </p:cNvCxnSpPr>
          <p:nvPr/>
        </p:nvCxnSpPr>
        <p:spPr>
          <a:xfrm flipH="1">
            <a:off x="3433389" y="2425646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>
            <a:stCxn id="44" idx="4"/>
            <a:endCxn id="48" idx="0"/>
          </p:cNvCxnSpPr>
          <p:nvPr/>
        </p:nvCxnSpPr>
        <p:spPr>
          <a:xfrm>
            <a:off x="3639904" y="2425646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椭圆 54"/>
          <p:cNvSpPr/>
          <p:nvPr/>
        </p:nvSpPr>
        <p:spPr>
          <a:xfrm>
            <a:off x="4071064" y="3144857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56" name="直接连接符 55"/>
          <p:cNvCxnSpPr>
            <a:stCxn id="48" idx="4"/>
            <a:endCxn id="55" idx="0"/>
          </p:cNvCxnSpPr>
          <p:nvPr/>
        </p:nvCxnSpPr>
        <p:spPr>
          <a:xfrm>
            <a:off x="3972440" y="2984201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9154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GPU 0</a:t>
            </a:r>
            <a:endParaRPr lang="zh-CN" altLang="en-US" b="1" dirty="0"/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GPU 1</a:t>
            </a:r>
            <a:endParaRPr lang="zh-CN" altLang="en-US" b="1" dirty="0"/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GPU n</a:t>
            </a:r>
            <a:endParaRPr lang="zh-CN" altLang="en-US" b="1" dirty="0"/>
          </a:p>
        </p:txBody>
      </p:sp>
      <p:sp>
        <p:nvSpPr>
          <p:cNvPr id="5" name="文本框 4"/>
          <p:cNvSpPr txBox="1"/>
          <p:nvPr/>
        </p:nvSpPr>
        <p:spPr>
          <a:xfrm>
            <a:off x="5271311" y="2694616"/>
            <a:ext cx="553998" cy="592470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7589294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8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014335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9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902971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0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1290148" y="4577436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12" name="文本框 11"/>
          <p:cNvSpPr txBox="1"/>
          <p:nvPr/>
        </p:nvSpPr>
        <p:spPr>
          <a:xfrm>
            <a:off x="1919149" y="4512256"/>
            <a:ext cx="1098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smtClean="0"/>
              <a:t>data copy</a:t>
            </a:r>
            <a:endParaRPr lang="zh-CN" altLang="en-US" sz="1600" b="1" dirty="0"/>
          </a:p>
        </p:txBody>
      </p:sp>
      <p:sp>
        <p:nvSpPr>
          <p:cNvPr id="43" name="矩形 42"/>
          <p:cNvSpPr/>
          <p:nvPr/>
        </p:nvSpPr>
        <p:spPr>
          <a:xfrm>
            <a:off x="3210252" y="4577436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44" name="文本框 43"/>
          <p:cNvSpPr txBox="1"/>
          <p:nvPr/>
        </p:nvSpPr>
        <p:spPr>
          <a:xfrm>
            <a:off x="3839253" y="4512256"/>
            <a:ext cx="31422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smtClean="0"/>
              <a:t>computation of neural network </a:t>
            </a:r>
            <a:endParaRPr lang="zh-CN" altLang="en-US" sz="1600" b="1" dirty="0"/>
          </a:p>
        </p:txBody>
      </p:sp>
      <p:sp>
        <p:nvSpPr>
          <p:cNvPr id="47" name="矩形 46"/>
          <p:cNvSpPr/>
          <p:nvPr/>
        </p:nvSpPr>
        <p:spPr>
          <a:xfrm>
            <a:off x="7108679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48" name="文本框 47"/>
          <p:cNvSpPr txBox="1"/>
          <p:nvPr/>
        </p:nvSpPr>
        <p:spPr>
          <a:xfrm>
            <a:off x="7697788" y="4511291"/>
            <a:ext cx="16305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smtClean="0"/>
              <a:t>communication</a:t>
            </a:r>
            <a:endParaRPr lang="zh-CN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545574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866606"/>
            <a:ext cx="695318" cy="6637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9708787"/>
              </p:ext>
            </p:extLst>
          </p:nvPr>
        </p:nvGraphicFramePr>
        <p:xfrm>
          <a:off x="2107181" y="2008906"/>
          <a:ext cx="713752" cy="3664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0" name="AxMath" r:id="rId3" imgW="297360" imgH="151920" progId="Equation.AxMath">
                  <p:embed/>
                </p:oleObj>
              </mc:Choice>
              <mc:Fallback>
                <p:oleObj name="AxMath" r:id="rId3" imgW="29736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07181" y="2008906"/>
                        <a:ext cx="713752" cy="36641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7226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287626"/>
            <a:ext cx="695318" cy="6637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530358"/>
            <a:ext cx="2787" cy="757268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876573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7694286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699200" y="2631293"/>
            <a:ext cx="688009" cy="523220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……</a:t>
            </a:r>
            <a:endParaRPr lang="zh-CN" altLang="en-US" sz="2800" dirty="0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281120" cy="369332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critical path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34813967"/>
              </p:ext>
            </p:extLst>
          </p:nvPr>
        </p:nvGraphicFramePr>
        <p:xfrm>
          <a:off x="2457445" y="2756421"/>
          <a:ext cx="670917" cy="3788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1" name="AxMath" r:id="rId5" imgW="270360" imgH="151920" progId="Equation.AxMath">
                  <p:embed/>
                </p:oleObj>
              </mc:Choice>
              <mc:Fallback>
                <p:oleObj name="AxMath" r:id="rId5" imgW="27036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457445" y="2756421"/>
                        <a:ext cx="670917" cy="3788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5943056"/>
              </p:ext>
            </p:extLst>
          </p:nvPr>
        </p:nvGraphicFramePr>
        <p:xfrm>
          <a:off x="3311640" y="1741497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2" name="AxMath" r:id="rId7" imgW="118080" imgH="151920" progId="Equation.AxMath">
                  <p:embed/>
                </p:oleObj>
              </mc:Choice>
              <mc:Fallback>
                <p:oleObj name="AxMath" r:id="rId7" imgW="11808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311640" y="1741497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" name="对象 4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3417516"/>
              </p:ext>
            </p:extLst>
          </p:nvPr>
        </p:nvGraphicFramePr>
        <p:xfrm>
          <a:off x="2086790" y="3435362"/>
          <a:ext cx="738188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3" name="AxMath" r:id="rId9" imgW="306360" imgH="151920" progId="Equation.AxMath">
                  <p:embed/>
                </p:oleObj>
              </mc:Choice>
              <mc:Fallback>
                <p:oleObj name="AxMath" r:id="rId9" imgW="30636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086790" y="3435362"/>
                        <a:ext cx="738188" cy="365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7520725"/>
              </p:ext>
            </p:extLst>
          </p:nvPr>
        </p:nvGraphicFramePr>
        <p:xfrm>
          <a:off x="3857625" y="1741170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4" name="AxMath" r:id="rId11" imgW="123120" imgH="151920" progId="Equation.AxMath">
                  <p:embed/>
                </p:oleObj>
              </mc:Choice>
              <mc:Fallback>
                <p:oleObj name="AxMath" r:id="rId11" imgW="12312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857625" y="1741170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7033643"/>
              </p:ext>
            </p:extLst>
          </p:nvPr>
        </p:nvGraphicFramePr>
        <p:xfrm>
          <a:off x="4504736" y="1747622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5" name="AxMath" r:id="rId13" imgW="123840" imgH="151920" progId="Equation.AxMath">
                  <p:embed/>
                </p:oleObj>
              </mc:Choice>
              <mc:Fallback>
                <p:oleObj name="AxMath" r:id="rId13" imgW="12384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504736" y="1747622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853358"/>
              </p:ext>
            </p:extLst>
          </p:nvPr>
        </p:nvGraphicFramePr>
        <p:xfrm>
          <a:off x="6384925" y="1741488"/>
          <a:ext cx="5429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6" name="AxMath" r:id="rId15" imgW="210240" imgH="151920" progId="Equation.AxMath">
                  <p:embed/>
                </p:oleObj>
              </mc:Choice>
              <mc:Fallback>
                <p:oleObj name="AxMath" r:id="rId15" imgW="21024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6384925" y="1741488"/>
                        <a:ext cx="5429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747246"/>
              </p:ext>
            </p:extLst>
          </p:nvPr>
        </p:nvGraphicFramePr>
        <p:xfrm>
          <a:off x="7110413" y="1739900"/>
          <a:ext cx="5318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7" name="AxMath" r:id="rId17" imgW="205560" imgH="151920" progId="Equation.AxMath">
                  <p:embed/>
                </p:oleObj>
              </mc:Choice>
              <mc:Fallback>
                <p:oleObj name="AxMath" r:id="rId17" imgW="20556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7110413" y="1739900"/>
                        <a:ext cx="5318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954160"/>
              </p:ext>
            </p:extLst>
          </p:nvPr>
        </p:nvGraphicFramePr>
        <p:xfrm>
          <a:off x="7862888" y="1739900"/>
          <a:ext cx="2841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8" name="AxMath" r:id="rId19" imgW="109440" imgH="151920" progId="Equation.AxMath">
                  <p:embed/>
                </p:oleObj>
              </mc:Choice>
              <mc:Fallback>
                <p:oleObj name="AxMath" r:id="rId19" imgW="10944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2888" y="1739900"/>
                        <a:ext cx="2841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8579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60420925"/>
              </p:ext>
            </p:extLst>
          </p:nvPr>
        </p:nvGraphicFramePr>
        <p:xfrm>
          <a:off x="3320205" y="3655033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9" name="AxMath" r:id="rId21" imgW="118080" imgH="151920" progId="Equation.AxMath">
                  <p:embed/>
                </p:oleObj>
              </mc:Choice>
              <mc:Fallback>
                <p:oleObj name="AxMath" r:id="rId21" imgW="11808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320205" y="3655033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3776783"/>
              </p:ext>
            </p:extLst>
          </p:nvPr>
        </p:nvGraphicFramePr>
        <p:xfrm>
          <a:off x="3866190" y="3654706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0" name="AxMath" r:id="rId22" imgW="123120" imgH="151920" progId="Equation.AxMath">
                  <p:embed/>
                </p:oleObj>
              </mc:Choice>
              <mc:Fallback>
                <p:oleObj name="AxMath" r:id="rId22" imgW="123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866190" y="3654706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9902059"/>
              </p:ext>
            </p:extLst>
          </p:nvPr>
        </p:nvGraphicFramePr>
        <p:xfrm>
          <a:off x="4513301" y="3661158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1" name="AxMath" r:id="rId23" imgW="123840" imgH="151920" progId="Equation.AxMath">
                  <p:embed/>
                </p:oleObj>
              </mc:Choice>
              <mc:Fallback>
                <p:oleObj name="AxMath" r:id="rId23" imgW="12384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513301" y="3661158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4690884"/>
              </p:ext>
            </p:extLst>
          </p:nvPr>
        </p:nvGraphicFramePr>
        <p:xfrm>
          <a:off x="6394450" y="3654425"/>
          <a:ext cx="54451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2" name="AxMath" r:id="rId24" imgW="210240" imgH="151920" progId="Equation.AxMath">
                  <p:embed/>
                </p:oleObj>
              </mc:Choice>
              <mc:Fallback>
                <p:oleObj name="AxMath" r:id="rId24" imgW="21024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6394450" y="3654425"/>
                        <a:ext cx="54451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718592"/>
              </p:ext>
            </p:extLst>
          </p:nvPr>
        </p:nvGraphicFramePr>
        <p:xfrm>
          <a:off x="7118350" y="3652838"/>
          <a:ext cx="53181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3" name="AxMath" r:id="rId25" imgW="205560" imgH="151920" progId="Equation.AxMath">
                  <p:embed/>
                </p:oleObj>
              </mc:Choice>
              <mc:Fallback>
                <p:oleObj name="AxMath" r:id="rId25" imgW="20556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7118350" y="3652838"/>
                        <a:ext cx="53181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1210741"/>
              </p:ext>
            </p:extLst>
          </p:nvPr>
        </p:nvGraphicFramePr>
        <p:xfrm>
          <a:off x="7870825" y="3652838"/>
          <a:ext cx="2841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4" name="AxMath" r:id="rId26" imgW="109440" imgH="151920" progId="Equation.AxMath">
                  <p:embed/>
                </p:oleObj>
              </mc:Choice>
              <mc:Fallback>
                <p:oleObj name="AxMath" r:id="rId26" imgW="10944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70825" y="3652838"/>
                        <a:ext cx="2841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812349"/>
              </p:ext>
            </p:extLst>
          </p:nvPr>
        </p:nvGraphicFramePr>
        <p:xfrm>
          <a:off x="3825875" y="2709863"/>
          <a:ext cx="2809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5" name="AxMath" r:id="rId27" imgW="107640" imgH="151920" progId="Equation.AxMath">
                  <p:embed/>
                </p:oleObj>
              </mc:Choice>
              <mc:Fallback>
                <p:oleObj name="AxMath" r:id="rId27" imgW="1076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3825875" y="2709863"/>
                        <a:ext cx="2809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8943657"/>
              </p:ext>
            </p:extLst>
          </p:nvPr>
        </p:nvGraphicFramePr>
        <p:xfrm>
          <a:off x="4406900" y="271621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6" name="AxMath" r:id="rId29" imgW="111960" imgH="151920" progId="Equation.AxMath">
                  <p:embed/>
                </p:oleObj>
              </mc:Choice>
              <mc:Fallback>
                <p:oleObj name="AxMath" r:id="rId29" imgW="11196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406900" y="271621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8083470"/>
              </p:ext>
            </p:extLst>
          </p:nvPr>
        </p:nvGraphicFramePr>
        <p:xfrm>
          <a:off x="5139834" y="271620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7" name="AxMath" r:id="rId31" imgW="113040" imgH="151920" progId="Equation.AxMath">
                  <p:embed/>
                </p:oleObj>
              </mc:Choice>
              <mc:Fallback>
                <p:oleObj name="AxMath" r:id="rId31" imgW="11304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139834" y="271620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62616"/>
              </p:ext>
            </p:extLst>
          </p:nvPr>
        </p:nvGraphicFramePr>
        <p:xfrm>
          <a:off x="7092950" y="2716213"/>
          <a:ext cx="5175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8" name="AxMath" r:id="rId33" imgW="199440" imgH="151920" progId="Equation.AxMath">
                  <p:embed/>
                </p:oleObj>
              </mc:Choice>
              <mc:Fallback>
                <p:oleObj name="AxMath" r:id="rId33" imgW="1994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7092950" y="2716213"/>
                        <a:ext cx="5175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7471000"/>
              </p:ext>
            </p:extLst>
          </p:nvPr>
        </p:nvGraphicFramePr>
        <p:xfrm>
          <a:off x="7734300" y="2724150"/>
          <a:ext cx="50641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9" name="AxMath" r:id="rId35" imgW="194760" imgH="151920" progId="Equation.AxMath">
                  <p:embed/>
                </p:oleObj>
              </mc:Choice>
              <mc:Fallback>
                <p:oleObj name="AxMath" r:id="rId35" imgW="19476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7734300" y="2724150"/>
                        <a:ext cx="50641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0743422"/>
              </p:ext>
            </p:extLst>
          </p:nvPr>
        </p:nvGraphicFramePr>
        <p:xfrm>
          <a:off x="8432800" y="2738438"/>
          <a:ext cx="2555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0" name="AxMath" r:id="rId37" imgW="98280" imgH="151920" progId="Equation.AxMath">
                  <p:embed/>
                </p:oleObj>
              </mc:Choice>
              <mc:Fallback>
                <p:oleObj name="AxMath" r:id="rId37" imgW="9828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8432800" y="2738438"/>
                        <a:ext cx="2555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86783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82" name="文本框 81"/>
          <p:cNvSpPr txBox="1"/>
          <p:nvPr/>
        </p:nvSpPr>
        <p:spPr>
          <a:xfrm>
            <a:off x="627566" y="1882317"/>
            <a:ext cx="3864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 smtClean="0">
                <a:ln w="0"/>
              </a:rPr>
              <a:t>Computation-Communication </a:t>
            </a:r>
            <a:r>
              <a:rPr lang="en-US" altLang="zh-CN" b="1" dirty="0">
                <a:ln w="0"/>
              </a:rPr>
              <a:t>P</a:t>
            </a:r>
            <a:r>
              <a:rPr lang="en-US" altLang="zh-CN" b="1" dirty="0" smtClean="0">
                <a:ln w="0"/>
              </a:rPr>
              <a:t>attern Analysis</a:t>
            </a:r>
            <a:endParaRPr lang="zh-CN" altLang="en-US" b="1" dirty="0">
              <a:ln w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Critical path extraction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692709"/>
            <a:ext cx="1442656" cy="39636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 smtClean="0">
                <a:solidFill>
                  <a:schemeClr val="tx1"/>
                </a:solidFill>
              </a:rPr>
              <a:t>Iteration time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1704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Computation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1927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Communication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grpSp>
        <p:nvGrpSpPr>
          <p:cNvPr id="137" name="组合 136"/>
          <p:cNvGrpSpPr/>
          <p:nvPr/>
        </p:nvGrpSpPr>
        <p:grpSpPr>
          <a:xfrm>
            <a:off x="613063" y="289587"/>
            <a:ext cx="7614996" cy="1430755"/>
            <a:chOff x="1101436" y="-837492"/>
            <a:chExt cx="7614996" cy="1430755"/>
          </a:xfrm>
        </p:grpSpPr>
        <p:sp>
          <p:nvSpPr>
            <p:cNvPr id="55" name="圆角矩形 54"/>
            <p:cNvSpPr/>
            <p:nvPr/>
          </p:nvSpPr>
          <p:spPr>
            <a:xfrm>
              <a:off x="1101436" y="-837492"/>
              <a:ext cx="7614996" cy="14307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6269642" y="-778551"/>
              <a:ext cx="228333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 smtClean="0">
                  <a:ln w="0"/>
                </a:rPr>
                <a:t>Computation Time Prediction</a:t>
              </a:r>
              <a:endParaRPr lang="zh-CN" altLang="en-US" b="1" dirty="0">
                <a:ln w="0"/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1184088" y="-68580"/>
              <a:ext cx="1499432" cy="50033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332448" y="-68580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 flipV="1">
              <a:off x="2673792" y="181589"/>
              <a:ext cx="658656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5718226" y="-68580"/>
              <a:ext cx="1100382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2503178" y="-314556"/>
              <a:ext cx="99988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 dirty="0" smtClean="0"/>
                <a:t>NN</a:t>
              </a:r>
            </a:p>
            <a:p>
              <a:pPr algn="ctr"/>
              <a:r>
                <a:rPr lang="en-US" altLang="zh-CN" sz="1400" b="1" dirty="0" smtClean="0"/>
                <a:t> layer</a:t>
              </a:r>
              <a:endParaRPr lang="zh-CN" altLang="en-US" sz="14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4625987" y="181589"/>
              <a:ext cx="105332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7161911" y="-70116"/>
              <a:ext cx="1279018" cy="5018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endCxn id="69" idx="1"/>
            </p:cNvCxnSpPr>
            <p:nvPr/>
          </p:nvCxnSpPr>
          <p:spPr>
            <a:xfrm>
              <a:off x="6837854" y="176609"/>
              <a:ext cx="324057" cy="42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4634121" y="-309386"/>
              <a:ext cx="123264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 dirty="0" smtClean="0"/>
                <a:t>Benchmark dataset</a:t>
              </a:r>
              <a:endParaRPr lang="zh-CN" altLang="en-US" sz="1400" b="1" dirty="0"/>
            </a:p>
          </p:txBody>
        </p:sp>
        <p:cxnSp>
          <p:nvCxnSpPr>
            <p:cNvPr id="3" name="肘形连接符 2"/>
            <p:cNvCxnSpPr>
              <a:stCxn id="60" idx="3"/>
            </p:cNvCxnSpPr>
            <p:nvPr/>
          </p:nvCxnSpPr>
          <p:spPr>
            <a:xfrm>
              <a:off x="4625987" y="-478020"/>
              <a:ext cx="135532" cy="64210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矩形 59"/>
            <p:cNvSpPr/>
            <p:nvPr/>
          </p:nvSpPr>
          <p:spPr>
            <a:xfrm>
              <a:off x="3332448" y="-728189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expansion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6" name="组合 135"/>
          <p:cNvGrpSpPr/>
          <p:nvPr/>
        </p:nvGrpSpPr>
        <p:grpSpPr>
          <a:xfrm>
            <a:off x="613063" y="3844781"/>
            <a:ext cx="7614996" cy="1737781"/>
            <a:chOff x="1101436" y="4407606"/>
            <a:chExt cx="7614996" cy="1737781"/>
          </a:xfrm>
        </p:grpSpPr>
        <p:sp>
          <p:nvSpPr>
            <p:cNvPr id="57" name="圆角矩形 56"/>
            <p:cNvSpPr/>
            <p:nvPr/>
          </p:nvSpPr>
          <p:spPr>
            <a:xfrm>
              <a:off x="1101436" y="4407606"/>
              <a:ext cx="7614996" cy="17377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6140145" y="4415159"/>
              <a:ext cx="254233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 smtClean="0">
                  <a:ln w="0"/>
                </a:rPr>
                <a:t>Communication Time Prediction</a:t>
              </a:r>
              <a:endParaRPr lang="zh-CN" altLang="en-US" b="1" dirty="0">
                <a:ln w="0"/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1398616" y="4730606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Real-time throughput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745811" y="4730606"/>
              <a:ext cx="238482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745810" y="5436732"/>
              <a:ext cx="2384826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3350671" y="4977279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90" idx="3"/>
              <a:endCxn id="76" idx="1"/>
            </p:cNvCxnSpPr>
            <p:nvPr/>
          </p:nvCxnSpPr>
          <p:spPr>
            <a:xfrm>
              <a:off x="3350670" y="5683405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6472436" y="5162811"/>
              <a:ext cx="1854164" cy="355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6130636" y="4977279"/>
              <a:ext cx="12700" cy="706126"/>
            </a:xfrm>
            <a:prstGeom prst="bentConnector3">
              <a:avLst>
                <a:gd name="adj1" fmla="val 116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 flipV="1">
              <a:off x="6279226" y="5340410"/>
              <a:ext cx="193210" cy="55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矩形 89"/>
            <p:cNvSpPr/>
            <p:nvPr/>
          </p:nvSpPr>
          <p:spPr>
            <a:xfrm>
              <a:off x="1398615" y="5436732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Communication topology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Operation queue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Device time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13725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305200" y="3252807"/>
            <a:ext cx="1533027" cy="1524778"/>
          </a:xfrm>
          <a:prstGeom prst="bentConnector3">
            <a:avLst>
              <a:gd name="adj1" fmla="val -21707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15578" y="2733031"/>
            <a:ext cx="335666" cy="321416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4082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3" name="组合 242"/>
          <p:cNvGrpSpPr/>
          <p:nvPr/>
        </p:nvGrpSpPr>
        <p:grpSpPr>
          <a:xfrm>
            <a:off x="913103" y="534632"/>
            <a:ext cx="5812567" cy="2666232"/>
            <a:chOff x="913103" y="534632"/>
            <a:chExt cx="5812567" cy="2666232"/>
          </a:xfrm>
        </p:grpSpPr>
        <p:sp>
          <p:nvSpPr>
            <p:cNvPr id="244" name="椭圆 243"/>
            <p:cNvSpPr/>
            <p:nvPr/>
          </p:nvSpPr>
          <p:spPr>
            <a:xfrm>
              <a:off x="3696722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5" name="椭圆 244"/>
            <p:cNvSpPr/>
            <p:nvPr/>
          </p:nvSpPr>
          <p:spPr>
            <a:xfrm>
              <a:off x="2386534" y="977522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6" name="椭圆 245"/>
            <p:cNvSpPr/>
            <p:nvPr/>
          </p:nvSpPr>
          <p:spPr>
            <a:xfrm>
              <a:off x="1076346" y="977524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7" name="椭圆 246"/>
            <p:cNvSpPr/>
            <p:nvPr/>
          </p:nvSpPr>
          <p:spPr>
            <a:xfrm>
              <a:off x="6183818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8" name="直接箭头连接符 247"/>
            <p:cNvCxnSpPr>
              <a:stCxn id="246" idx="6"/>
              <a:endCxn id="245" idx="2"/>
            </p:cNvCxnSpPr>
            <p:nvPr/>
          </p:nvCxnSpPr>
          <p:spPr>
            <a:xfrm flipV="1">
              <a:off x="1504363" y="1191531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直接箭头连接符 248"/>
            <p:cNvCxnSpPr>
              <a:stCxn id="245" idx="6"/>
              <a:endCxn id="244" idx="2"/>
            </p:cNvCxnSpPr>
            <p:nvPr/>
          </p:nvCxnSpPr>
          <p:spPr>
            <a:xfrm flipV="1">
              <a:off x="2814551" y="1191529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箭头连接符 249"/>
            <p:cNvCxnSpPr>
              <a:stCxn id="251" idx="3"/>
              <a:endCxn id="247" idx="2"/>
            </p:cNvCxnSpPr>
            <p:nvPr/>
          </p:nvCxnSpPr>
          <p:spPr>
            <a:xfrm>
              <a:off x="5577496" y="1191527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1" name="矩形 250"/>
            <p:cNvSpPr/>
            <p:nvPr/>
          </p:nvSpPr>
          <p:spPr>
            <a:xfrm>
              <a:off x="4694152" y="1019590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52" name="直接箭头连接符 251"/>
            <p:cNvCxnSpPr>
              <a:stCxn id="244" idx="6"/>
              <a:endCxn id="251" idx="1"/>
            </p:cNvCxnSpPr>
            <p:nvPr/>
          </p:nvCxnSpPr>
          <p:spPr>
            <a:xfrm flipV="1">
              <a:off x="4124739" y="1191527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3" name="组合 252"/>
            <p:cNvGrpSpPr/>
            <p:nvPr/>
          </p:nvGrpSpPr>
          <p:grpSpPr>
            <a:xfrm>
              <a:off x="4732881" y="1168665"/>
              <a:ext cx="783416" cy="45721"/>
              <a:chOff x="6808332" y="336939"/>
              <a:chExt cx="783416" cy="45721"/>
            </a:xfrm>
          </p:grpSpPr>
          <p:sp>
            <p:nvSpPr>
              <p:cNvPr id="335" name="椭圆 334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" name="椭圆 335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" name="椭圆 336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" name="椭圆 337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" name="椭圆 338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" name="椭圆 339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54" name="矩形 253"/>
            <p:cNvSpPr/>
            <p:nvPr/>
          </p:nvSpPr>
          <p:spPr>
            <a:xfrm>
              <a:off x="913103" y="542109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55" name="直接连接符 254"/>
            <p:cNvCxnSpPr/>
            <p:nvPr/>
          </p:nvCxnSpPr>
          <p:spPr>
            <a:xfrm>
              <a:off x="1147925" y="542109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文本框 255"/>
            <p:cNvSpPr txBox="1"/>
            <p:nvPr/>
          </p:nvSpPr>
          <p:spPr>
            <a:xfrm>
              <a:off x="1186782" y="568728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57" name="直接连接符 256"/>
            <p:cNvCxnSpPr/>
            <p:nvPr/>
          </p:nvCxnSpPr>
          <p:spPr>
            <a:xfrm>
              <a:off x="1227935" y="54369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8" name="直接连接符 257"/>
            <p:cNvCxnSpPr/>
            <p:nvPr/>
          </p:nvCxnSpPr>
          <p:spPr>
            <a:xfrm>
              <a:off x="986371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9" name="直接连接符 258"/>
            <p:cNvCxnSpPr/>
            <p:nvPr/>
          </p:nvCxnSpPr>
          <p:spPr>
            <a:xfrm>
              <a:off x="1067651" y="54521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0" name="直接连接符 259"/>
            <p:cNvCxnSpPr/>
            <p:nvPr/>
          </p:nvCxnSpPr>
          <p:spPr>
            <a:xfrm>
              <a:off x="1527391" y="54267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1" name="矩形 260"/>
            <p:cNvSpPr/>
            <p:nvPr/>
          </p:nvSpPr>
          <p:spPr>
            <a:xfrm>
              <a:off x="2218870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2" name="文本框 261"/>
            <p:cNvSpPr txBox="1"/>
            <p:nvPr/>
          </p:nvSpPr>
          <p:spPr>
            <a:xfrm>
              <a:off x="2492549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63" name="直接连接符 262"/>
            <p:cNvCxnSpPr/>
            <p:nvPr/>
          </p:nvCxnSpPr>
          <p:spPr>
            <a:xfrm>
              <a:off x="2527987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4" name="直接连接符 263"/>
            <p:cNvCxnSpPr/>
            <p:nvPr/>
          </p:nvCxnSpPr>
          <p:spPr>
            <a:xfrm>
              <a:off x="2833158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5" name="矩形 264"/>
            <p:cNvSpPr/>
            <p:nvPr/>
          </p:nvSpPr>
          <p:spPr>
            <a:xfrm>
              <a:off x="3554584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66" name="直接连接符 265"/>
            <p:cNvCxnSpPr/>
            <p:nvPr/>
          </p:nvCxnSpPr>
          <p:spPr>
            <a:xfrm>
              <a:off x="3789406" y="5356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7" name="文本框 266"/>
            <p:cNvSpPr txBox="1"/>
            <p:nvPr/>
          </p:nvSpPr>
          <p:spPr>
            <a:xfrm>
              <a:off x="3828263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68" name="直接连接符 267"/>
            <p:cNvCxnSpPr/>
            <p:nvPr/>
          </p:nvCxnSpPr>
          <p:spPr>
            <a:xfrm>
              <a:off x="3869416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9" name="直接连接符 268"/>
            <p:cNvCxnSpPr/>
            <p:nvPr/>
          </p:nvCxnSpPr>
          <p:spPr>
            <a:xfrm>
              <a:off x="4168872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0" name="矩形 269"/>
            <p:cNvSpPr/>
            <p:nvPr/>
          </p:nvSpPr>
          <p:spPr>
            <a:xfrm>
              <a:off x="6035577" y="540135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71" name="直接连接符 270"/>
            <p:cNvCxnSpPr/>
            <p:nvPr/>
          </p:nvCxnSpPr>
          <p:spPr>
            <a:xfrm>
              <a:off x="6270399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2" name="文本框 271"/>
            <p:cNvSpPr txBox="1"/>
            <p:nvPr/>
          </p:nvSpPr>
          <p:spPr>
            <a:xfrm>
              <a:off x="6309256" y="56675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73" name="直接连接符 272"/>
            <p:cNvCxnSpPr/>
            <p:nvPr/>
          </p:nvCxnSpPr>
          <p:spPr>
            <a:xfrm>
              <a:off x="6350409" y="5417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直接连接符 273"/>
            <p:cNvCxnSpPr/>
            <p:nvPr/>
          </p:nvCxnSpPr>
          <p:spPr>
            <a:xfrm>
              <a:off x="6108845" y="53816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直接连接符 274"/>
            <p:cNvCxnSpPr/>
            <p:nvPr/>
          </p:nvCxnSpPr>
          <p:spPr>
            <a:xfrm>
              <a:off x="6190125" y="5432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6" name="直接连接符 275"/>
            <p:cNvCxnSpPr/>
            <p:nvPr/>
          </p:nvCxnSpPr>
          <p:spPr>
            <a:xfrm>
              <a:off x="6649865" y="5407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7" name="矩形 276"/>
            <p:cNvSpPr/>
            <p:nvPr/>
          </p:nvSpPr>
          <p:spPr>
            <a:xfrm>
              <a:off x="2218988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8" name="矩形 277"/>
            <p:cNvSpPr/>
            <p:nvPr/>
          </p:nvSpPr>
          <p:spPr>
            <a:xfrm>
              <a:off x="2292139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9" name="矩形 278"/>
            <p:cNvSpPr/>
            <p:nvPr/>
          </p:nvSpPr>
          <p:spPr>
            <a:xfrm>
              <a:off x="2368686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0" name="矩形 279"/>
            <p:cNvSpPr/>
            <p:nvPr/>
          </p:nvSpPr>
          <p:spPr>
            <a:xfrm>
              <a:off x="3554677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1" name="矩形 280"/>
            <p:cNvSpPr/>
            <p:nvPr/>
          </p:nvSpPr>
          <p:spPr>
            <a:xfrm>
              <a:off x="3627828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2" name="矩形 281"/>
            <p:cNvSpPr/>
            <p:nvPr/>
          </p:nvSpPr>
          <p:spPr>
            <a:xfrm>
              <a:off x="1883191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3" name="矩形 282"/>
            <p:cNvSpPr/>
            <p:nvPr/>
          </p:nvSpPr>
          <p:spPr>
            <a:xfrm>
              <a:off x="3181370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4" name="矩形 283"/>
            <p:cNvSpPr/>
            <p:nvPr/>
          </p:nvSpPr>
          <p:spPr>
            <a:xfrm>
              <a:off x="4414897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5" name="椭圆 284"/>
            <p:cNvSpPr/>
            <p:nvPr/>
          </p:nvSpPr>
          <p:spPr>
            <a:xfrm>
              <a:off x="3696722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6" name="椭圆 285"/>
            <p:cNvSpPr/>
            <p:nvPr/>
          </p:nvSpPr>
          <p:spPr>
            <a:xfrm>
              <a:off x="2386534" y="277284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7" name="椭圆 286"/>
            <p:cNvSpPr/>
            <p:nvPr/>
          </p:nvSpPr>
          <p:spPr>
            <a:xfrm>
              <a:off x="1076346" y="2772847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8" name="椭圆 287"/>
            <p:cNvSpPr/>
            <p:nvPr/>
          </p:nvSpPr>
          <p:spPr>
            <a:xfrm>
              <a:off x="6183818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9" name="直接箭头连接符 288"/>
            <p:cNvCxnSpPr>
              <a:stCxn id="287" idx="6"/>
              <a:endCxn id="286" idx="2"/>
            </p:cNvCxnSpPr>
            <p:nvPr/>
          </p:nvCxnSpPr>
          <p:spPr>
            <a:xfrm flipV="1">
              <a:off x="1504363" y="2986854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直接箭头连接符 289"/>
            <p:cNvCxnSpPr>
              <a:stCxn id="286" idx="6"/>
              <a:endCxn id="285" idx="2"/>
            </p:cNvCxnSpPr>
            <p:nvPr/>
          </p:nvCxnSpPr>
          <p:spPr>
            <a:xfrm flipV="1">
              <a:off x="2814551" y="2986852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接箭头连接符 290"/>
            <p:cNvCxnSpPr>
              <a:stCxn id="292" idx="3"/>
              <a:endCxn id="288" idx="2"/>
            </p:cNvCxnSpPr>
            <p:nvPr/>
          </p:nvCxnSpPr>
          <p:spPr>
            <a:xfrm>
              <a:off x="5577496" y="2986850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矩形 291"/>
            <p:cNvSpPr/>
            <p:nvPr/>
          </p:nvSpPr>
          <p:spPr>
            <a:xfrm>
              <a:off x="4694152" y="2814913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3" name="直接箭头连接符 292"/>
            <p:cNvCxnSpPr>
              <a:stCxn id="285" idx="6"/>
              <a:endCxn id="292" idx="1"/>
            </p:cNvCxnSpPr>
            <p:nvPr/>
          </p:nvCxnSpPr>
          <p:spPr>
            <a:xfrm flipV="1">
              <a:off x="4124739" y="2986850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4" name="组合 293"/>
            <p:cNvGrpSpPr/>
            <p:nvPr/>
          </p:nvGrpSpPr>
          <p:grpSpPr>
            <a:xfrm>
              <a:off x="4732881" y="2963988"/>
              <a:ext cx="783416" cy="45721"/>
              <a:chOff x="6808332" y="336939"/>
              <a:chExt cx="783416" cy="45721"/>
            </a:xfrm>
          </p:grpSpPr>
          <p:sp>
            <p:nvSpPr>
              <p:cNvPr id="329" name="椭圆 328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" name="椭圆 329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" name="椭圆 330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" name="椭圆 331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" name="椭圆 332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" name="椭圆 333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95" name="矩形 294"/>
            <p:cNvSpPr/>
            <p:nvPr/>
          </p:nvSpPr>
          <p:spPr>
            <a:xfrm>
              <a:off x="913103" y="2337432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96" name="直接连接符 295"/>
            <p:cNvCxnSpPr/>
            <p:nvPr/>
          </p:nvCxnSpPr>
          <p:spPr>
            <a:xfrm>
              <a:off x="1147925" y="2337432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7" name="文本框 296"/>
            <p:cNvSpPr txBox="1"/>
            <p:nvPr/>
          </p:nvSpPr>
          <p:spPr>
            <a:xfrm>
              <a:off x="1186782" y="2364051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98" name="直接连接符 297"/>
            <p:cNvCxnSpPr/>
            <p:nvPr/>
          </p:nvCxnSpPr>
          <p:spPr>
            <a:xfrm>
              <a:off x="1227935" y="233901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直接连接符 298"/>
            <p:cNvCxnSpPr/>
            <p:nvPr/>
          </p:nvCxnSpPr>
          <p:spPr>
            <a:xfrm>
              <a:off x="986371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直接连接符 299"/>
            <p:cNvCxnSpPr/>
            <p:nvPr/>
          </p:nvCxnSpPr>
          <p:spPr>
            <a:xfrm>
              <a:off x="1067651" y="234053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1" name="直接连接符 300"/>
            <p:cNvCxnSpPr/>
            <p:nvPr/>
          </p:nvCxnSpPr>
          <p:spPr>
            <a:xfrm>
              <a:off x="1527391" y="233799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2" name="矩形 301"/>
            <p:cNvSpPr/>
            <p:nvPr/>
          </p:nvSpPr>
          <p:spPr>
            <a:xfrm>
              <a:off x="2218870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3" name="文本框 302"/>
            <p:cNvSpPr txBox="1"/>
            <p:nvPr/>
          </p:nvSpPr>
          <p:spPr>
            <a:xfrm>
              <a:off x="2492549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04" name="直接连接符 303"/>
            <p:cNvCxnSpPr/>
            <p:nvPr/>
          </p:nvCxnSpPr>
          <p:spPr>
            <a:xfrm>
              <a:off x="2527987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5" name="直接连接符 304"/>
            <p:cNvCxnSpPr/>
            <p:nvPr/>
          </p:nvCxnSpPr>
          <p:spPr>
            <a:xfrm>
              <a:off x="2833158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6" name="矩形 305"/>
            <p:cNvSpPr/>
            <p:nvPr/>
          </p:nvSpPr>
          <p:spPr>
            <a:xfrm>
              <a:off x="3554584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07" name="直接连接符 306"/>
            <p:cNvCxnSpPr/>
            <p:nvPr/>
          </p:nvCxnSpPr>
          <p:spPr>
            <a:xfrm>
              <a:off x="3789406" y="23309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8" name="文本框 307"/>
            <p:cNvSpPr txBox="1"/>
            <p:nvPr/>
          </p:nvSpPr>
          <p:spPr>
            <a:xfrm>
              <a:off x="3828263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09" name="直接连接符 308"/>
            <p:cNvCxnSpPr/>
            <p:nvPr/>
          </p:nvCxnSpPr>
          <p:spPr>
            <a:xfrm>
              <a:off x="3869416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直接连接符 309"/>
            <p:cNvCxnSpPr/>
            <p:nvPr/>
          </p:nvCxnSpPr>
          <p:spPr>
            <a:xfrm>
              <a:off x="4168872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1" name="矩形 310"/>
            <p:cNvSpPr/>
            <p:nvPr/>
          </p:nvSpPr>
          <p:spPr>
            <a:xfrm>
              <a:off x="6035577" y="2335458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12" name="直接连接符 311"/>
            <p:cNvCxnSpPr/>
            <p:nvPr/>
          </p:nvCxnSpPr>
          <p:spPr>
            <a:xfrm>
              <a:off x="6270399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3" name="文本框 312"/>
            <p:cNvSpPr txBox="1"/>
            <p:nvPr/>
          </p:nvSpPr>
          <p:spPr>
            <a:xfrm>
              <a:off x="6309256" y="2362077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14" name="直接连接符 313"/>
            <p:cNvCxnSpPr/>
            <p:nvPr/>
          </p:nvCxnSpPr>
          <p:spPr>
            <a:xfrm>
              <a:off x="6350409" y="23370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5" name="直接连接符 314"/>
            <p:cNvCxnSpPr/>
            <p:nvPr/>
          </p:nvCxnSpPr>
          <p:spPr>
            <a:xfrm>
              <a:off x="6108845" y="233348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6" name="直接连接符 315"/>
            <p:cNvCxnSpPr/>
            <p:nvPr/>
          </p:nvCxnSpPr>
          <p:spPr>
            <a:xfrm>
              <a:off x="6190125" y="233856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直接连接符 316"/>
            <p:cNvCxnSpPr/>
            <p:nvPr/>
          </p:nvCxnSpPr>
          <p:spPr>
            <a:xfrm>
              <a:off x="6649865" y="233602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矩形 317"/>
            <p:cNvSpPr/>
            <p:nvPr/>
          </p:nvSpPr>
          <p:spPr>
            <a:xfrm>
              <a:off x="2218988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9" name="矩形 318"/>
            <p:cNvSpPr/>
            <p:nvPr/>
          </p:nvSpPr>
          <p:spPr>
            <a:xfrm>
              <a:off x="2292139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0" name="矩形 319"/>
            <p:cNvSpPr/>
            <p:nvPr/>
          </p:nvSpPr>
          <p:spPr>
            <a:xfrm>
              <a:off x="2368686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1" name="矩形 320"/>
            <p:cNvSpPr/>
            <p:nvPr/>
          </p:nvSpPr>
          <p:spPr>
            <a:xfrm>
              <a:off x="3554677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2" name="矩形 321"/>
            <p:cNvSpPr/>
            <p:nvPr/>
          </p:nvSpPr>
          <p:spPr>
            <a:xfrm>
              <a:off x="3627828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3" name="矩形 322"/>
            <p:cNvSpPr/>
            <p:nvPr/>
          </p:nvSpPr>
          <p:spPr>
            <a:xfrm>
              <a:off x="1883191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4" name="矩形 323"/>
            <p:cNvSpPr/>
            <p:nvPr/>
          </p:nvSpPr>
          <p:spPr>
            <a:xfrm>
              <a:off x="3181370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5" name="矩形 324"/>
            <p:cNvSpPr/>
            <p:nvPr/>
          </p:nvSpPr>
          <p:spPr>
            <a:xfrm>
              <a:off x="4414897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6" name="矩形 325"/>
            <p:cNvSpPr/>
            <p:nvPr/>
          </p:nvSpPr>
          <p:spPr>
            <a:xfrm>
              <a:off x="5840256" y="2612706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27" name="直接箭头连接符 326"/>
            <p:cNvCxnSpPr/>
            <p:nvPr/>
          </p:nvCxnSpPr>
          <p:spPr>
            <a:xfrm rot="5400000">
              <a:off x="3713226" y="1867624"/>
              <a:ext cx="396240" cy="12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8" name="文本框 327"/>
            <p:cNvSpPr txBox="1"/>
            <p:nvPr/>
          </p:nvSpPr>
          <p:spPr>
            <a:xfrm>
              <a:off x="958186" y="1614868"/>
              <a:ext cx="2932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S+n-2 times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10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弧形 202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370414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弧形 203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7133077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连接符 179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矩形 180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椭圆 183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001879" y="1772262"/>
            <a:ext cx="794149" cy="758096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矩形 191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7226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椭圆 200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1996376" y="3287625"/>
            <a:ext cx="796865" cy="760689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2" name="直接箭头连接符 201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84" idx="4"/>
            <a:endCxn id="201" idx="0"/>
          </p:cNvCxnSpPr>
          <p:nvPr/>
        </p:nvCxnSpPr>
        <p:spPr>
          <a:xfrm flipH="1">
            <a:off x="2394809" y="2530358"/>
            <a:ext cx="4145" cy="757267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699200" y="2631293"/>
            <a:ext cx="688009" cy="523220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……</a:t>
            </a:r>
            <a:endParaRPr lang="zh-CN" altLang="en-US" sz="2800" dirty="0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7" name="直接连接符 206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文本框 20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383712" cy="369332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critical path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209" name="矩形 20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211" name="对象 21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311640" y="1741497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2" name="AxMath" r:id="rId3" imgW="118080" imgH="151920" progId="Equation.AxMath">
                  <p:embed/>
                </p:oleObj>
              </mc:Choice>
              <mc:Fallback>
                <p:oleObj name="AxMath" r:id="rId3" imgW="118080" imgH="151920" progId="Equation.AxMath">
                  <p:embed/>
                  <p:pic>
                    <p:nvPicPr>
                      <p:cNvPr id="211" name="对象 21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11640" y="1741497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3" name="对象 21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857625" y="1741170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3" name="AxMath" r:id="rId5" imgW="123120" imgH="151920" progId="Equation.AxMath">
                  <p:embed/>
                </p:oleObj>
              </mc:Choice>
              <mc:Fallback>
                <p:oleObj name="AxMath" r:id="rId5" imgW="123120" imgH="151920" progId="Equation.AxMath">
                  <p:embed/>
                  <p:pic>
                    <p:nvPicPr>
                      <p:cNvPr id="213" name="对象 21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57625" y="1741170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4" name="对象 21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504736" y="1747622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4" name="AxMath" r:id="rId7" imgW="123840" imgH="151920" progId="Equation.AxMath">
                  <p:embed/>
                </p:oleObj>
              </mc:Choice>
              <mc:Fallback>
                <p:oleObj name="AxMath" r:id="rId7" imgW="123840" imgH="151920" progId="Equation.AxMath">
                  <p:embed/>
                  <p:pic>
                    <p:nvPicPr>
                      <p:cNvPr id="214" name="对象 21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04736" y="1747622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5" name="对象 21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350505" y="1741169"/>
          <a:ext cx="6143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5" name="AxMath" r:id="rId9" imgW="236160" imgH="151920" progId="Equation.AxMath">
                  <p:embed/>
                </p:oleObj>
              </mc:Choice>
              <mc:Fallback>
                <p:oleObj name="AxMath" r:id="rId9" imgW="236160" imgH="151920" progId="Equation.AxMath">
                  <p:embed/>
                  <p:pic>
                    <p:nvPicPr>
                      <p:cNvPr id="215" name="对象 21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50505" y="1741169"/>
                        <a:ext cx="6143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6" name="对象 21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074853" y="1739900"/>
          <a:ext cx="6016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6" name="AxMath" r:id="rId11" imgW="231840" imgH="151920" progId="Equation.AxMath">
                  <p:embed/>
                </p:oleObj>
              </mc:Choice>
              <mc:Fallback>
                <p:oleObj name="AxMath" r:id="rId11" imgW="231840" imgH="151920" progId="Equation.AxMath">
                  <p:embed/>
                  <p:pic>
                    <p:nvPicPr>
                      <p:cNvPr id="216" name="对象 21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074853" y="1739900"/>
                        <a:ext cx="6016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7" name="对象 21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29550" y="1739900"/>
          <a:ext cx="35083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7" name="AxMath" r:id="rId13" imgW="135360" imgH="151920" progId="Equation.AxMath">
                  <p:embed/>
                </p:oleObj>
              </mc:Choice>
              <mc:Fallback>
                <p:oleObj name="AxMath" r:id="rId13" imgW="135360" imgH="151920" progId="Equation.AxMath">
                  <p:embed/>
                  <p:pic>
                    <p:nvPicPr>
                      <p:cNvPr id="217" name="对象 21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29550" y="1739900"/>
                        <a:ext cx="35083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8" name="矩形 217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8579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5" name="对象 22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320205" y="3655033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8" name="AxMath" r:id="rId15" imgW="118080" imgH="151920" progId="Equation.AxMath">
                  <p:embed/>
                </p:oleObj>
              </mc:Choice>
              <mc:Fallback>
                <p:oleObj name="AxMath" r:id="rId15" imgW="118080" imgH="151920" progId="Equation.AxMath">
                  <p:embed/>
                  <p:pic>
                    <p:nvPicPr>
                      <p:cNvPr id="225" name="对象 22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0205" y="3655033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6" name="对象 22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866190" y="3654706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9" name="AxMath" r:id="rId16" imgW="123120" imgH="151920" progId="Equation.AxMath">
                  <p:embed/>
                </p:oleObj>
              </mc:Choice>
              <mc:Fallback>
                <p:oleObj name="AxMath" r:id="rId16" imgW="123120" imgH="151920" progId="Equation.AxMath">
                  <p:embed/>
                  <p:pic>
                    <p:nvPicPr>
                      <p:cNvPr id="226" name="对象 22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66190" y="3654706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7" name="对象 22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513301" y="3661158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0" name="AxMath" r:id="rId17" imgW="123840" imgH="151920" progId="Equation.AxMath">
                  <p:embed/>
                </p:oleObj>
              </mc:Choice>
              <mc:Fallback>
                <p:oleObj name="AxMath" r:id="rId17" imgW="123840" imgH="151920" progId="Equation.AxMath">
                  <p:embed/>
                  <p:pic>
                    <p:nvPicPr>
                      <p:cNvPr id="227" name="对象 22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3301" y="3661158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8" name="对象 22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359070" y="3654705"/>
          <a:ext cx="6143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1" name="AxMath" r:id="rId18" imgW="236160" imgH="151920" progId="Equation.AxMath">
                  <p:embed/>
                </p:oleObj>
              </mc:Choice>
              <mc:Fallback>
                <p:oleObj name="AxMath" r:id="rId18" imgW="236160" imgH="151920" progId="Equation.AxMath">
                  <p:embed/>
                  <p:pic>
                    <p:nvPicPr>
                      <p:cNvPr id="228" name="对象 22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59070" y="3654705"/>
                        <a:ext cx="6143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9" name="对象 22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083418" y="3653436"/>
          <a:ext cx="6016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2" name="AxMath" r:id="rId19" imgW="231840" imgH="151920" progId="Equation.AxMath">
                  <p:embed/>
                </p:oleObj>
              </mc:Choice>
              <mc:Fallback>
                <p:oleObj name="AxMath" r:id="rId19" imgW="231840" imgH="151920" progId="Equation.AxMath">
                  <p:embed/>
                  <p:pic>
                    <p:nvPicPr>
                      <p:cNvPr id="229" name="对象 22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083418" y="3653436"/>
                        <a:ext cx="6016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0" name="对象 22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38115" y="3653436"/>
          <a:ext cx="35083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3" name="AxMath" r:id="rId20" imgW="135360" imgH="151920" progId="Equation.AxMath">
                  <p:embed/>
                </p:oleObj>
              </mc:Choice>
              <mc:Fallback>
                <p:oleObj name="AxMath" r:id="rId20" imgW="135360" imgH="151920" progId="Equation.AxMath">
                  <p:embed/>
                  <p:pic>
                    <p:nvPicPr>
                      <p:cNvPr id="230" name="对象 22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38115" y="3653436"/>
                        <a:ext cx="35083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1" name="对象 23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825875" y="2709863"/>
          <a:ext cx="2809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4" name="AxMath" r:id="rId21" imgW="107640" imgH="151920" progId="Equation.AxMath">
                  <p:embed/>
                </p:oleObj>
              </mc:Choice>
              <mc:Fallback>
                <p:oleObj name="AxMath" r:id="rId21" imgW="107640" imgH="151920" progId="Equation.AxMath">
                  <p:embed/>
                  <p:pic>
                    <p:nvPicPr>
                      <p:cNvPr id="231" name="对象 23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3825875" y="2709863"/>
                        <a:ext cx="2809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2" name="对象 23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406900" y="271621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5" name="AxMath" r:id="rId23" imgW="111960" imgH="151920" progId="Equation.AxMath">
                  <p:embed/>
                </p:oleObj>
              </mc:Choice>
              <mc:Fallback>
                <p:oleObj name="AxMath" r:id="rId23" imgW="111960" imgH="151920" progId="Equation.AxMath">
                  <p:embed/>
                  <p:pic>
                    <p:nvPicPr>
                      <p:cNvPr id="232" name="对象 23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4406900" y="271621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3" name="对象 23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139834" y="271620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6" name="AxMath" r:id="rId25" imgW="113040" imgH="151920" progId="Equation.AxMath">
                  <p:embed/>
                </p:oleObj>
              </mc:Choice>
              <mc:Fallback>
                <p:oleObj name="AxMath" r:id="rId25" imgW="113040" imgH="151920" progId="Equation.AxMath">
                  <p:embed/>
                  <p:pic>
                    <p:nvPicPr>
                      <p:cNvPr id="233" name="对象 23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139834" y="271620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4" name="对象 23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058976" y="2716212"/>
          <a:ext cx="5842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7" name="AxMath" r:id="rId27" imgW="225720" imgH="151920" progId="Equation.AxMath">
                  <p:embed/>
                </p:oleObj>
              </mc:Choice>
              <mc:Fallback>
                <p:oleObj name="AxMath" r:id="rId27" imgW="225720" imgH="151920" progId="Equation.AxMath">
                  <p:embed/>
                  <p:pic>
                    <p:nvPicPr>
                      <p:cNvPr id="234" name="对象 23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058976" y="2716212"/>
                        <a:ext cx="5842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" name="对象 23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02550" y="2724150"/>
          <a:ext cx="5715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8" name="AxMath" r:id="rId29" imgW="220680" imgH="151920" progId="Equation.AxMath">
                  <p:embed/>
                </p:oleObj>
              </mc:Choice>
              <mc:Fallback>
                <p:oleObj name="AxMath" r:id="rId29" imgW="220680" imgH="151920" progId="Equation.AxMath">
                  <p:embed/>
                  <p:pic>
                    <p:nvPicPr>
                      <p:cNvPr id="235" name="对象 23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702550" y="2724150"/>
                        <a:ext cx="5715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6" name="对象 23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398002" y="2738438"/>
          <a:ext cx="32543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9" name="AxMath" r:id="rId31" imgW="124920" imgH="151920" progId="Equation.AxMath">
                  <p:embed/>
                </p:oleObj>
              </mc:Choice>
              <mc:Fallback>
                <p:oleObj name="AxMath" r:id="rId31" imgW="124920" imgH="151920" progId="Equation.AxMath">
                  <p:embed/>
                  <p:pic>
                    <p:nvPicPr>
                      <p:cNvPr id="236" name="对象 23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8398002" y="2738438"/>
                        <a:ext cx="32543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1984681" y="1946059"/>
            <a:ext cx="712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7" name="文本框 236"/>
          <p:cNvSpPr txBox="1"/>
          <p:nvPr/>
        </p:nvSpPr>
        <p:spPr>
          <a:xfrm>
            <a:off x="1982476" y="3465512"/>
            <a:ext cx="712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文本框 237"/>
          <p:cNvSpPr txBox="1"/>
          <p:nvPr/>
        </p:nvSpPr>
        <p:spPr>
          <a:xfrm>
            <a:off x="2339960" y="2708245"/>
            <a:ext cx="6110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2610832" y="1999180"/>
          <a:ext cx="148772" cy="3487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0" name="AxMath" r:id="rId33" imgW="96840" imgH="226800" progId="Equation.AxMath">
                  <p:embed/>
                </p:oleObj>
              </mc:Choice>
              <mc:Fallback>
                <p:oleObj name="AxMath" r:id="rId33" imgW="96840" imgH="226800" progId="Equation.AxMath">
                  <p:embed/>
                  <p:pic>
                    <p:nvPicPr>
                      <p:cNvPr id="7" name="对象 6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610832" y="1999180"/>
                        <a:ext cx="148772" cy="3487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0" name="对象 239"/>
          <p:cNvGraphicFramePr>
            <a:graphicFrameLocks noChangeAspect="1"/>
          </p:cNvGraphicFramePr>
          <p:nvPr/>
        </p:nvGraphicFramePr>
        <p:xfrm>
          <a:off x="2612580" y="3512812"/>
          <a:ext cx="177800" cy="349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1" name="AxMath" r:id="rId35" imgW="117360" imgH="226800" progId="Equation.AxMath">
                  <p:embed/>
                </p:oleObj>
              </mc:Choice>
              <mc:Fallback>
                <p:oleObj name="AxMath" r:id="rId35" imgW="117360" imgH="226800" progId="Equation.AxMath">
                  <p:embed/>
                  <p:pic>
                    <p:nvPicPr>
                      <p:cNvPr id="240" name="对象 239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12580" y="3512812"/>
                        <a:ext cx="177800" cy="349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1" name="对象 240"/>
          <p:cNvGraphicFramePr>
            <a:graphicFrameLocks noChangeAspect="1"/>
          </p:cNvGraphicFramePr>
          <p:nvPr/>
        </p:nvGraphicFramePr>
        <p:xfrm>
          <a:off x="2865044" y="2756170"/>
          <a:ext cx="233363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2" name="AxMath" r:id="rId37" imgW="152280" imgH="226800" progId="Equation.AxMath">
                  <p:embed/>
                </p:oleObj>
              </mc:Choice>
              <mc:Fallback>
                <p:oleObj name="AxMath" r:id="rId37" imgW="152280" imgH="2268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865044" y="2756170"/>
                        <a:ext cx="233363" cy="3476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2" name="文本框 241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61475" y="2530358"/>
            <a:ext cx="748923" cy="646331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other</a:t>
            </a:r>
          </a:p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nodes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826147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21070</TotalTime>
  <Words>498</Words>
  <Application>Microsoft Office PowerPoint</Application>
  <PresentationFormat>宽屏</PresentationFormat>
  <Paragraphs>260</Paragraphs>
  <Slides>19</Slides>
  <Notes>6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6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69</cp:revision>
  <dcterms:created xsi:type="dcterms:W3CDTF">2023-02-24T06:41:17Z</dcterms:created>
  <dcterms:modified xsi:type="dcterms:W3CDTF">2023-12-10T11:27:59Z</dcterms:modified>
</cp:coreProperties>
</file>