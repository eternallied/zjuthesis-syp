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65" r:id="rId2"/>
    <p:sldId id="264" r:id="rId3"/>
    <p:sldId id="262" r:id="rId4"/>
    <p:sldId id="257" r:id="rId5"/>
    <p:sldId id="271" r:id="rId6"/>
    <p:sldId id="272" r:id="rId7"/>
    <p:sldId id="258" r:id="rId8"/>
    <p:sldId id="259" r:id="rId9"/>
    <p:sldId id="261" r:id="rId10"/>
    <p:sldId id="263" r:id="rId11"/>
    <p:sldId id="266" r:id="rId12"/>
    <p:sldId id="267" r:id="rId13"/>
    <p:sldId id="270" r:id="rId14"/>
    <p:sldId id="269" r:id="rId15"/>
    <p:sldId id="268" r:id="rId16"/>
    <p:sldId id="273" r:id="rId17"/>
    <p:sldId id="274" r:id="rId18"/>
    <p:sldId id="275" r:id="rId19"/>
    <p:sldId id="276" r:id="rId2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DC3E6"/>
    <a:srgbClr val="F4B183"/>
    <a:srgbClr val="947CFC"/>
    <a:srgbClr val="C9C9C9"/>
    <a:srgbClr val="ED7D31"/>
    <a:srgbClr val="5B9BD5"/>
    <a:srgbClr val="00B050"/>
    <a:srgbClr val="1F4E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20" autoAdjust="0"/>
    <p:restoredTop sz="94951" autoAdjust="0"/>
  </p:normalViewPr>
  <p:slideViewPr>
    <p:cSldViewPr snapToGrid="0">
      <p:cViewPr varScale="1">
        <p:scale>
          <a:sx n="151" d="100"/>
          <a:sy n="151" d="100"/>
        </p:scale>
        <p:origin x="852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2" Type="http://schemas.openxmlformats.org/officeDocument/2006/relationships/image" Target="../media/image10.wmf"/><Relationship Id="rId1" Type="http://schemas.openxmlformats.org/officeDocument/2006/relationships/image" Target="../media/image9.wmf"/></Relationships>
</file>

<file path=ppt/drawings/_rels/vmlDrawing2.vml.rels><?xml version="1.0" encoding="UTF-8" standalone="yes"?>
<Relationships xmlns="http://schemas.openxmlformats.org/package/2006/relationships"><Relationship Id="rId8" Type="http://schemas.openxmlformats.org/officeDocument/2006/relationships/image" Target="../media/image19.wmf"/><Relationship Id="rId13" Type="http://schemas.openxmlformats.org/officeDocument/2006/relationships/image" Target="../media/image24.wmf"/><Relationship Id="rId3" Type="http://schemas.openxmlformats.org/officeDocument/2006/relationships/image" Target="../media/image14.wmf"/><Relationship Id="rId7" Type="http://schemas.openxmlformats.org/officeDocument/2006/relationships/image" Target="../media/image18.wmf"/><Relationship Id="rId12" Type="http://schemas.openxmlformats.org/officeDocument/2006/relationships/image" Target="../media/image23.wmf"/><Relationship Id="rId2" Type="http://schemas.openxmlformats.org/officeDocument/2006/relationships/image" Target="../media/image13.wmf"/><Relationship Id="rId1" Type="http://schemas.openxmlformats.org/officeDocument/2006/relationships/image" Target="../media/image12.wmf"/><Relationship Id="rId6" Type="http://schemas.openxmlformats.org/officeDocument/2006/relationships/image" Target="../media/image17.wmf"/><Relationship Id="rId11" Type="http://schemas.openxmlformats.org/officeDocument/2006/relationships/image" Target="../media/image22.wmf"/><Relationship Id="rId5" Type="http://schemas.openxmlformats.org/officeDocument/2006/relationships/image" Target="../media/image16.wmf"/><Relationship Id="rId15" Type="http://schemas.openxmlformats.org/officeDocument/2006/relationships/image" Target="../media/image26.wmf"/><Relationship Id="rId10" Type="http://schemas.openxmlformats.org/officeDocument/2006/relationships/image" Target="../media/image21.wmf"/><Relationship Id="rId4" Type="http://schemas.openxmlformats.org/officeDocument/2006/relationships/image" Target="../media/image15.wmf"/><Relationship Id="rId9" Type="http://schemas.openxmlformats.org/officeDocument/2006/relationships/image" Target="../media/image20.wmf"/><Relationship Id="rId14" Type="http://schemas.openxmlformats.org/officeDocument/2006/relationships/image" Target="../media/image25.wmf"/></Relationships>
</file>

<file path=ppt/drawings/_rels/vmlDrawing3.vml.rels><?xml version="1.0" encoding="UTF-8" standalone="yes"?>
<Relationships xmlns="http://schemas.openxmlformats.org/package/2006/relationships"><Relationship Id="rId8" Type="http://schemas.openxmlformats.org/officeDocument/2006/relationships/image" Target="../media/image22.wmf"/><Relationship Id="rId13" Type="http://schemas.openxmlformats.org/officeDocument/2006/relationships/image" Target="../media/image33.wmf"/><Relationship Id="rId3" Type="http://schemas.openxmlformats.org/officeDocument/2006/relationships/image" Target="../media/image17.wmf"/><Relationship Id="rId7" Type="http://schemas.openxmlformats.org/officeDocument/2006/relationships/image" Target="../media/image21.wmf"/><Relationship Id="rId12" Type="http://schemas.openxmlformats.org/officeDocument/2006/relationships/image" Target="../media/image32.wmf"/><Relationship Id="rId2" Type="http://schemas.openxmlformats.org/officeDocument/2006/relationships/image" Target="../media/image16.wmf"/><Relationship Id="rId1" Type="http://schemas.openxmlformats.org/officeDocument/2006/relationships/image" Target="../media/image14.wmf"/><Relationship Id="rId6" Type="http://schemas.openxmlformats.org/officeDocument/2006/relationships/image" Target="../media/image29.wmf"/><Relationship Id="rId11" Type="http://schemas.openxmlformats.org/officeDocument/2006/relationships/image" Target="../media/image31.wmf"/><Relationship Id="rId5" Type="http://schemas.openxmlformats.org/officeDocument/2006/relationships/image" Target="../media/image28.wmf"/><Relationship Id="rId15" Type="http://schemas.openxmlformats.org/officeDocument/2006/relationships/image" Target="../media/image35.wmf"/><Relationship Id="rId10" Type="http://schemas.openxmlformats.org/officeDocument/2006/relationships/image" Target="../media/image30.wmf"/><Relationship Id="rId4" Type="http://schemas.openxmlformats.org/officeDocument/2006/relationships/image" Target="../media/image27.wmf"/><Relationship Id="rId9" Type="http://schemas.openxmlformats.org/officeDocument/2006/relationships/image" Target="../media/image23.wmf"/><Relationship Id="rId14" Type="http://schemas.openxmlformats.org/officeDocument/2006/relationships/image" Target="../media/image34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E91CFC-8265-4471-8BD5-BB46E1DDD310}" type="datetimeFigureOut">
              <a:rPr lang="zh-CN" altLang="en-US" smtClean="0"/>
              <a:t>2023/12/12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85519D-9BD0-4B4B-B77F-7A9E40FFBA8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285094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C85519D-9BD0-4B4B-B77F-7A9E40FFBA88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82435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C85519D-9BD0-4B4B-B77F-7A9E40FFBA88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81691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C85519D-9BD0-4B4B-B77F-7A9E40FFBA88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71318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C85519D-9BD0-4B4B-B77F-7A9E40FFBA88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940284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C85519D-9BD0-4B4B-B77F-7A9E40FFBA88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808529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C85519D-9BD0-4B4B-B77F-7A9E40FFBA88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830764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C62D4-A96C-41D8-B31A-4F9640C07160}" type="datetimeFigureOut">
              <a:rPr lang="zh-CN" altLang="en-US" smtClean="0"/>
              <a:t>2023/12/12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FEC41-FA9C-4E0B-ABEA-AFB807E7FD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61727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C62D4-A96C-41D8-B31A-4F9640C07160}" type="datetimeFigureOut">
              <a:rPr lang="zh-CN" altLang="en-US" smtClean="0"/>
              <a:t>2023/12/12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FEC41-FA9C-4E0B-ABEA-AFB807E7FD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202517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C62D4-A96C-41D8-B31A-4F9640C07160}" type="datetimeFigureOut">
              <a:rPr lang="zh-CN" altLang="en-US" smtClean="0"/>
              <a:t>2023/12/12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FEC41-FA9C-4E0B-ABEA-AFB807E7FD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203006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C62D4-A96C-41D8-B31A-4F9640C07160}" type="datetimeFigureOut">
              <a:rPr lang="zh-CN" altLang="en-US" smtClean="0"/>
              <a:t>2023/12/12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FEC41-FA9C-4E0B-ABEA-AFB807E7FD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180140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C62D4-A96C-41D8-B31A-4F9640C07160}" type="datetimeFigureOut">
              <a:rPr lang="zh-CN" altLang="en-US" smtClean="0"/>
              <a:t>2023/12/12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FEC41-FA9C-4E0B-ABEA-AFB807E7FD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685909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C62D4-A96C-41D8-B31A-4F9640C07160}" type="datetimeFigureOut">
              <a:rPr lang="zh-CN" altLang="en-US" smtClean="0"/>
              <a:t>2023/12/12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FEC41-FA9C-4E0B-ABEA-AFB807E7FD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155088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C62D4-A96C-41D8-B31A-4F9640C07160}" type="datetimeFigureOut">
              <a:rPr lang="zh-CN" altLang="en-US" smtClean="0"/>
              <a:t>2023/12/12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FEC41-FA9C-4E0B-ABEA-AFB807E7FD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960897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C62D4-A96C-41D8-B31A-4F9640C07160}" type="datetimeFigureOut">
              <a:rPr lang="zh-CN" altLang="en-US" smtClean="0"/>
              <a:t>2023/12/12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FEC41-FA9C-4E0B-ABEA-AFB807E7FD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21016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C62D4-A96C-41D8-B31A-4F9640C07160}" type="datetimeFigureOut">
              <a:rPr lang="zh-CN" altLang="en-US" smtClean="0"/>
              <a:t>2023/12/12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FEC41-FA9C-4E0B-ABEA-AFB807E7FD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766703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C62D4-A96C-41D8-B31A-4F9640C07160}" type="datetimeFigureOut">
              <a:rPr lang="zh-CN" altLang="en-US" smtClean="0"/>
              <a:t>2023/12/12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FEC41-FA9C-4E0B-ABEA-AFB807E7FD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34436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C62D4-A96C-41D8-B31A-4F9640C07160}" type="datetimeFigureOut">
              <a:rPr lang="zh-CN" altLang="en-US" smtClean="0"/>
              <a:t>2023/12/12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FEC41-FA9C-4E0B-ABEA-AFB807E7FD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339505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EC62D4-A96C-41D8-B31A-4F9640C07160}" type="datetimeFigureOut">
              <a:rPr lang="zh-CN" altLang="en-US" smtClean="0"/>
              <a:t>2023/12/12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9FEC41-FA9C-4E0B-ABEA-AFB807E7FD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634906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wmf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10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9.wmf"/></Relationships>
</file>

<file path=ppt/slides/_rels/slide16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9.bin"/><Relationship Id="rId18" Type="http://schemas.openxmlformats.org/officeDocument/2006/relationships/image" Target="../media/image19.wmf"/><Relationship Id="rId26" Type="http://schemas.openxmlformats.org/officeDocument/2006/relationships/oleObject" Target="../embeddings/oleObject18.bin"/><Relationship Id="rId21" Type="http://schemas.openxmlformats.org/officeDocument/2006/relationships/oleObject" Target="../embeddings/oleObject13.bin"/><Relationship Id="rId34" Type="http://schemas.openxmlformats.org/officeDocument/2006/relationships/image" Target="../media/image24.wmf"/><Relationship Id="rId7" Type="http://schemas.openxmlformats.org/officeDocument/2006/relationships/oleObject" Target="../embeddings/oleObject6.bin"/><Relationship Id="rId12" Type="http://schemas.openxmlformats.org/officeDocument/2006/relationships/image" Target="../media/image16.wmf"/><Relationship Id="rId17" Type="http://schemas.openxmlformats.org/officeDocument/2006/relationships/oleObject" Target="../embeddings/oleObject11.bin"/><Relationship Id="rId25" Type="http://schemas.openxmlformats.org/officeDocument/2006/relationships/oleObject" Target="../embeddings/oleObject17.bin"/><Relationship Id="rId33" Type="http://schemas.openxmlformats.org/officeDocument/2006/relationships/oleObject" Target="../embeddings/oleObject22.bin"/><Relationship Id="rId38" Type="http://schemas.openxmlformats.org/officeDocument/2006/relationships/image" Target="../media/image26.wmf"/><Relationship Id="rId2" Type="http://schemas.openxmlformats.org/officeDocument/2006/relationships/slideLayout" Target="../slideLayouts/slideLayout1.xml"/><Relationship Id="rId16" Type="http://schemas.openxmlformats.org/officeDocument/2006/relationships/image" Target="../media/image18.wmf"/><Relationship Id="rId20" Type="http://schemas.openxmlformats.org/officeDocument/2006/relationships/image" Target="../media/image20.wmf"/><Relationship Id="rId29" Type="http://schemas.openxmlformats.org/officeDocument/2006/relationships/oleObject" Target="../embeddings/oleObject20.bin"/><Relationship Id="rId1" Type="http://schemas.openxmlformats.org/officeDocument/2006/relationships/vmlDrawing" Target="../drawings/vmlDrawing2.vml"/><Relationship Id="rId6" Type="http://schemas.openxmlformats.org/officeDocument/2006/relationships/image" Target="../media/image13.wmf"/><Relationship Id="rId11" Type="http://schemas.openxmlformats.org/officeDocument/2006/relationships/oleObject" Target="../embeddings/oleObject8.bin"/><Relationship Id="rId24" Type="http://schemas.openxmlformats.org/officeDocument/2006/relationships/oleObject" Target="../embeddings/oleObject16.bin"/><Relationship Id="rId32" Type="http://schemas.openxmlformats.org/officeDocument/2006/relationships/image" Target="../media/image23.wmf"/><Relationship Id="rId37" Type="http://schemas.openxmlformats.org/officeDocument/2006/relationships/oleObject" Target="../embeddings/oleObject24.bin"/><Relationship Id="rId5" Type="http://schemas.openxmlformats.org/officeDocument/2006/relationships/oleObject" Target="../embeddings/oleObject5.bin"/><Relationship Id="rId15" Type="http://schemas.openxmlformats.org/officeDocument/2006/relationships/oleObject" Target="../embeddings/oleObject10.bin"/><Relationship Id="rId23" Type="http://schemas.openxmlformats.org/officeDocument/2006/relationships/oleObject" Target="../embeddings/oleObject15.bin"/><Relationship Id="rId28" Type="http://schemas.openxmlformats.org/officeDocument/2006/relationships/image" Target="../media/image21.wmf"/><Relationship Id="rId36" Type="http://schemas.openxmlformats.org/officeDocument/2006/relationships/image" Target="../media/image25.wmf"/><Relationship Id="rId10" Type="http://schemas.openxmlformats.org/officeDocument/2006/relationships/image" Target="../media/image15.wmf"/><Relationship Id="rId19" Type="http://schemas.openxmlformats.org/officeDocument/2006/relationships/oleObject" Target="../embeddings/oleObject12.bin"/><Relationship Id="rId31" Type="http://schemas.openxmlformats.org/officeDocument/2006/relationships/oleObject" Target="../embeddings/oleObject21.bin"/><Relationship Id="rId4" Type="http://schemas.openxmlformats.org/officeDocument/2006/relationships/image" Target="../media/image12.wmf"/><Relationship Id="rId9" Type="http://schemas.openxmlformats.org/officeDocument/2006/relationships/oleObject" Target="../embeddings/oleObject7.bin"/><Relationship Id="rId14" Type="http://schemas.openxmlformats.org/officeDocument/2006/relationships/image" Target="../media/image17.wmf"/><Relationship Id="rId22" Type="http://schemas.openxmlformats.org/officeDocument/2006/relationships/oleObject" Target="../embeddings/oleObject14.bin"/><Relationship Id="rId27" Type="http://schemas.openxmlformats.org/officeDocument/2006/relationships/oleObject" Target="../embeddings/oleObject19.bin"/><Relationship Id="rId30" Type="http://schemas.openxmlformats.org/officeDocument/2006/relationships/image" Target="../media/image22.wmf"/><Relationship Id="rId35" Type="http://schemas.openxmlformats.org/officeDocument/2006/relationships/oleObject" Target="../embeddings/oleObject23.bin"/><Relationship Id="rId8" Type="http://schemas.openxmlformats.org/officeDocument/2006/relationships/image" Target="../media/image14.wmf"/><Relationship Id="rId3" Type="http://schemas.openxmlformats.org/officeDocument/2006/relationships/oleObject" Target="../embeddings/oleObject4.bin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30.bin"/><Relationship Id="rId18" Type="http://schemas.openxmlformats.org/officeDocument/2006/relationships/oleObject" Target="../embeddings/oleObject34.bin"/><Relationship Id="rId26" Type="http://schemas.openxmlformats.org/officeDocument/2006/relationships/image" Target="../media/image23.wmf"/><Relationship Id="rId21" Type="http://schemas.openxmlformats.org/officeDocument/2006/relationships/oleObject" Target="../embeddings/oleObject37.bin"/><Relationship Id="rId34" Type="http://schemas.openxmlformats.org/officeDocument/2006/relationships/image" Target="../media/image33.wmf"/><Relationship Id="rId7" Type="http://schemas.openxmlformats.org/officeDocument/2006/relationships/oleObject" Target="../embeddings/oleObject27.bin"/><Relationship Id="rId12" Type="http://schemas.openxmlformats.org/officeDocument/2006/relationships/image" Target="../media/image28.wmf"/><Relationship Id="rId17" Type="http://schemas.openxmlformats.org/officeDocument/2006/relationships/oleObject" Target="../embeddings/oleObject33.bin"/><Relationship Id="rId25" Type="http://schemas.openxmlformats.org/officeDocument/2006/relationships/oleObject" Target="../embeddings/oleObject39.bin"/><Relationship Id="rId33" Type="http://schemas.openxmlformats.org/officeDocument/2006/relationships/oleObject" Target="../embeddings/oleObject43.bin"/><Relationship Id="rId38" Type="http://schemas.openxmlformats.org/officeDocument/2006/relationships/image" Target="../media/image35.wmf"/><Relationship Id="rId2" Type="http://schemas.openxmlformats.org/officeDocument/2006/relationships/slideLayout" Target="../slideLayouts/slideLayout1.xml"/><Relationship Id="rId16" Type="http://schemas.openxmlformats.org/officeDocument/2006/relationships/oleObject" Target="../embeddings/oleObject32.bin"/><Relationship Id="rId20" Type="http://schemas.openxmlformats.org/officeDocument/2006/relationships/oleObject" Target="../embeddings/oleObject36.bin"/><Relationship Id="rId29" Type="http://schemas.openxmlformats.org/officeDocument/2006/relationships/oleObject" Target="../embeddings/oleObject41.bin"/><Relationship Id="rId1" Type="http://schemas.openxmlformats.org/officeDocument/2006/relationships/vmlDrawing" Target="../drawings/vmlDrawing3.vml"/><Relationship Id="rId6" Type="http://schemas.openxmlformats.org/officeDocument/2006/relationships/image" Target="../media/image16.wmf"/><Relationship Id="rId11" Type="http://schemas.openxmlformats.org/officeDocument/2006/relationships/oleObject" Target="../embeddings/oleObject29.bin"/><Relationship Id="rId24" Type="http://schemas.openxmlformats.org/officeDocument/2006/relationships/image" Target="../media/image22.wmf"/><Relationship Id="rId32" Type="http://schemas.openxmlformats.org/officeDocument/2006/relationships/image" Target="../media/image32.wmf"/><Relationship Id="rId37" Type="http://schemas.openxmlformats.org/officeDocument/2006/relationships/oleObject" Target="../embeddings/oleObject45.bin"/><Relationship Id="rId5" Type="http://schemas.openxmlformats.org/officeDocument/2006/relationships/oleObject" Target="../embeddings/oleObject26.bin"/><Relationship Id="rId15" Type="http://schemas.openxmlformats.org/officeDocument/2006/relationships/oleObject" Target="../embeddings/oleObject31.bin"/><Relationship Id="rId23" Type="http://schemas.openxmlformats.org/officeDocument/2006/relationships/oleObject" Target="../embeddings/oleObject38.bin"/><Relationship Id="rId28" Type="http://schemas.openxmlformats.org/officeDocument/2006/relationships/image" Target="../media/image30.wmf"/><Relationship Id="rId36" Type="http://schemas.openxmlformats.org/officeDocument/2006/relationships/image" Target="../media/image34.wmf"/><Relationship Id="rId10" Type="http://schemas.openxmlformats.org/officeDocument/2006/relationships/image" Target="../media/image27.wmf"/><Relationship Id="rId19" Type="http://schemas.openxmlformats.org/officeDocument/2006/relationships/oleObject" Target="../embeddings/oleObject35.bin"/><Relationship Id="rId31" Type="http://schemas.openxmlformats.org/officeDocument/2006/relationships/oleObject" Target="../embeddings/oleObject42.bin"/><Relationship Id="rId4" Type="http://schemas.openxmlformats.org/officeDocument/2006/relationships/image" Target="../media/image14.wmf"/><Relationship Id="rId9" Type="http://schemas.openxmlformats.org/officeDocument/2006/relationships/oleObject" Target="../embeddings/oleObject28.bin"/><Relationship Id="rId14" Type="http://schemas.openxmlformats.org/officeDocument/2006/relationships/image" Target="../media/image29.wmf"/><Relationship Id="rId22" Type="http://schemas.openxmlformats.org/officeDocument/2006/relationships/image" Target="../media/image21.wmf"/><Relationship Id="rId27" Type="http://schemas.openxmlformats.org/officeDocument/2006/relationships/oleObject" Target="../embeddings/oleObject40.bin"/><Relationship Id="rId30" Type="http://schemas.openxmlformats.org/officeDocument/2006/relationships/image" Target="../media/image31.wmf"/><Relationship Id="rId35" Type="http://schemas.openxmlformats.org/officeDocument/2006/relationships/oleObject" Target="../embeddings/oleObject44.bin"/><Relationship Id="rId8" Type="http://schemas.openxmlformats.org/officeDocument/2006/relationships/image" Target="../media/image17.wmf"/><Relationship Id="rId3" Type="http://schemas.openxmlformats.org/officeDocument/2006/relationships/oleObject" Target="../embeddings/oleObject25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直接连接符 189"/>
          <p:cNvCxnSpPr/>
          <p:nvPr/>
        </p:nvCxnSpPr>
        <p:spPr>
          <a:xfrm>
            <a:off x="8716432" y="-14014755"/>
            <a:ext cx="856482" cy="0"/>
          </a:xfrm>
          <a:prstGeom prst="line">
            <a:avLst/>
          </a:prstGeom>
          <a:ln w="19050">
            <a:solidFill>
              <a:srgbClr val="FFFF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4" name="直接连接符 193"/>
          <p:cNvCxnSpPr/>
          <p:nvPr/>
        </p:nvCxnSpPr>
        <p:spPr>
          <a:xfrm>
            <a:off x="10126975" y="-4953406"/>
            <a:ext cx="114989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圆角矩形 55"/>
          <p:cNvSpPr/>
          <p:nvPr/>
        </p:nvSpPr>
        <p:spPr>
          <a:xfrm>
            <a:off x="685987" y="1899216"/>
            <a:ext cx="5605073" cy="1714283"/>
          </a:xfrm>
          <a:prstGeom prst="roundRect">
            <a:avLst/>
          </a:prstGeom>
          <a:noFill/>
          <a:ln w="19050">
            <a:solidFill>
              <a:schemeClr val="accent1">
                <a:lumMod val="50000"/>
              </a:schemeClr>
            </a:solidFill>
            <a:prstDash val="dash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82" name="文本框 81"/>
          <p:cNvSpPr txBox="1"/>
          <p:nvPr/>
        </p:nvSpPr>
        <p:spPr>
          <a:xfrm>
            <a:off x="683336" y="1961148"/>
            <a:ext cx="38648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 smtClean="0">
                <a:ln w="0"/>
              </a:rPr>
              <a:t>Computation-Communication </a:t>
            </a:r>
            <a:r>
              <a:rPr lang="en-US" altLang="zh-CN" sz="1600" b="1" dirty="0">
                <a:ln w="0"/>
              </a:rPr>
              <a:t>P</a:t>
            </a:r>
            <a:r>
              <a:rPr lang="en-US" altLang="zh-CN" sz="1600" b="1" dirty="0" smtClean="0">
                <a:ln w="0"/>
              </a:rPr>
              <a:t>attern Analysis</a:t>
            </a:r>
            <a:endParaRPr lang="zh-CN" altLang="en-US" sz="1600" b="1" dirty="0">
              <a:ln w="0"/>
            </a:endParaRPr>
          </a:p>
        </p:txBody>
      </p:sp>
      <p:sp>
        <p:nvSpPr>
          <p:cNvPr id="83" name="矩形 82"/>
          <p:cNvSpPr/>
          <p:nvPr/>
        </p:nvSpPr>
        <p:spPr>
          <a:xfrm>
            <a:off x="2604747" y="2573550"/>
            <a:ext cx="1373483" cy="6355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>
                <a:solidFill>
                  <a:schemeClr val="tx1"/>
                </a:solidFill>
              </a:rPr>
              <a:t>Critical path extraction</a:t>
            </a:r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84" name="矩形 83"/>
          <p:cNvSpPr/>
          <p:nvPr/>
        </p:nvSpPr>
        <p:spPr>
          <a:xfrm>
            <a:off x="904194" y="2692709"/>
            <a:ext cx="1442656" cy="39636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 smtClean="0">
                <a:solidFill>
                  <a:schemeClr val="tx1"/>
                </a:solidFill>
              </a:rPr>
              <a:t>Iteration time</a:t>
            </a:r>
            <a:endParaRPr lang="zh-CN" altLang="en-US" b="1" dirty="0">
              <a:solidFill>
                <a:schemeClr val="tx1"/>
              </a:solidFill>
            </a:endParaRPr>
          </a:p>
        </p:txBody>
      </p:sp>
      <p:cxnSp>
        <p:nvCxnSpPr>
          <p:cNvPr id="85" name="直接箭头连接符 84"/>
          <p:cNvCxnSpPr>
            <a:stCxn id="83" idx="1"/>
            <a:endCxn id="84" idx="3"/>
          </p:cNvCxnSpPr>
          <p:nvPr/>
        </p:nvCxnSpPr>
        <p:spPr>
          <a:xfrm flipH="1" flipV="1">
            <a:off x="2346850" y="2890894"/>
            <a:ext cx="257897" cy="436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文本框 87"/>
          <p:cNvSpPr txBox="1"/>
          <p:nvPr/>
        </p:nvSpPr>
        <p:spPr>
          <a:xfrm>
            <a:off x="6349481" y="2352336"/>
            <a:ext cx="17043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b="1" dirty="0"/>
              <a:t>Computation Time</a:t>
            </a:r>
            <a:endParaRPr lang="zh-CN" altLang="en-US" sz="1400" b="1" dirty="0"/>
          </a:p>
          <a:p>
            <a:endParaRPr lang="zh-CN" altLang="en-US" sz="1400" dirty="0"/>
          </a:p>
        </p:txBody>
      </p:sp>
      <p:sp>
        <p:nvSpPr>
          <p:cNvPr id="89" name="文本框 88"/>
          <p:cNvSpPr txBox="1"/>
          <p:nvPr/>
        </p:nvSpPr>
        <p:spPr>
          <a:xfrm>
            <a:off x="6349481" y="2879768"/>
            <a:ext cx="19271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b="1" dirty="0"/>
              <a:t>Communication Time</a:t>
            </a:r>
            <a:endParaRPr lang="zh-CN" altLang="en-US" sz="1400" b="1" dirty="0"/>
          </a:p>
          <a:p>
            <a:endParaRPr lang="zh-CN" altLang="en-US" sz="1400" dirty="0"/>
          </a:p>
        </p:txBody>
      </p:sp>
      <p:grpSp>
        <p:nvGrpSpPr>
          <p:cNvPr id="137" name="组合 136"/>
          <p:cNvGrpSpPr/>
          <p:nvPr/>
        </p:nvGrpSpPr>
        <p:grpSpPr>
          <a:xfrm>
            <a:off x="613063" y="289587"/>
            <a:ext cx="7614996" cy="1430755"/>
            <a:chOff x="1101436" y="-837492"/>
            <a:chExt cx="7614996" cy="1430755"/>
          </a:xfrm>
        </p:grpSpPr>
        <p:sp>
          <p:nvSpPr>
            <p:cNvPr id="55" name="圆角矩形 54"/>
            <p:cNvSpPr/>
            <p:nvPr/>
          </p:nvSpPr>
          <p:spPr>
            <a:xfrm>
              <a:off x="1101436" y="-837492"/>
              <a:ext cx="7614996" cy="1430755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 dirty="0"/>
            </a:p>
          </p:txBody>
        </p:sp>
        <p:sp>
          <p:nvSpPr>
            <p:cNvPr id="58" name="文本框 57"/>
            <p:cNvSpPr txBox="1"/>
            <p:nvPr/>
          </p:nvSpPr>
          <p:spPr>
            <a:xfrm>
              <a:off x="6363641" y="-780281"/>
              <a:ext cx="206303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600" b="1" dirty="0" smtClean="0">
                  <a:ln w="0"/>
                </a:rPr>
                <a:t>Computation Time Prediction</a:t>
              </a:r>
              <a:endParaRPr lang="zh-CN" altLang="en-US" sz="1600" b="1" dirty="0">
                <a:ln w="0"/>
              </a:endParaRPr>
            </a:p>
          </p:txBody>
        </p:sp>
        <p:sp>
          <p:nvSpPr>
            <p:cNvPr id="59" name="矩形 58"/>
            <p:cNvSpPr/>
            <p:nvPr/>
          </p:nvSpPr>
          <p:spPr>
            <a:xfrm>
              <a:off x="1174360" y="-68580"/>
              <a:ext cx="1499432" cy="50033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>
                  <a:solidFill>
                    <a:schemeClr val="tx1"/>
                  </a:solidFill>
                </a:rPr>
                <a:t>Neural network decomposition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sp>
          <p:nvSpPr>
            <p:cNvPr id="64" name="矩形 63"/>
            <p:cNvSpPr/>
            <p:nvPr/>
          </p:nvSpPr>
          <p:spPr>
            <a:xfrm>
              <a:off x="3332448" y="-68580"/>
              <a:ext cx="1293539" cy="5003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>
                  <a:solidFill>
                    <a:schemeClr val="tx1"/>
                  </a:solidFill>
                </a:rPr>
                <a:t>Feature space sampling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cxnSp>
          <p:nvCxnSpPr>
            <p:cNvPr id="65" name="直接箭头连接符 64"/>
            <p:cNvCxnSpPr>
              <a:stCxn id="59" idx="3"/>
              <a:endCxn id="64" idx="1"/>
            </p:cNvCxnSpPr>
            <p:nvPr/>
          </p:nvCxnSpPr>
          <p:spPr>
            <a:xfrm flipV="1">
              <a:off x="2673792" y="181589"/>
              <a:ext cx="658656" cy="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 w="med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6" name="矩形 65"/>
            <p:cNvSpPr/>
            <p:nvPr/>
          </p:nvSpPr>
          <p:spPr>
            <a:xfrm>
              <a:off x="5679314" y="-68580"/>
              <a:ext cx="1100382" cy="5003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Training </a:t>
              </a:r>
            </a:p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MLP model 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2503178" y="-138500"/>
              <a:ext cx="99988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 b="1" dirty="0" smtClean="0"/>
                <a:t>NN layer</a:t>
              </a:r>
              <a:endParaRPr lang="zh-CN" altLang="en-US" sz="1200" b="1" dirty="0"/>
            </a:p>
          </p:txBody>
        </p:sp>
        <p:cxnSp>
          <p:nvCxnSpPr>
            <p:cNvPr id="68" name="直接箭头连接符 67"/>
            <p:cNvCxnSpPr>
              <a:stCxn id="64" idx="3"/>
              <a:endCxn id="66" idx="1"/>
            </p:cNvCxnSpPr>
            <p:nvPr/>
          </p:nvCxnSpPr>
          <p:spPr>
            <a:xfrm>
              <a:off x="4625987" y="181589"/>
              <a:ext cx="1053327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 w="med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9" name="矩形 68"/>
            <p:cNvSpPr/>
            <p:nvPr/>
          </p:nvSpPr>
          <p:spPr>
            <a:xfrm>
              <a:off x="7161911" y="-70116"/>
              <a:ext cx="1279018" cy="50187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Predicting </a:t>
              </a:r>
            </a:p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layer by layer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cxnSp>
          <p:nvCxnSpPr>
            <p:cNvPr id="70" name="直接箭头连接符 69"/>
            <p:cNvCxnSpPr>
              <a:stCxn id="66" idx="3"/>
              <a:endCxn id="69" idx="1"/>
            </p:cNvCxnSpPr>
            <p:nvPr/>
          </p:nvCxnSpPr>
          <p:spPr>
            <a:xfrm flipV="1">
              <a:off x="6779696" y="180821"/>
              <a:ext cx="382215" cy="76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1" name="文本框 70"/>
            <p:cNvSpPr txBox="1"/>
            <p:nvPr/>
          </p:nvSpPr>
          <p:spPr>
            <a:xfrm>
              <a:off x="4748781" y="-270903"/>
              <a:ext cx="97320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 b="1" dirty="0" smtClean="0"/>
                <a:t>Benchmark dataset</a:t>
              </a:r>
              <a:endParaRPr lang="zh-CN" altLang="en-US" sz="1200" b="1" dirty="0"/>
            </a:p>
          </p:txBody>
        </p:sp>
        <p:cxnSp>
          <p:nvCxnSpPr>
            <p:cNvPr id="3" name="肘形连接符 2"/>
            <p:cNvCxnSpPr>
              <a:stCxn id="60" idx="3"/>
            </p:cNvCxnSpPr>
            <p:nvPr/>
          </p:nvCxnSpPr>
          <p:spPr>
            <a:xfrm>
              <a:off x="4625987" y="-478020"/>
              <a:ext cx="135532" cy="642101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arrow" w="med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0" name="矩形 59"/>
            <p:cNvSpPr/>
            <p:nvPr/>
          </p:nvSpPr>
          <p:spPr>
            <a:xfrm>
              <a:off x="3332448" y="-728189"/>
              <a:ext cx="1293539" cy="5003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>
                  <a:solidFill>
                    <a:schemeClr val="tx1"/>
                  </a:solidFill>
                </a:rPr>
                <a:t>Feature expansion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36" name="组合 135"/>
          <p:cNvGrpSpPr/>
          <p:nvPr/>
        </p:nvGrpSpPr>
        <p:grpSpPr>
          <a:xfrm>
            <a:off x="613063" y="3844781"/>
            <a:ext cx="7614996" cy="1737781"/>
            <a:chOff x="1101436" y="4407606"/>
            <a:chExt cx="7614996" cy="1737781"/>
          </a:xfrm>
        </p:grpSpPr>
        <p:sp>
          <p:nvSpPr>
            <p:cNvPr id="57" name="圆角矩形 56"/>
            <p:cNvSpPr/>
            <p:nvPr/>
          </p:nvSpPr>
          <p:spPr>
            <a:xfrm>
              <a:off x="1101436" y="4407606"/>
              <a:ext cx="7614996" cy="1737781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40000"/>
                  <a:lumOff val="60000"/>
                </a:schemeClr>
              </a:solidFill>
            </a:ln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/>
            </a:p>
          </p:txBody>
        </p:sp>
        <p:sp>
          <p:nvSpPr>
            <p:cNvPr id="72" name="文本框 71"/>
            <p:cNvSpPr txBox="1"/>
            <p:nvPr/>
          </p:nvSpPr>
          <p:spPr>
            <a:xfrm>
              <a:off x="6272075" y="4415159"/>
              <a:ext cx="231312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600" b="1" dirty="0" smtClean="0">
                  <a:ln w="0"/>
                </a:rPr>
                <a:t>Communication Time Prediction</a:t>
              </a:r>
              <a:endParaRPr lang="zh-CN" altLang="en-US" sz="1600" b="1" dirty="0">
                <a:ln w="0"/>
              </a:endParaRPr>
            </a:p>
          </p:txBody>
        </p:sp>
        <p:sp>
          <p:nvSpPr>
            <p:cNvPr id="73" name="矩形 72"/>
            <p:cNvSpPr/>
            <p:nvPr/>
          </p:nvSpPr>
          <p:spPr>
            <a:xfrm>
              <a:off x="1398616" y="4730606"/>
              <a:ext cx="1952055" cy="49334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Real-time throughput analysis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sp>
          <p:nvSpPr>
            <p:cNvPr id="75" name="矩形 74"/>
            <p:cNvSpPr/>
            <p:nvPr/>
          </p:nvSpPr>
          <p:spPr>
            <a:xfrm>
              <a:off x="3745811" y="4730606"/>
              <a:ext cx="2384825" cy="49334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Single-link </a:t>
              </a:r>
              <a:r>
                <a:rPr lang="en-US" altLang="zh-CN" sz="1400" b="1" dirty="0">
                  <a:solidFill>
                    <a:schemeClr val="tx1"/>
                  </a:solidFill>
                </a:rPr>
                <a:t>communication time prediction model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sp>
          <p:nvSpPr>
            <p:cNvPr id="76" name="矩形 75"/>
            <p:cNvSpPr/>
            <p:nvPr/>
          </p:nvSpPr>
          <p:spPr>
            <a:xfrm>
              <a:off x="3745810" y="5436732"/>
              <a:ext cx="2384826" cy="49334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Cluster communication </a:t>
              </a:r>
              <a:r>
                <a:rPr lang="en-US" altLang="zh-CN" sz="1400" b="1" dirty="0">
                  <a:solidFill>
                    <a:schemeClr val="tx1"/>
                  </a:solidFill>
                </a:rPr>
                <a:t>model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cxnSp>
          <p:nvCxnSpPr>
            <p:cNvPr id="77" name="直接箭头连接符 76"/>
            <p:cNvCxnSpPr>
              <a:stCxn id="73" idx="3"/>
              <a:endCxn id="75" idx="1"/>
            </p:cNvCxnSpPr>
            <p:nvPr/>
          </p:nvCxnSpPr>
          <p:spPr>
            <a:xfrm>
              <a:off x="3350671" y="4977279"/>
              <a:ext cx="39514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 w="med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直接箭头连接符 77"/>
            <p:cNvCxnSpPr>
              <a:stCxn id="90" idx="3"/>
              <a:endCxn id="76" idx="1"/>
            </p:cNvCxnSpPr>
            <p:nvPr/>
          </p:nvCxnSpPr>
          <p:spPr>
            <a:xfrm>
              <a:off x="3350670" y="5683405"/>
              <a:ext cx="39514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 w="med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9" name="矩形 78"/>
            <p:cNvSpPr/>
            <p:nvPr/>
          </p:nvSpPr>
          <p:spPr>
            <a:xfrm>
              <a:off x="6472436" y="5162811"/>
              <a:ext cx="1854164" cy="35519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Model combination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cxnSp>
          <p:nvCxnSpPr>
            <p:cNvPr id="80" name="肘形连接符 79"/>
            <p:cNvCxnSpPr>
              <a:stCxn id="75" idx="3"/>
              <a:endCxn id="76" idx="3"/>
            </p:cNvCxnSpPr>
            <p:nvPr/>
          </p:nvCxnSpPr>
          <p:spPr>
            <a:xfrm>
              <a:off x="6130636" y="4977279"/>
              <a:ext cx="12700" cy="706126"/>
            </a:xfrm>
            <a:prstGeom prst="bentConnector3">
              <a:avLst>
                <a:gd name="adj1" fmla="val 1160000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直接箭头连接符 80"/>
            <p:cNvCxnSpPr>
              <a:endCxn id="79" idx="1"/>
            </p:cNvCxnSpPr>
            <p:nvPr/>
          </p:nvCxnSpPr>
          <p:spPr>
            <a:xfrm flipV="1">
              <a:off x="6279226" y="5340410"/>
              <a:ext cx="193210" cy="551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 w="med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0" name="矩形 89"/>
            <p:cNvSpPr/>
            <p:nvPr/>
          </p:nvSpPr>
          <p:spPr>
            <a:xfrm>
              <a:off x="1398615" y="5436732"/>
              <a:ext cx="1952055" cy="49334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>
                  <a:solidFill>
                    <a:schemeClr val="tx1"/>
                  </a:solidFill>
                </a:rPr>
                <a:t>Communication topology analysis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</p:grpSp>
      <p:sp>
        <p:nvSpPr>
          <p:cNvPr id="116" name="矩形 115"/>
          <p:cNvSpPr/>
          <p:nvPr/>
        </p:nvSpPr>
        <p:spPr>
          <a:xfrm>
            <a:off x="4403423" y="2313337"/>
            <a:ext cx="1559977" cy="39636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 smtClean="0">
                <a:solidFill>
                  <a:schemeClr val="tx1"/>
                </a:solidFill>
              </a:rPr>
              <a:t>Operation queue</a:t>
            </a:r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117" name="矩形 116"/>
          <p:cNvSpPr/>
          <p:nvPr/>
        </p:nvSpPr>
        <p:spPr>
          <a:xfrm>
            <a:off x="4403423" y="3077773"/>
            <a:ext cx="1559977" cy="39636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 smtClean="0">
                <a:solidFill>
                  <a:schemeClr val="tx1"/>
                </a:solidFill>
              </a:rPr>
              <a:t>Device time</a:t>
            </a:r>
            <a:endParaRPr lang="zh-CN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122" name="肘形连接符 121"/>
          <p:cNvCxnSpPr>
            <a:stCxn id="116" idx="1"/>
            <a:endCxn id="117" idx="1"/>
          </p:cNvCxnSpPr>
          <p:nvPr/>
        </p:nvCxnSpPr>
        <p:spPr>
          <a:xfrm rot="10800000" flipV="1">
            <a:off x="4403423" y="2511522"/>
            <a:ext cx="12700" cy="764436"/>
          </a:xfrm>
          <a:prstGeom prst="bentConnector3">
            <a:avLst>
              <a:gd name="adj1" fmla="val 1253165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直接箭头连接符 125"/>
          <p:cNvCxnSpPr>
            <a:endCxn id="83" idx="3"/>
          </p:cNvCxnSpPr>
          <p:nvPr/>
        </p:nvCxnSpPr>
        <p:spPr>
          <a:xfrm flipH="1">
            <a:off x="3978230" y="2890893"/>
            <a:ext cx="273653" cy="437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肘形连接符 85"/>
          <p:cNvCxnSpPr>
            <a:stCxn id="69" idx="3"/>
          </p:cNvCxnSpPr>
          <p:nvPr/>
        </p:nvCxnSpPr>
        <p:spPr>
          <a:xfrm flipH="1">
            <a:off x="6286940" y="1307900"/>
            <a:ext cx="1665616" cy="1004416"/>
          </a:xfrm>
          <a:prstGeom prst="bentConnector3">
            <a:avLst>
              <a:gd name="adj1" fmla="val -13725"/>
            </a:avLst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肘形连接符 86"/>
          <p:cNvCxnSpPr>
            <a:stCxn id="79" idx="3"/>
          </p:cNvCxnSpPr>
          <p:nvPr/>
        </p:nvCxnSpPr>
        <p:spPr>
          <a:xfrm flipH="1" flipV="1">
            <a:off x="6305200" y="3252807"/>
            <a:ext cx="1533027" cy="1524778"/>
          </a:xfrm>
          <a:prstGeom prst="bentConnector3">
            <a:avLst>
              <a:gd name="adj1" fmla="val -21707"/>
            </a:avLst>
          </a:prstGeom>
          <a:ln w="19050">
            <a:solidFill>
              <a:schemeClr val="tx1"/>
            </a:solidFill>
            <a:headEnd type="none"/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加号 9"/>
          <p:cNvSpPr/>
          <p:nvPr/>
        </p:nvSpPr>
        <p:spPr>
          <a:xfrm>
            <a:off x="5015578" y="2733031"/>
            <a:ext cx="335666" cy="321416"/>
          </a:xfrm>
          <a:prstGeom prst="mathPlus">
            <a:avLst>
              <a:gd name="adj1" fmla="val 16318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088210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直接连接符 189"/>
          <p:cNvCxnSpPr/>
          <p:nvPr/>
        </p:nvCxnSpPr>
        <p:spPr>
          <a:xfrm>
            <a:off x="8716432" y="-14014755"/>
            <a:ext cx="856482" cy="0"/>
          </a:xfrm>
          <a:prstGeom prst="line">
            <a:avLst/>
          </a:prstGeom>
          <a:ln w="19050">
            <a:solidFill>
              <a:srgbClr val="FFFF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4" name="直接连接符 193"/>
          <p:cNvCxnSpPr/>
          <p:nvPr/>
        </p:nvCxnSpPr>
        <p:spPr>
          <a:xfrm>
            <a:off x="10126975" y="-4953406"/>
            <a:ext cx="114989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54" name="组合 53"/>
          <p:cNvGrpSpPr/>
          <p:nvPr/>
        </p:nvGrpSpPr>
        <p:grpSpPr>
          <a:xfrm>
            <a:off x="-1131269" y="-1226273"/>
            <a:ext cx="13170869" cy="8944004"/>
            <a:chOff x="-978869" y="-281393"/>
            <a:chExt cx="13170869" cy="8944004"/>
          </a:xfrm>
        </p:grpSpPr>
        <p:sp>
          <p:nvSpPr>
            <p:cNvPr id="55" name="圆角矩形 54"/>
            <p:cNvSpPr/>
            <p:nvPr/>
          </p:nvSpPr>
          <p:spPr>
            <a:xfrm>
              <a:off x="-978869" y="-281393"/>
              <a:ext cx="13170869" cy="217243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6" name="圆角矩形 55"/>
            <p:cNvSpPr/>
            <p:nvPr/>
          </p:nvSpPr>
          <p:spPr>
            <a:xfrm>
              <a:off x="1748963" y="2284341"/>
              <a:ext cx="7315200" cy="2557382"/>
            </a:xfrm>
            <a:prstGeom prst="roundRect">
              <a:avLst/>
            </a:prstGeom>
            <a:noFill/>
            <a:ln w="28575">
              <a:solidFill>
                <a:schemeClr val="accent1">
                  <a:lumMod val="50000"/>
                </a:schemeClr>
              </a:solidFill>
              <a:prstDash val="dash"/>
            </a:ln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7" name="圆角矩形 56"/>
            <p:cNvSpPr/>
            <p:nvPr/>
          </p:nvSpPr>
          <p:spPr>
            <a:xfrm>
              <a:off x="-978869" y="5240560"/>
              <a:ext cx="13170869" cy="3422051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40000"/>
                  <a:lumOff val="60000"/>
                </a:schemeClr>
              </a:solidFill>
            </a:ln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文本框 57"/>
            <p:cNvSpPr txBox="1"/>
            <p:nvPr/>
          </p:nvSpPr>
          <p:spPr>
            <a:xfrm>
              <a:off x="3640321" y="-205164"/>
              <a:ext cx="430117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b="1" dirty="0" smtClean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Computation Time Prediction</a:t>
              </a:r>
              <a:endParaRPr lang="zh-CN" altLang="en-US" sz="24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59" name="矩形 58"/>
            <p:cNvSpPr/>
            <p:nvPr/>
          </p:nvSpPr>
          <p:spPr>
            <a:xfrm>
              <a:off x="-653111" y="673977"/>
              <a:ext cx="2304943" cy="8349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>
                  <a:solidFill>
                    <a:schemeClr val="tx1"/>
                  </a:solidFill>
                </a:rPr>
                <a:t>Neural network decomposition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64" name="矩形 63"/>
            <p:cNvSpPr/>
            <p:nvPr/>
          </p:nvSpPr>
          <p:spPr>
            <a:xfrm>
              <a:off x="3469608" y="673977"/>
              <a:ext cx="1936955" cy="8349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>
                  <a:solidFill>
                    <a:schemeClr val="tx1"/>
                  </a:solidFill>
                </a:rPr>
                <a:t>Feature space sampling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cxnSp>
          <p:nvCxnSpPr>
            <p:cNvPr id="65" name="直接箭头连接符 64"/>
            <p:cNvCxnSpPr>
              <a:stCxn id="59" idx="3"/>
              <a:endCxn id="64" idx="1"/>
            </p:cNvCxnSpPr>
            <p:nvPr/>
          </p:nvCxnSpPr>
          <p:spPr>
            <a:xfrm>
              <a:off x="1651832" y="1091454"/>
              <a:ext cx="181777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6" name="矩形 65"/>
            <p:cNvSpPr/>
            <p:nvPr/>
          </p:nvSpPr>
          <p:spPr>
            <a:xfrm>
              <a:off x="7224339" y="673977"/>
              <a:ext cx="1846185" cy="8349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Training </a:t>
              </a:r>
            </a:p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MLP model 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1593002" y="342020"/>
              <a:ext cx="192098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000" b="1" dirty="0" smtClean="0"/>
                <a:t>Neural network layer</a:t>
              </a:r>
              <a:endParaRPr lang="zh-CN" altLang="en-US" sz="2000" b="1" dirty="0"/>
            </a:p>
          </p:txBody>
        </p:sp>
        <p:cxnSp>
          <p:nvCxnSpPr>
            <p:cNvPr id="68" name="直接箭头连接符 67"/>
            <p:cNvCxnSpPr>
              <a:stCxn id="64" idx="3"/>
              <a:endCxn id="66" idx="1"/>
            </p:cNvCxnSpPr>
            <p:nvPr/>
          </p:nvCxnSpPr>
          <p:spPr>
            <a:xfrm>
              <a:off x="5406563" y="1091454"/>
              <a:ext cx="181777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9" name="矩形 68"/>
            <p:cNvSpPr/>
            <p:nvPr/>
          </p:nvSpPr>
          <p:spPr>
            <a:xfrm>
              <a:off x="9998240" y="673977"/>
              <a:ext cx="1983093" cy="8349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Predicting </a:t>
              </a:r>
            </a:p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layer by layer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cxnSp>
          <p:nvCxnSpPr>
            <p:cNvPr id="70" name="直接箭头连接符 69"/>
            <p:cNvCxnSpPr>
              <a:stCxn id="66" idx="3"/>
              <a:endCxn id="69" idx="1"/>
            </p:cNvCxnSpPr>
            <p:nvPr/>
          </p:nvCxnSpPr>
          <p:spPr>
            <a:xfrm>
              <a:off x="9070524" y="1091454"/>
              <a:ext cx="92771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1" name="文本框 70"/>
            <p:cNvSpPr txBox="1"/>
            <p:nvPr/>
          </p:nvSpPr>
          <p:spPr>
            <a:xfrm>
              <a:off x="5331763" y="342020"/>
              <a:ext cx="192098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000" b="1" dirty="0" smtClean="0"/>
                <a:t>Benchmark dataset</a:t>
              </a:r>
              <a:endParaRPr lang="zh-CN" altLang="en-US" sz="2000" b="1" dirty="0"/>
            </a:p>
          </p:txBody>
        </p:sp>
        <p:sp>
          <p:nvSpPr>
            <p:cNvPr id="72" name="文本框 71"/>
            <p:cNvSpPr txBox="1"/>
            <p:nvPr/>
          </p:nvSpPr>
          <p:spPr>
            <a:xfrm>
              <a:off x="3450364" y="5297604"/>
              <a:ext cx="468109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b="1" dirty="0" smtClean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Communication Time Prediction</a:t>
              </a:r>
              <a:endParaRPr lang="zh-CN" altLang="en-US" sz="24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73" name="矩形 72"/>
            <p:cNvSpPr/>
            <p:nvPr/>
          </p:nvSpPr>
          <p:spPr>
            <a:xfrm>
              <a:off x="-111492" y="6097265"/>
              <a:ext cx="2482647" cy="8769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Real-time </a:t>
              </a:r>
              <a:r>
                <a:rPr lang="en-US" altLang="zh-CN" sz="2000" b="1" dirty="0">
                  <a:solidFill>
                    <a:schemeClr val="tx1"/>
                  </a:solidFill>
                </a:rPr>
                <a:t>throughput analysis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74" name="矩形 73"/>
            <p:cNvSpPr/>
            <p:nvPr/>
          </p:nvSpPr>
          <p:spPr>
            <a:xfrm>
              <a:off x="-111492" y="7254594"/>
              <a:ext cx="2482647" cy="91176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Communication </a:t>
              </a:r>
              <a:r>
                <a:rPr lang="en-US" altLang="zh-CN" sz="2000" b="1" dirty="0">
                  <a:solidFill>
                    <a:schemeClr val="tx1"/>
                  </a:solidFill>
                </a:rPr>
                <a:t>topology analysis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75" name="矩形 74"/>
            <p:cNvSpPr/>
            <p:nvPr/>
          </p:nvSpPr>
          <p:spPr>
            <a:xfrm>
              <a:off x="3657852" y="6097265"/>
              <a:ext cx="3722220" cy="87689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Single-link </a:t>
              </a:r>
              <a:r>
                <a:rPr lang="en-US" altLang="zh-CN" sz="2000" b="1" dirty="0">
                  <a:solidFill>
                    <a:schemeClr val="tx1"/>
                  </a:solidFill>
                </a:rPr>
                <a:t>communication time prediction model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76" name="矩形 75"/>
            <p:cNvSpPr/>
            <p:nvPr/>
          </p:nvSpPr>
          <p:spPr>
            <a:xfrm>
              <a:off x="3657852" y="7254593"/>
              <a:ext cx="3722220" cy="91176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Cluster communication </a:t>
              </a:r>
              <a:r>
                <a:rPr lang="en-US" altLang="zh-CN" sz="2000" b="1" dirty="0">
                  <a:solidFill>
                    <a:schemeClr val="tx1"/>
                  </a:solidFill>
                </a:rPr>
                <a:t>model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cxnSp>
          <p:nvCxnSpPr>
            <p:cNvPr id="77" name="直接箭头连接符 76"/>
            <p:cNvCxnSpPr>
              <a:stCxn id="73" idx="3"/>
              <a:endCxn id="75" idx="1"/>
            </p:cNvCxnSpPr>
            <p:nvPr/>
          </p:nvCxnSpPr>
          <p:spPr>
            <a:xfrm>
              <a:off x="2371155" y="6535715"/>
              <a:ext cx="128669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直接箭头连接符 77"/>
            <p:cNvCxnSpPr>
              <a:stCxn id="74" idx="3"/>
              <a:endCxn id="76" idx="1"/>
            </p:cNvCxnSpPr>
            <p:nvPr/>
          </p:nvCxnSpPr>
          <p:spPr>
            <a:xfrm flipV="1">
              <a:off x="2371155" y="7710475"/>
              <a:ext cx="1286697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9" name="矩形 78"/>
            <p:cNvSpPr/>
            <p:nvPr/>
          </p:nvSpPr>
          <p:spPr>
            <a:xfrm>
              <a:off x="8834162" y="6657925"/>
              <a:ext cx="2644934" cy="87689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Model combination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cxnSp>
          <p:nvCxnSpPr>
            <p:cNvPr id="80" name="肘形连接符 79"/>
            <p:cNvCxnSpPr>
              <a:stCxn id="75" idx="3"/>
              <a:endCxn id="76" idx="3"/>
            </p:cNvCxnSpPr>
            <p:nvPr/>
          </p:nvCxnSpPr>
          <p:spPr>
            <a:xfrm>
              <a:off x="7380072" y="6535715"/>
              <a:ext cx="12700" cy="1174760"/>
            </a:xfrm>
            <a:prstGeom prst="bentConnector3">
              <a:avLst>
                <a:gd name="adj1" fmla="val 4165063"/>
              </a:avLst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直接箭头连接符 80"/>
            <p:cNvCxnSpPr>
              <a:endCxn id="79" idx="1"/>
            </p:cNvCxnSpPr>
            <p:nvPr/>
          </p:nvCxnSpPr>
          <p:spPr>
            <a:xfrm>
              <a:off x="7903322" y="7090267"/>
              <a:ext cx="930840" cy="610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2" name="文本框 81"/>
            <p:cNvSpPr txBox="1"/>
            <p:nvPr/>
          </p:nvSpPr>
          <p:spPr>
            <a:xfrm>
              <a:off x="2125244" y="2437700"/>
              <a:ext cx="678743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b="1" dirty="0" smtClean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Computation-Communication Overlap Analysis</a:t>
              </a:r>
              <a:endParaRPr lang="zh-CN" altLang="en-US" sz="24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83" name="矩形 82"/>
            <p:cNvSpPr/>
            <p:nvPr/>
          </p:nvSpPr>
          <p:spPr>
            <a:xfrm>
              <a:off x="6066476" y="3284197"/>
              <a:ext cx="2372543" cy="114117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>
                  <a:solidFill>
                    <a:schemeClr val="tx1"/>
                  </a:solidFill>
                </a:rPr>
                <a:t>Critical path extraction</a:t>
              </a:r>
              <a:endParaRPr lang="zh-CN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84" name="矩形 83"/>
            <p:cNvSpPr/>
            <p:nvPr/>
          </p:nvSpPr>
          <p:spPr>
            <a:xfrm>
              <a:off x="2469836" y="3284196"/>
              <a:ext cx="2372543" cy="1141173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400" b="1" dirty="0" smtClean="0">
                  <a:solidFill>
                    <a:schemeClr val="tx1"/>
                  </a:solidFill>
                </a:rPr>
                <a:t>Iteration time</a:t>
              </a:r>
              <a:endParaRPr lang="zh-CN" altLang="en-US" sz="2800" b="1" dirty="0">
                <a:solidFill>
                  <a:schemeClr val="tx1"/>
                </a:solidFill>
              </a:endParaRPr>
            </a:p>
          </p:txBody>
        </p:sp>
        <p:cxnSp>
          <p:nvCxnSpPr>
            <p:cNvPr id="85" name="直接箭头连接符 84"/>
            <p:cNvCxnSpPr>
              <a:stCxn id="83" idx="1"/>
              <a:endCxn id="84" idx="3"/>
            </p:cNvCxnSpPr>
            <p:nvPr/>
          </p:nvCxnSpPr>
          <p:spPr>
            <a:xfrm flipH="1" flipV="1">
              <a:off x="4842379" y="3854783"/>
              <a:ext cx="1224097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肘形连接符 85"/>
            <p:cNvCxnSpPr>
              <a:stCxn id="69" idx="3"/>
            </p:cNvCxnSpPr>
            <p:nvPr/>
          </p:nvCxnSpPr>
          <p:spPr>
            <a:xfrm flipH="1">
              <a:off x="8439019" y="1091454"/>
              <a:ext cx="3542314" cy="2591035"/>
            </a:xfrm>
            <a:prstGeom prst="bentConnector3">
              <a:avLst>
                <a:gd name="adj1" fmla="val -18930"/>
              </a:avLst>
            </a:prstGeom>
            <a:ln w="28575"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7" name="肘形连接符 86"/>
            <p:cNvCxnSpPr/>
            <p:nvPr/>
          </p:nvCxnSpPr>
          <p:spPr>
            <a:xfrm rot="10800000">
              <a:off x="8439022" y="4081329"/>
              <a:ext cx="3045963" cy="3008937"/>
            </a:xfrm>
            <a:prstGeom prst="bentConnector3">
              <a:avLst>
                <a:gd name="adj1" fmla="val -39060"/>
              </a:avLst>
            </a:prstGeom>
            <a:ln w="28575" cap="flat"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8" name="文本框 87"/>
            <p:cNvSpPr txBox="1"/>
            <p:nvPr/>
          </p:nvSpPr>
          <p:spPr>
            <a:xfrm>
              <a:off x="9560839" y="3123640"/>
              <a:ext cx="2361544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b="1" dirty="0"/>
                <a:t>Computation Time</a:t>
              </a:r>
              <a:endParaRPr lang="zh-CN" altLang="en-US" sz="2000" b="1" dirty="0"/>
            </a:p>
            <a:p>
              <a:endParaRPr lang="zh-CN" altLang="en-US" sz="2000" dirty="0"/>
            </a:p>
          </p:txBody>
        </p:sp>
        <p:sp>
          <p:nvSpPr>
            <p:cNvPr id="89" name="文本框 88"/>
            <p:cNvSpPr txBox="1"/>
            <p:nvPr/>
          </p:nvSpPr>
          <p:spPr>
            <a:xfrm>
              <a:off x="9392499" y="4224677"/>
              <a:ext cx="2678938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b="1" dirty="0"/>
                <a:t>Communication Time</a:t>
              </a:r>
              <a:endParaRPr lang="zh-CN" altLang="en-US" sz="2000" b="1" dirty="0"/>
            </a:p>
            <a:p>
              <a:endParaRPr lang="zh-CN" altLang="en-US" sz="20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729415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直接连接符 189"/>
          <p:cNvCxnSpPr/>
          <p:nvPr/>
        </p:nvCxnSpPr>
        <p:spPr>
          <a:xfrm>
            <a:off x="8716432" y="-14014755"/>
            <a:ext cx="856482" cy="0"/>
          </a:xfrm>
          <a:prstGeom prst="line">
            <a:avLst/>
          </a:prstGeom>
          <a:ln w="19050">
            <a:solidFill>
              <a:srgbClr val="FFFF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4" name="直接连接符 193"/>
          <p:cNvCxnSpPr/>
          <p:nvPr/>
        </p:nvCxnSpPr>
        <p:spPr>
          <a:xfrm>
            <a:off x="10126975" y="-4953406"/>
            <a:ext cx="114989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93" name="组合 92"/>
          <p:cNvGrpSpPr/>
          <p:nvPr/>
        </p:nvGrpSpPr>
        <p:grpSpPr>
          <a:xfrm>
            <a:off x="-917909" y="-1425771"/>
            <a:ext cx="12901252" cy="8619051"/>
            <a:chOff x="-1085549" y="-1425771"/>
            <a:chExt cx="12901252" cy="8619051"/>
          </a:xfrm>
        </p:grpSpPr>
        <p:sp>
          <p:nvSpPr>
            <p:cNvPr id="55" name="圆角矩形 54"/>
            <p:cNvSpPr/>
            <p:nvPr/>
          </p:nvSpPr>
          <p:spPr>
            <a:xfrm>
              <a:off x="-1085549" y="-1425771"/>
              <a:ext cx="12901252" cy="2500785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6" name="圆角矩形 55"/>
            <p:cNvSpPr/>
            <p:nvPr/>
          </p:nvSpPr>
          <p:spPr>
            <a:xfrm>
              <a:off x="2286468" y="1445340"/>
              <a:ext cx="6429964" cy="2004083"/>
            </a:xfrm>
            <a:prstGeom prst="roundRect">
              <a:avLst/>
            </a:prstGeom>
            <a:noFill/>
            <a:ln w="28575">
              <a:solidFill>
                <a:schemeClr val="accent1">
                  <a:lumMod val="50000"/>
                </a:schemeClr>
              </a:solidFill>
              <a:prstDash val="dash"/>
            </a:ln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7" name="圆角矩形 56"/>
            <p:cNvSpPr/>
            <p:nvPr/>
          </p:nvSpPr>
          <p:spPr>
            <a:xfrm>
              <a:off x="-696909" y="3848263"/>
              <a:ext cx="12012629" cy="3345017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40000"/>
                  <a:lumOff val="60000"/>
                </a:schemeClr>
              </a:solidFill>
            </a:ln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文本框 57"/>
            <p:cNvSpPr txBox="1"/>
            <p:nvPr/>
          </p:nvSpPr>
          <p:spPr>
            <a:xfrm>
              <a:off x="3880754" y="-1363263"/>
              <a:ext cx="233910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800" b="1" dirty="0" smtClean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计算时间预测</a:t>
              </a:r>
              <a:endParaRPr lang="zh-CN" altLang="en-US" sz="28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59" name="矩形 58"/>
            <p:cNvSpPr/>
            <p:nvPr/>
          </p:nvSpPr>
          <p:spPr>
            <a:xfrm>
              <a:off x="-716280" y="-65766"/>
              <a:ext cx="2253381" cy="72947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b="1" dirty="0" smtClean="0">
                  <a:solidFill>
                    <a:schemeClr val="tx1"/>
                  </a:solidFill>
                </a:rPr>
                <a:t>神经网络分解</a:t>
              </a:r>
              <a:endParaRPr lang="zh-CN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64" name="矩形 63"/>
            <p:cNvSpPr/>
            <p:nvPr/>
          </p:nvSpPr>
          <p:spPr>
            <a:xfrm>
              <a:off x="3362928" y="-65767"/>
              <a:ext cx="2246981" cy="72947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b="1" dirty="0" smtClean="0">
                  <a:solidFill>
                    <a:schemeClr val="tx1"/>
                  </a:solidFill>
                </a:rPr>
                <a:t>特征空间采样</a:t>
              </a:r>
              <a:endParaRPr lang="zh-CN" altLang="en-US" sz="2400" b="1" dirty="0">
                <a:solidFill>
                  <a:schemeClr val="tx1"/>
                </a:solidFill>
              </a:endParaRPr>
            </a:p>
          </p:txBody>
        </p:sp>
        <p:cxnSp>
          <p:nvCxnSpPr>
            <p:cNvPr id="65" name="直接箭头连接符 64"/>
            <p:cNvCxnSpPr>
              <a:stCxn id="59" idx="3"/>
              <a:endCxn id="64" idx="1"/>
            </p:cNvCxnSpPr>
            <p:nvPr/>
          </p:nvCxnSpPr>
          <p:spPr>
            <a:xfrm>
              <a:off x="1545152" y="298974"/>
              <a:ext cx="181777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6" name="矩形 65"/>
            <p:cNvSpPr/>
            <p:nvPr/>
          </p:nvSpPr>
          <p:spPr>
            <a:xfrm>
              <a:off x="7194416" y="-207085"/>
              <a:ext cx="2148261" cy="102084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b="1" dirty="0" smtClean="0">
                  <a:solidFill>
                    <a:schemeClr val="tx1"/>
                  </a:solidFill>
                </a:rPr>
                <a:t>训练多层感知器模型</a:t>
              </a:r>
              <a:endParaRPr lang="zh-CN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1484281" y="-236749"/>
              <a:ext cx="1920985" cy="461665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ctr"/>
              <a:r>
                <a:rPr lang="zh-CN" altLang="en-US" sz="2400" b="1" dirty="0" smtClean="0"/>
                <a:t>神经网络层</a:t>
              </a:r>
              <a:endParaRPr lang="zh-CN" altLang="en-US" sz="2400" b="1" dirty="0"/>
            </a:p>
          </p:txBody>
        </p:sp>
        <p:cxnSp>
          <p:nvCxnSpPr>
            <p:cNvPr id="68" name="直接箭头连接符 67"/>
            <p:cNvCxnSpPr>
              <a:stCxn id="64" idx="3"/>
              <a:endCxn id="66" idx="1"/>
            </p:cNvCxnSpPr>
            <p:nvPr/>
          </p:nvCxnSpPr>
          <p:spPr>
            <a:xfrm>
              <a:off x="5609909" y="298972"/>
              <a:ext cx="1584507" cy="436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9" name="矩形 68"/>
            <p:cNvSpPr/>
            <p:nvPr/>
          </p:nvSpPr>
          <p:spPr>
            <a:xfrm>
              <a:off x="10040816" y="-34212"/>
              <a:ext cx="1444827" cy="67073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b="1" dirty="0" smtClean="0">
                  <a:solidFill>
                    <a:schemeClr val="tx1"/>
                  </a:solidFill>
                </a:rPr>
                <a:t>逐层预测</a:t>
              </a:r>
              <a:endParaRPr lang="zh-CN" altLang="en-US" sz="2400" b="1" dirty="0">
                <a:solidFill>
                  <a:schemeClr val="tx1"/>
                </a:solidFill>
              </a:endParaRPr>
            </a:p>
          </p:txBody>
        </p:sp>
        <p:cxnSp>
          <p:nvCxnSpPr>
            <p:cNvPr id="70" name="直接箭头连接符 69"/>
            <p:cNvCxnSpPr>
              <a:stCxn id="66" idx="3"/>
              <a:endCxn id="69" idx="1"/>
            </p:cNvCxnSpPr>
            <p:nvPr/>
          </p:nvCxnSpPr>
          <p:spPr>
            <a:xfrm flipV="1">
              <a:off x="9342677" y="301154"/>
              <a:ext cx="698139" cy="218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1" name="文本框 70"/>
            <p:cNvSpPr txBox="1"/>
            <p:nvPr/>
          </p:nvSpPr>
          <p:spPr>
            <a:xfrm>
              <a:off x="5580399" y="-590878"/>
              <a:ext cx="1674982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2400" b="1" dirty="0" smtClean="0"/>
                <a:t>基准测试数据集</a:t>
              </a:r>
              <a:endParaRPr lang="zh-CN" altLang="en-US" sz="2400" b="1" dirty="0"/>
            </a:p>
          </p:txBody>
        </p:sp>
        <p:sp>
          <p:nvSpPr>
            <p:cNvPr id="72" name="文本框 71"/>
            <p:cNvSpPr txBox="1"/>
            <p:nvPr/>
          </p:nvSpPr>
          <p:spPr>
            <a:xfrm>
              <a:off x="4573290" y="3952680"/>
              <a:ext cx="233910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2800" b="1" dirty="0" smtClean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通信时间预测</a:t>
              </a:r>
              <a:endParaRPr lang="zh-CN" altLang="en-US" sz="28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73" name="矩形 72"/>
            <p:cNvSpPr/>
            <p:nvPr/>
          </p:nvSpPr>
          <p:spPr>
            <a:xfrm>
              <a:off x="24784" y="4704968"/>
              <a:ext cx="2482647" cy="8769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b="1" dirty="0" smtClean="0">
                  <a:solidFill>
                    <a:schemeClr val="tx1"/>
                  </a:solidFill>
                </a:rPr>
                <a:t>实时吞吐量</a:t>
              </a:r>
              <a:endParaRPr lang="zh-CN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74" name="矩形 73"/>
            <p:cNvSpPr/>
            <p:nvPr/>
          </p:nvSpPr>
          <p:spPr>
            <a:xfrm>
              <a:off x="24784" y="5862297"/>
              <a:ext cx="2482647" cy="91176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b="1" dirty="0" smtClean="0">
                  <a:solidFill>
                    <a:schemeClr val="tx1"/>
                  </a:solidFill>
                </a:rPr>
                <a:t>通信拓扑分析</a:t>
              </a:r>
              <a:endParaRPr lang="zh-CN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75" name="矩形 74"/>
            <p:cNvSpPr/>
            <p:nvPr/>
          </p:nvSpPr>
          <p:spPr>
            <a:xfrm>
              <a:off x="3794128" y="4704968"/>
              <a:ext cx="3722220" cy="87689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b="1" dirty="0" smtClean="0">
                  <a:solidFill>
                    <a:schemeClr val="tx1"/>
                  </a:solidFill>
                </a:rPr>
                <a:t>单链路通信时间预测模型</a:t>
              </a:r>
              <a:endParaRPr lang="zh-CN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76" name="矩形 75"/>
            <p:cNvSpPr/>
            <p:nvPr/>
          </p:nvSpPr>
          <p:spPr>
            <a:xfrm>
              <a:off x="3794128" y="5862296"/>
              <a:ext cx="3722220" cy="91176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b="1" dirty="0" smtClean="0">
                  <a:solidFill>
                    <a:schemeClr val="tx1"/>
                  </a:solidFill>
                </a:rPr>
                <a:t>集群通信模型</a:t>
              </a:r>
              <a:endParaRPr lang="zh-CN" altLang="en-US" sz="2400" b="1" dirty="0">
                <a:solidFill>
                  <a:schemeClr val="tx1"/>
                </a:solidFill>
              </a:endParaRPr>
            </a:p>
          </p:txBody>
        </p:sp>
        <p:cxnSp>
          <p:nvCxnSpPr>
            <p:cNvPr id="77" name="直接箭头连接符 76"/>
            <p:cNvCxnSpPr>
              <a:stCxn id="73" idx="3"/>
              <a:endCxn id="75" idx="1"/>
            </p:cNvCxnSpPr>
            <p:nvPr/>
          </p:nvCxnSpPr>
          <p:spPr>
            <a:xfrm>
              <a:off x="2507431" y="5143418"/>
              <a:ext cx="128669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直接箭头连接符 77"/>
            <p:cNvCxnSpPr>
              <a:stCxn id="74" idx="3"/>
              <a:endCxn id="76" idx="1"/>
            </p:cNvCxnSpPr>
            <p:nvPr/>
          </p:nvCxnSpPr>
          <p:spPr>
            <a:xfrm flipV="1">
              <a:off x="2507431" y="6318178"/>
              <a:ext cx="1286697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9" name="矩形 78"/>
            <p:cNvSpPr/>
            <p:nvPr/>
          </p:nvSpPr>
          <p:spPr>
            <a:xfrm>
              <a:off x="8970438" y="5308946"/>
              <a:ext cx="1659482" cy="77804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b="1" dirty="0" smtClean="0">
                  <a:solidFill>
                    <a:schemeClr val="tx1"/>
                  </a:solidFill>
                </a:rPr>
                <a:t>模型结合</a:t>
              </a:r>
              <a:endParaRPr lang="zh-CN" altLang="en-US" sz="2400" b="1" dirty="0">
                <a:solidFill>
                  <a:schemeClr val="tx1"/>
                </a:solidFill>
              </a:endParaRPr>
            </a:p>
          </p:txBody>
        </p:sp>
        <p:cxnSp>
          <p:nvCxnSpPr>
            <p:cNvPr id="80" name="肘形连接符 79"/>
            <p:cNvCxnSpPr>
              <a:stCxn id="75" idx="3"/>
              <a:endCxn id="76" idx="3"/>
            </p:cNvCxnSpPr>
            <p:nvPr/>
          </p:nvCxnSpPr>
          <p:spPr>
            <a:xfrm>
              <a:off x="7516348" y="5143418"/>
              <a:ext cx="12700" cy="1174760"/>
            </a:xfrm>
            <a:prstGeom prst="bentConnector3">
              <a:avLst>
                <a:gd name="adj1" fmla="val 4165063"/>
              </a:avLst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直接箭头连接符 80"/>
            <p:cNvCxnSpPr>
              <a:endCxn id="79" idx="1"/>
            </p:cNvCxnSpPr>
            <p:nvPr/>
          </p:nvCxnSpPr>
          <p:spPr>
            <a:xfrm>
              <a:off x="8039598" y="5697970"/>
              <a:ext cx="93084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2" name="文本框 81"/>
            <p:cNvSpPr txBox="1"/>
            <p:nvPr/>
          </p:nvSpPr>
          <p:spPr>
            <a:xfrm>
              <a:off x="3793289" y="1568446"/>
              <a:ext cx="341632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2800" b="1" dirty="0" smtClean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计算通信并行性分析</a:t>
              </a:r>
              <a:endParaRPr lang="zh-CN" altLang="en-US" sz="28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83" name="矩形 82"/>
            <p:cNvSpPr/>
            <p:nvPr/>
          </p:nvSpPr>
          <p:spPr>
            <a:xfrm>
              <a:off x="6077341" y="2377693"/>
              <a:ext cx="2264538" cy="65439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b="1" dirty="0" smtClean="0">
                  <a:solidFill>
                    <a:schemeClr val="tx1"/>
                  </a:solidFill>
                </a:rPr>
                <a:t>关键路径提取</a:t>
              </a:r>
              <a:endParaRPr lang="zh-CN" altLang="en-US" sz="2800" b="1" dirty="0">
                <a:solidFill>
                  <a:schemeClr val="tx1"/>
                </a:solidFill>
              </a:endParaRPr>
            </a:p>
          </p:txBody>
        </p:sp>
        <p:sp>
          <p:nvSpPr>
            <p:cNvPr id="84" name="矩形 83"/>
            <p:cNvSpPr/>
            <p:nvPr/>
          </p:nvSpPr>
          <p:spPr>
            <a:xfrm>
              <a:off x="2718319" y="2377693"/>
              <a:ext cx="1916299" cy="654391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b="1" dirty="0" smtClean="0">
                  <a:solidFill>
                    <a:schemeClr val="tx1"/>
                  </a:solidFill>
                </a:rPr>
                <a:t>迭代时间</a:t>
              </a:r>
              <a:endParaRPr lang="zh-CN" altLang="en-US" sz="2800" b="1" dirty="0">
                <a:solidFill>
                  <a:schemeClr val="tx1"/>
                </a:solidFill>
              </a:endParaRPr>
            </a:p>
          </p:txBody>
        </p:sp>
        <p:cxnSp>
          <p:nvCxnSpPr>
            <p:cNvPr id="85" name="直接箭头连接符 84"/>
            <p:cNvCxnSpPr>
              <a:stCxn id="83" idx="1"/>
              <a:endCxn id="84" idx="3"/>
            </p:cNvCxnSpPr>
            <p:nvPr/>
          </p:nvCxnSpPr>
          <p:spPr>
            <a:xfrm flipH="1">
              <a:off x="4634618" y="2704889"/>
              <a:ext cx="1442723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肘形连接符 85"/>
            <p:cNvCxnSpPr>
              <a:stCxn id="69" idx="3"/>
            </p:cNvCxnSpPr>
            <p:nvPr/>
          </p:nvCxnSpPr>
          <p:spPr>
            <a:xfrm flipH="1">
              <a:off x="8341879" y="301154"/>
              <a:ext cx="3143764" cy="2286310"/>
            </a:xfrm>
            <a:prstGeom prst="bentConnector3">
              <a:avLst>
                <a:gd name="adj1" fmla="val -22300"/>
              </a:avLst>
            </a:prstGeom>
            <a:ln w="28575"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7" name="肘形连接符 86"/>
            <p:cNvCxnSpPr/>
            <p:nvPr/>
          </p:nvCxnSpPr>
          <p:spPr>
            <a:xfrm flipH="1" flipV="1">
              <a:off x="8375435" y="2801939"/>
              <a:ext cx="2274805" cy="2896031"/>
            </a:xfrm>
            <a:prstGeom prst="bentConnector4">
              <a:avLst>
                <a:gd name="adj1" fmla="val -66994"/>
                <a:gd name="adj2" fmla="val 99517"/>
              </a:avLst>
            </a:prstGeom>
            <a:ln w="28575" cap="flat"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8" name="文本框 87"/>
            <p:cNvSpPr txBox="1"/>
            <p:nvPr/>
          </p:nvSpPr>
          <p:spPr>
            <a:xfrm>
              <a:off x="9574181" y="2135758"/>
              <a:ext cx="121058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/>
                <a:t>计算时间</a:t>
              </a:r>
              <a:endParaRPr lang="zh-CN" altLang="en-US" sz="2000" dirty="0"/>
            </a:p>
          </p:txBody>
        </p:sp>
        <p:sp>
          <p:nvSpPr>
            <p:cNvPr id="89" name="文本框 88"/>
            <p:cNvSpPr txBox="1"/>
            <p:nvPr/>
          </p:nvSpPr>
          <p:spPr>
            <a:xfrm>
              <a:off x="9574181" y="2868217"/>
              <a:ext cx="121058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/>
                <a:t>通信时间</a:t>
              </a:r>
              <a:endParaRPr lang="zh-CN" altLang="en-US" sz="2000" dirty="0"/>
            </a:p>
          </p:txBody>
        </p:sp>
        <p:cxnSp>
          <p:nvCxnSpPr>
            <p:cNvPr id="51" name="直接箭头连接符 50"/>
            <p:cNvCxnSpPr/>
            <p:nvPr/>
          </p:nvCxnSpPr>
          <p:spPr>
            <a:xfrm flipH="1">
              <a:off x="8336799" y="2813574"/>
              <a:ext cx="176280" cy="313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000918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9" name="组合 178"/>
          <p:cNvGrpSpPr/>
          <p:nvPr/>
        </p:nvGrpSpPr>
        <p:grpSpPr>
          <a:xfrm>
            <a:off x="380717" y="58568"/>
            <a:ext cx="9221822" cy="2587557"/>
            <a:chOff x="380717" y="58568"/>
            <a:chExt cx="9221822" cy="2587557"/>
          </a:xfrm>
        </p:grpSpPr>
        <p:grpSp>
          <p:nvGrpSpPr>
            <p:cNvPr id="173" name="组合 172"/>
            <p:cNvGrpSpPr/>
            <p:nvPr/>
          </p:nvGrpSpPr>
          <p:grpSpPr>
            <a:xfrm>
              <a:off x="380717" y="58568"/>
              <a:ext cx="9221822" cy="2587557"/>
              <a:chOff x="2231849" y="1649486"/>
              <a:chExt cx="9221822" cy="2587557"/>
            </a:xfrm>
          </p:grpSpPr>
          <p:sp>
            <p:nvSpPr>
              <p:cNvPr id="171" name="矩形 170"/>
              <p:cNvSpPr/>
              <p:nvPr/>
            </p:nvSpPr>
            <p:spPr>
              <a:xfrm>
                <a:off x="2231849" y="1649486"/>
                <a:ext cx="9221822" cy="258755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grpSp>
            <p:nvGrpSpPr>
              <p:cNvPr id="170" name="组合 169"/>
              <p:cNvGrpSpPr/>
              <p:nvPr/>
            </p:nvGrpSpPr>
            <p:grpSpPr>
              <a:xfrm>
                <a:off x="2345511" y="1782498"/>
                <a:ext cx="9023061" cy="2433737"/>
                <a:chOff x="2345511" y="1782498"/>
                <a:chExt cx="9023061" cy="2433737"/>
              </a:xfrm>
            </p:grpSpPr>
            <p:grpSp>
              <p:nvGrpSpPr>
                <p:cNvPr id="161" name="组合 160"/>
                <p:cNvGrpSpPr/>
                <p:nvPr/>
              </p:nvGrpSpPr>
              <p:grpSpPr>
                <a:xfrm>
                  <a:off x="2345511" y="1782498"/>
                  <a:ext cx="4083493" cy="2433737"/>
                  <a:chOff x="2345511" y="1782498"/>
                  <a:chExt cx="4083493" cy="2433737"/>
                </a:xfrm>
              </p:grpSpPr>
              <p:sp>
                <p:nvSpPr>
                  <p:cNvPr id="3" name="椭圆 2"/>
                  <p:cNvSpPr/>
                  <p:nvPr/>
                </p:nvSpPr>
                <p:spPr>
                  <a:xfrm>
                    <a:off x="3309800" y="1804885"/>
                    <a:ext cx="2137050" cy="2137050"/>
                  </a:xfrm>
                  <a:prstGeom prst="ellipse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" name="椭圆 1"/>
                  <p:cNvSpPr/>
                  <p:nvPr/>
                </p:nvSpPr>
                <p:spPr>
                  <a:xfrm>
                    <a:off x="4831612" y="3509539"/>
                    <a:ext cx="428017" cy="428017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" name="椭圆 3"/>
                  <p:cNvSpPr/>
                  <p:nvPr/>
                </p:nvSpPr>
                <p:spPr>
                  <a:xfrm>
                    <a:off x="3541096" y="3513918"/>
                    <a:ext cx="428017" cy="428017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6" name="椭圆 5"/>
                  <p:cNvSpPr/>
                  <p:nvPr/>
                </p:nvSpPr>
                <p:spPr>
                  <a:xfrm>
                    <a:off x="3113079" y="2515249"/>
                    <a:ext cx="428017" cy="428017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7" name="椭圆 6"/>
                  <p:cNvSpPr/>
                  <p:nvPr/>
                </p:nvSpPr>
                <p:spPr>
                  <a:xfrm>
                    <a:off x="5215554" y="2515248"/>
                    <a:ext cx="428017" cy="428017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8" name="矩形 7"/>
                  <p:cNvSpPr/>
                  <p:nvPr/>
                </p:nvSpPr>
                <p:spPr>
                  <a:xfrm>
                    <a:off x="3882569" y="1782498"/>
                    <a:ext cx="991512" cy="334406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2800" b="1" dirty="0">
                      <a:solidFill>
                        <a:schemeClr val="tx1"/>
                      </a:solidFill>
                    </a:endParaRPr>
                  </a:p>
                </p:txBody>
              </p:sp>
              <p:cxnSp>
                <p:nvCxnSpPr>
                  <p:cNvPr id="10" name="直接箭头连接符 9"/>
                  <p:cNvCxnSpPr/>
                  <p:nvPr/>
                </p:nvCxnSpPr>
                <p:spPr>
                  <a:xfrm rot="-480000" flipV="1">
                    <a:off x="4771581" y="3841015"/>
                    <a:ext cx="87548" cy="19454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arrow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" name="直接箭头连接符 15"/>
                  <p:cNvCxnSpPr/>
                  <p:nvPr/>
                </p:nvCxnSpPr>
                <p:spPr>
                  <a:xfrm rot="17340000" flipV="1">
                    <a:off x="5395455" y="2981214"/>
                    <a:ext cx="87548" cy="19454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arrow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" name="直接箭头连接符 16"/>
                  <p:cNvCxnSpPr/>
                  <p:nvPr/>
                </p:nvCxnSpPr>
                <p:spPr>
                  <a:xfrm rot="25320000" flipV="1">
                    <a:off x="3516347" y="3549819"/>
                    <a:ext cx="87548" cy="19454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arrow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" name="直接箭头连接符 18"/>
                  <p:cNvCxnSpPr/>
                  <p:nvPr/>
                </p:nvCxnSpPr>
                <p:spPr>
                  <a:xfrm rot="29220000" flipV="1">
                    <a:off x="3341665" y="2464377"/>
                    <a:ext cx="88426" cy="19454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arrow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" name="直接箭头连接符 19"/>
                  <p:cNvCxnSpPr/>
                  <p:nvPr/>
                </p:nvCxnSpPr>
                <p:spPr>
                  <a:xfrm rot="13440000" flipV="1">
                    <a:off x="4844055" y="1923257"/>
                    <a:ext cx="87548" cy="18677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arrow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1" name="椭圆 20"/>
                  <p:cNvSpPr/>
                  <p:nvPr/>
                </p:nvSpPr>
                <p:spPr>
                  <a:xfrm>
                    <a:off x="3985342" y="1849752"/>
                    <a:ext cx="45719" cy="45719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2" name="椭圆 21"/>
                  <p:cNvSpPr/>
                  <p:nvPr/>
                </p:nvSpPr>
                <p:spPr>
                  <a:xfrm>
                    <a:off x="4132879" y="1849754"/>
                    <a:ext cx="45719" cy="45719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3" name="椭圆 22"/>
                  <p:cNvSpPr/>
                  <p:nvPr/>
                </p:nvSpPr>
                <p:spPr>
                  <a:xfrm>
                    <a:off x="4278235" y="1849752"/>
                    <a:ext cx="45719" cy="45719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4" name="椭圆 23"/>
                  <p:cNvSpPr/>
                  <p:nvPr/>
                </p:nvSpPr>
                <p:spPr>
                  <a:xfrm>
                    <a:off x="4424402" y="1849752"/>
                    <a:ext cx="45719" cy="45719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5" name="椭圆 24"/>
                  <p:cNvSpPr/>
                  <p:nvPr/>
                </p:nvSpPr>
                <p:spPr>
                  <a:xfrm>
                    <a:off x="4571939" y="1849752"/>
                    <a:ext cx="45719" cy="45719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6" name="椭圆 25"/>
                  <p:cNvSpPr/>
                  <p:nvPr/>
                </p:nvSpPr>
                <p:spPr>
                  <a:xfrm>
                    <a:off x="4723039" y="1849752"/>
                    <a:ext cx="45719" cy="45719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1" name="矩形 30"/>
                  <p:cNvSpPr/>
                  <p:nvPr/>
                </p:nvSpPr>
                <p:spPr>
                  <a:xfrm>
                    <a:off x="3432283" y="1918689"/>
                    <a:ext cx="59406" cy="200224"/>
                  </a:xfrm>
                  <a:prstGeom prst="rect">
                    <a:avLst/>
                  </a:prstGeom>
                  <a:solidFill>
                    <a:srgbClr val="FF0000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6" name="矩形 45"/>
                  <p:cNvSpPr/>
                  <p:nvPr/>
                </p:nvSpPr>
                <p:spPr>
                  <a:xfrm>
                    <a:off x="2782916" y="3676093"/>
                    <a:ext cx="690093" cy="314675"/>
                  </a:xfrm>
                  <a:prstGeom prst="rect">
                    <a:avLst/>
                  </a:prstGeom>
                  <a:solidFill>
                    <a:schemeClr val="accent1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47" name="矩形 46"/>
                  <p:cNvSpPr/>
                  <p:nvPr/>
                </p:nvSpPr>
                <p:spPr>
                  <a:xfrm>
                    <a:off x="2791460" y="3683068"/>
                    <a:ext cx="67376" cy="151949"/>
                  </a:xfrm>
                  <a:prstGeom prst="rect">
                    <a:avLst/>
                  </a:prstGeom>
                  <a:solidFill>
                    <a:srgbClr val="00B050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48" name="直接连接符 47"/>
                  <p:cNvCxnSpPr/>
                  <p:nvPr/>
                </p:nvCxnSpPr>
                <p:spPr>
                  <a:xfrm>
                    <a:off x="2861528" y="3676093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" name="直接连接符 48"/>
                  <p:cNvCxnSpPr/>
                  <p:nvPr/>
                </p:nvCxnSpPr>
                <p:spPr>
                  <a:xfrm>
                    <a:off x="2939633" y="3676093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" name="直接连接符 49"/>
                  <p:cNvCxnSpPr/>
                  <p:nvPr/>
                </p:nvCxnSpPr>
                <p:spPr>
                  <a:xfrm>
                    <a:off x="3017738" y="3676093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" name="直接连接符 51"/>
                  <p:cNvCxnSpPr/>
                  <p:nvPr/>
                </p:nvCxnSpPr>
                <p:spPr>
                  <a:xfrm>
                    <a:off x="3400643" y="3676093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53" name="文本框 52"/>
                  <p:cNvSpPr txBox="1"/>
                  <p:nvPr/>
                </p:nvSpPr>
                <p:spPr>
                  <a:xfrm>
                    <a:off x="3056595" y="3702712"/>
                    <a:ext cx="416414" cy="2616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AE" altLang="zh-CN" sz="1100" dirty="0" smtClean="0"/>
                      <a:t>……</a:t>
                    </a:r>
                    <a:endParaRPr lang="zh-CN" altLang="en-US" sz="1100" dirty="0"/>
                  </a:p>
                </p:txBody>
              </p:sp>
              <p:cxnSp>
                <p:nvCxnSpPr>
                  <p:cNvPr id="77" name="直接连接符 76"/>
                  <p:cNvCxnSpPr/>
                  <p:nvPr/>
                </p:nvCxnSpPr>
                <p:spPr>
                  <a:xfrm>
                    <a:off x="3097748" y="3677679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79" name="矩形 78"/>
                  <p:cNvSpPr/>
                  <p:nvPr/>
                </p:nvSpPr>
                <p:spPr>
                  <a:xfrm>
                    <a:off x="2345511" y="2576254"/>
                    <a:ext cx="690093" cy="314675"/>
                  </a:xfrm>
                  <a:prstGeom prst="rect">
                    <a:avLst/>
                  </a:prstGeom>
                  <a:solidFill>
                    <a:schemeClr val="accent6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80" name="矩形 79"/>
                  <p:cNvSpPr/>
                  <p:nvPr/>
                </p:nvSpPr>
                <p:spPr>
                  <a:xfrm>
                    <a:off x="2968448" y="2583229"/>
                    <a:ext cx="62878" cy="151949"/>
                  </a:xfrm>
                  <a:prstGeom prst="rect">
                    <a:avLst/>
                  </a:prstGeom>
                  <a:solidFill>
                    <a:srgbClr val="FF0000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81" name="直接连接符 80"/>
                  <p:cNvCxnSpPr/>
                  <p:nvPr/>
                </p:nvCxnSpPr>
                <p:spPr>
                  <a:xfrm>
                    <a:off x="2424123" y="2576254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2" name="直接连接符 81"/>
                  <p:cNvCxnSpPr/>
                  <p:nvPr/>
                </p:nvCxnSpPr>
                <p:spPr>
                  <a:xfrm>
                    <a:off x="2502228" y="2576254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3" name="直接连接符 82"/>
                  <p:cNvCxnSpPr/>
                  <p:nvPr/>
                </p:nvCxnSpPr>
                <p:spPr>
                  <a:xfrm>
                    <a:off x="2580333" y="2576254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4" name="直接连接符 83"/>
                  <p:cNvCxnSpPr/>
                  <p:nvPr/>
                </p:nvCxnSpPr>
                <p:spPr>
                  <a:xfrm>
                    <a:off x="2963238" y="2576254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85" name="文本框 84"/>
                  <p:cNvSpPr txBox="1"/>
                  <p:nvPr/>
                </p:nvSpPr>
                <p:spPr>
                  <a:xfrm>
                    <a:off x="2619190" y="2602873"/>
                    <a:ext cx="416414" cy="2616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AE" altLang="zh-CN" sz="1100" dirty="0" smtClean="0"/>
                      <a:t>……</a:t>
                    </a:r>
                    <a:endParaRPr lang="zh-CN" altLang="en-US" sz="1100" dirty="0"/>
                  </a:p>
                </p:txBody>
              </p:sp>
              <p:cxnSp>
                <p:nvCxnSpPr>
                  <p:cNvPr id="86" name="直接连接符 85"/>
                  <p:cNvCxnSpPr/>
                  <p:nvPr/>
                </p:nvCxnSpPr>
                <p:spPr>
                  <a:xfrm>
                    <a:off x="2660343" y="2577840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87" name="矩形 86"/>
                  <p:cNvSpPr/>
                  <p:nvPr/>
                </p:nvSpPr>
                <p:spPr>
                  <a:xfrm>
                    <a:off x="5322407" y="3683846"/>
                    <a:ext cx="690093" cy="314675"/>
                  </a:xfrm>
                  <a:prstGeom prst="rect">
                    <a:avLst/>
                  </a:prstGeom>
                  <a:solidFill>
                    <a:srgbClr val="ED7D31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88" name="矩形 87"/>
                  <p:cNvSpPr/>
                  <p:nvPr/>
                </p:nvSpPr>
                <p:spPr>
                  <a:xfrm>
                    <a:off x="5402417" y="3690821"/>
                    <a:ext cx="74803" cy="151949"/>
                  </a:xfrm>
                  <a:prstGeom prst="rect">
                    <a:avLst/>
                  </a:prstGeom>
                  <a:solidFill>
                    <a:srgbClr val="5B9BD5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89" name="直接连接符 88"/>
                  <p:cNvCxnSpPr/>
                  <p:nvPr/>
                </p:nvCxnSpPr>
                <p:spPr>
                  <a:xfrm>
                    <a:off x="5401019" y="3683846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0" name="直接连接符 89"/>
                  <p:cNvCxnSpPr/>
                  <p:nvPr/>
                </p:nvCxnSpPr>
                <p:spPr>
                  <a:xfrm>
                    <a:off x="5479124" y="3683846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1" name="直接连接符 90"/>
                  <p:cNvCxnSpPr/>
                  <p:nvPr/>
                </p:nvCxnSpPr>
                <p:spPr>
                  <a:xfrm>
                    <a:off x="5557229" y="3683846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2" name="直接连接符 91"/>
                  <p:cNvCxnSpPr/>
                  <p:nvPr/>
                </p:nvCxnSpPr>
                <p:spPr>
                  <a:xfrm>
                    <a:off x="5940134" y="3683846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93" name="文本框 92"/>
                  <p:cNvSpPr txBox="1"/>
                  <p:nvPr/>
                </p:nvSpPr>
                <p:spPr>
                  <a:xfrm>
                    <a:off x="5596086" y="3710465"/>
                    <a:ext cx="416414" cy="2616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AE" altLang="zh-CN" sz="1100" dirty="0" smtClean="0"/>
                      <a:t>……</a:t>
                    </a:r>
                    <a:endParaRPr lang="zh-CN" altLang="en-US" sz="1100" dirty="0"/>
                  </a:p>
                </p:txBody>
              </p:sp>
              <p:cxnSp>
                <p:nvCxnSpPr>
                  <p:cNvPr id="94" name="直接连接符 93"/>
                  <p:cNvCxnSpPr/>
                  <p:nvPr/>
                </p:nvCxnSpPr>
                <p:spPr>
                  <a:xfrm>
                    <a:off x="5637239" y="3685432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95" name="矩形 94"/>
                  <p:cNvSpPr/>
                  <p:nvPr/>
                </p:nvSpPr>
                <p:spPr>
                  <a:xfrm>
                    <a:off x="5738911" y="2576254"/>
                    <a:ext cx="690093" cy="314675"/>
                  </a:xfrm>
                  <a:prstGeom prst="rect">
                    <a:avLst/>
                  </a:prstGeom>
                  <a:solidFill>
                    <a:srgbClr val="FFFF00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96" name="矩形 95"/>
                  <p:cNvSpPr/>
                  <p:nvPr/>
                </p:nvSpPr>
                <p:spPr>
                  <a:xfrm>
                    <a:off x="5899568" y="2583229"/>
                    <a:ext cx="73536" cy="151949"/>
                  </a:xfrm>
                  <a:prstGeom prst="rect">
                    <a:avLst/>
                  </a:prstGeom>
                  <a:solidFill>
                    <a:srgbClr val="ED7D31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97" name="直接连接符 96"/>
                  <p:cNvCxnSpPr/>
                  <p:nvPr/>
                </p:nvCxnSpPr>
                <p:spPr>
                  <a:xfrm>
                    <a:off x="5817523" y="2576254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8" name="直接连接符 97"/>
                  <p:cNvCxnSpPr/>
                  <p:nvPr/>
                </p:nvCxnSpPr>
                <p:spPr>
                  <a:xfrm>
                    <a:off x="5895628" y="2576254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9" name="直接连接符 98"/>
                  <p:cNvCxnSpPr/>
                  <p:nvPr/>
                </p:nvCxnSpPr>
                <p:spPr>
                  <a:xfrm>
                    <a:off x="5973733" y="2576254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0" name="直接连接符 99"/>
                  <p:cNvCxnSpPr/>
                  <p:nvPr/>
                </p:nvCxnSpPr>
                <p:spPr>
                  <a:xfrm>
                    <a:off x="6356638" y="2576254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01" name="文本框 100"/>
                  <p:cNvSpPr txBox="1"/>
                  <p:nvPr/>
                </p:nvSpPr>
                <p:spPr>
                  <a:xfrm>
                    <a:off x="6012590" y="2602873"/>
                    <a:ext cx="416414" cy="2616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AE" altLang="zh-CN" sz="1100" dirty="0" smtClean="0"/>
                      <a:t>……</a:t>
                    </a:r>
                    <a:endParaRPr lang="zh-CN" altLang="en-US" sz="1100" dirty="0"/>
                  </a:p>
                </p:txBody>
              </p:sp>
              <p:cxnSp>
                <p:nvCxnSpPr>
                  <p:cNvPr id="102" name="直接连接符 101"/>
                  <p:cNvCxnSpPr/>
                  <p:nvPr/>
                </p:nvCxnSpPr>
                <p:spPr>
                  <a:xfrm>
                    <a:off x="6053743" y="2577840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03" name="矩形 102"/>
                  <p:cNvSpPr/>
                  <p:nvPr/>
                </p:nvSpPr>
                <p:spPr>
                  <a:xfrm>
                    <a:off x="3234566" y="3170176"/>
                    <a:ext cx="59406" cy="200224"/>
                  </a:xfrm>
                  <a:prstGeom prst="rect">
                    <a:avLst/>
                  </a:prstGeom>
                  <a:solidFill>
                    <a:srgbClr val="00B050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04" name="矩形 103"/>
                  <p:cNvSpPr/>
                  <p:nvPr/>
                </p:nvSpPr>
                <p:spPr>
                  <a:xfrm>
                    <a:off x="4318919" y="4016011"/>
                    <a:ext cx="59406" cy="200224"/>
                  </a:xfrm>
                  <a:prstGeom prst="rect">
                    <a:avLst/>
                  </a:prstGeom>
                  <a:solidFill>
                    <a:srgbClr val="5B9BD5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05" name="矩形 104"/>
                  <p:cNvSpPr/>
                  <p:nvPr/>
                </p:nvSpPr>
                <p:spPr>
                  <a:xfrm>
                    <a:off x="5462678" y="3170176"/>
                    <a:ext cx="59406" cy="200224"/>
                  </a:xfrm>
                  <a:prstGeom prst="rect">
                    <a:avLst/>
                  </a:prstGeom>
                  <a:solidFill>
                    <a:srgbClr val="ED7D31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06" name="矩形 105"/>
                  <p:cNvSpPr/>
                  <p:nvPr/>
                </p:nvSpPr>
                <p:spPr>
                  <a:xfrm>
                    <a:off x="5275834" y="1918689"/>
                    <a:ext cx="59406" cy="200224"/>
                  </a:xfrm>
                  <a:prstGeom prst="rect">
                    <a:avLst/>
                  </a:prstGeom>
                  <a:solidFill>
                    <a:srgbClr val="FFFF00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169" name="组合 168"/>
                <p:cNvGrpSpPr/>
                <p:nvPr/>
              </p:nvGrpSpPr>
              <p:grpSpPr>
                <a:xfrm>
                  <a:off x="7245831" y="1782498"/>
                  <a:ext cx="4122741" cy="2433737"/>
                  <a:chOff x="7474731" y="1782498"/>
                  <a:chExt cx="4122741" cy="2433737"/>
                </a:xfrm>
              </p:grpSpPr>
              <p:sp>
                <p:nvSpPr>
                  <p:cNvPr id="107" name="椭圆 106"/>
                  <p:cNvSpPr/>
                  <p:nvPr/>
                </p:nvSpPr>
                <p:spPr>
                  <a:xfrm>
                    <a:off x="8439020" y="1804885"/>
                    <a:ext cx="2137050" cy="2137050"/>
                  </a:xfrm>
                  <a:prstGeom prst="ellipse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08" name="椭圆 107"/>
                  <p:cNvSpPr/>
                  <p:nvPr/>
                </p:nvSpPr>
                <p:spPr>
                  <a:xfrm>
                    <a:off x="9960832" y="3509539"/>
                    <a:ext cx="428017" cy="428017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09" name="椭圆 108"/>
                  <p:cNvSpPr/>
                  <p:nvPr/>
                </p:nvSpPr>
                <p:spPr>
                  <a:xfrm>
                    <a:off x="8670316" y="3513918"/>
                    <a:ext cx="428017" cy="428017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10" name="椭圆 109"/>
                  <p:cNvSpPr/>
                  <p:nvPr/>
                </p:nvSpPr>
                <p:spPr>
                  <a:xfrm>
                    <a:off x="8242299" y="2515249"/>
                    <a:ext cx="428017" cy="428017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11" name="椭圆 110"/>
                  <p:cNvSpPr/>
                  <p:nvPr/>
                </p:nvSpPr>
                <p:spPr>
                  <a:xfrm>
                    <a:off x="10344774" y="2515248"/>
                    <a:ext cx="428017" cy="428017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12" name="矩形 111"/>
                  <p:cNvSpPr/>
                  <p:nvPr/>
                </p:nvSpPr>
                <p:spPr>
                  <a:xfrm>
                    <a:off x="9011789" y="1782498"/>
                    <a:ext cx="991512" cy="334406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2800" b="1" dirty="0">
                      <a:solidFill>
                        <a:schemeClr val="tx1"/>
                      </a:solidFill>
                    </a:endParaRPr>
                  </a:p>
                </p:txBody>
              </p:sp>
              <p:cxnSp>
                <p:nvCxnSpPr>
                  <p:cNvPr id="113" name="直接箭头连接符 112"/>
                  <p:cNvCxnSpPr/>
                  <p:nvPr/>
                </p:nvCxnSpPr>
                <p:spPr>
                  <a:xfrm rot="21120000" flipV="1">
                    <a:off x="9900801" y="3841015"/>
                    <a:ext cx="87548" cy="19454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arrow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4" name="直接箭头连接符 113"/>
                  <p:cNvCxnSpPr/>
                  <p:nvPr/>
                </p:nvCxnSpPr>
                <p:spPr>
                  <a:xfrm rot="17340000" flipV="1">
                    <a:off x="10524675" y="2981214"/>
                    <a:ext cx="87548" cy="19454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arrow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5" name="直接箭头连接符 114"/>
                  <p:cNvCxnSpPr/>
                  <p:nvPr/>
                </p:nvCxnSpPr>
                <p:spPr>
                  <a:xfrm rot="3720000" flipV="1">
                    <a:off x="8645567" y="3549819"/>
                    <a:ext cx="87548" cy="19454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arrow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6" name="直接箭头连接符 115"/>
                  <p:cNvCxnSpPr/>
                  <p:nvPr/>
                </p:nvCxnSpPr>
                <p:spPr>
                  <a:xfrm rot="7620000" flipV="1">
                    <a:off x="8470885" y="2464377"/>
                    <a:ext cx="88426" cy="19454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arrow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7" name="直接箭头连接符 116"/>
                  <p:cNvCxnSpPr/>
                  <p:nvPr/>
                </p:nvCxnSpPr>
                <p:spPr>
                  <a:xfrm rot="13440000" flipV="1">
                    <a:off x="9973275" y="1923257"/>
                    <a:ext cx="87548" cy="18677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arrow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18" name="椭圆 117"/>
                  <p:cNvSpPr/>
                  <p:nvPr/>
                </p:nvSpPr>
                <p:spPr>
                  <a:xfrm>
                    <a:off x="9114562" y="1849752"/>
                    <a:ext cx="45719" cy="45719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19" name="椭圆 118"/>
                  <p:cNvSpPr/>
                  <p:nvPr/>
                </p:nvSpPr>
                <p:spPr>
                  <a:xfrm>
                    <a:off x="9262099" y="1849754"/>
                    <a:ext cx="45719" cy="45719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0" name="椭圆 119"/>
                  <p:cNvSpPr/>
                  <p:nvPr/>
                </p:nvSpPr>
                <p:spPr>
                  <a:xfrm>
                    <a:off x="9407455" y="1849752"/>
                    <a:ext cx="45719" cy="45719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1" name="椭圆 120"/>
                  <p:cNvSpPr/>
                  <p:nvPr/>
                </p:nvSpPr>
                <p:spPr>
                  <a:xfrm>
                    <a:off x="9553622" y="1849752"/>
                    <a:ext cx="45719" cy="45719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2" name="椭圆 121"/>
                  <p:cNvSpPr/>
                  <p:nvPr/>
                </p:nvSpPr>
                <p:spPr>
                  <a:xfrm>
                    <a:off x="9701159" y="1849752"/>
                    <a:ext cx="45719" cy="45719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3" name="椭圆 122"/>
                  <p:cNvSpPr/>
                  <p:nvPr/>
                </p:nvSpPr>
                <p:spPr>
                  <a:xfrm>
                    <a:off x="9852259" y="1849752"/>
                    <a:ext cx="45719" cy="45719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4" name="矩形 123"/>
                  <p:cNvSpPr/>
                  <p:nvPr/>
                </p:nvSpPr>
                <p:spPr>
                  <a:xfrm>
                    <a:off x="8561503" y="1918689"/>
                    <a:ext cx="59406" cy="200224"/>
                  </a:xfrm>
                  <a:prstGeom prst="rect">
                    <a:avLst/>
                  </a:prstGeom>
                  <a:solidFill>
                    <a:srgbClr val="FF0000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5" name="矩形 124"/>
                  <p:cNvSpPr/>
                  <p:nvPr/>
                </p:nvSpPr>
                <p:spPr>
                  <a:xfrm>
                    <a:off x="7912136" y="3676093"/>
                    <a:ext cx="690093" cy="314675"/>
                  </a:xfrm>
                  <a:prstGeom prst="rect">
                    <a:avLst/>
                  </a:prstGeom>
                  <a:solidFill>
                    <a:schemeClr val="accent1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cxnSp>
                <p:nvCxnSpPr>
                  <p:cNvPr id="127" name="直接连接符 126"/>
                  <p:cNvCxnSpPr/>
                  <p:nvPr/>
                </p:nvCxnSpPr>
                <p:spPr>
                  <a:xfrm>
                    <a:off x="7990748" y="3676093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0" name="直接连接符 129"/>
                  <p:cNvCxnSpPr/>
                  <p:nvPr/>
                </p:nvCxnSpPr>
                <p:spPr>
                  <a:xfrm>
                    <a:off x="8529863" y="3676093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31" name="文本框 130"/>
                  <p:cNvSpPr txBox="1"/>
                  <p:nvPr/>
                </p:nvSpPr>
                <p:spPr>
                  <a:xfrm>
                    <a:off x="8185815" y="3702712"/>
                    <a:ext cx="416414" cy="2616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AE" altLang="zh-CN" sz="1100" dirty="0" smtClean="0"/>
                      <a:t>……</a:t>
                    </a:r>
                    <a:endParaRPr lang="zh-CN" altLang="en-US" sz="1100" dirty="0"/>
                  </a:p>
                </p:txBody>
              </p:sp>
              <p:cxnSp>
                <p:nvCxnSpPr>
                  <p:cNvPr id="132" name="直接连接符 131"/>
                  <p:cNvCxnSpPr/>
                  <p:nvPr/>
                </p:nvCxnSpPr>
                <p:spPr>
                  <a:xfrm>
                    <a:off x="8226968" y="3677679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33" name="矩形 132"/>
                  <p:cNvSpPr/>
                  <p:nvPr/>
                </p:nvSpPr>
                <p:spPr>
                  <a:xfrm>
                    <a:off x="7474731" y="2576254"/>
                    <a:ext cx="690093" cy="314675"/>
                  </a:xfrm>
                  <a:prstGeom prst="rect">
                    <a:avLst/>
                  </a:prstGeom>
                  <a:solidFill>
                    <a:schemeClr val="accent6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134" name="矩形 133"/>
                  <p:cNvSpPr/>
                  <p:nvPr/>
                </p:nvSpPr>
                <p:spPr>
                  <a:xfrm>
                    <a:off x="7554549" y="2576438"/>
                    <a:ext cx="75383" cy="313690"/>
                  </a:xfrm>
                  <a:prstGeom prst="rect">
                    <a:avLst/>
                  </a:prstGeom>
                  <a:solidFill>
                    <a:schemeClr val="accent3">
                      <a:lumMod val="60000"/>
                      <a:lumOff val="4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137" name="直接连接符 136"/>
                  <p:cNvCxnSpPr/>
                  <p:nvPr/>
                </p:nvCxnSpPr>
                <p:spPr>
                  <a:xfrm>
                    <a:off x="7709553" y="2576254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8" name="直接连接符 137"/>
                  <p:cNvCxnSpPr/>
                  <p:nvPr/>
                </p:nvCxnSpPr>
                <p:spPr>
                  <a:xfrm>
                    <a:off x="8092458" y="2576254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39" name="文本框 138"/>
                  <p:cNvSpPr txBox="1"/>
                  <p:nvPr/>
                </p:nvSpPr>
                <p:spPr>
                  <a:xfrm>
                    <a:off x="7748410" y="2602873"/>
                    <a:ext cx="416414" cy="2616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AE" altLang="zh-CN" sz="1100" dirty="0" smtClean="0"/>
                      <a:t>……</a:t>
                    </a:r>
                    <a:endParaRPr lang="zh-CN" altLang="en-US" sz="1100" dirty="0"/>
                  </a:p>
                </p:txBody>
              </p:sp>
              <p:cxnSp>
                <p:nvCxnSpPr>
                  <p:cNvPr id="140" name="直接连接符 139"/>
                  <p:cNvCxnSpPr/>
                  <p:nvPr/>
                </p:nvCxnSpPr>
                <p:spPr>
                  <a:xfrm>
                    <a:off x="7789563" y="2577840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41" name="矩形 140"/>
                  <p:cNvSpPr/>
                  <p:nvPr/>
                </p:nvSpPr>
                <p:spPr>
                  <a:xfrm>
                    <a:off x="10451627" y="3683846"/>
                    <a:ext cx="690093" cy="314675"/>
                  </a:xfrm>
                  <a:prstGeom prst="rect">
                    <a:avLst/>
                  </a:prstGeom>
                  <a:solidFill>
                    <a:srgbClr val="ED7D31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cxnSp>
                <p:nvCxnSpPr>
                  <p:cNvPr id="143" name="直接连接符 142"/>
                  <p:cNvCxnSpPr/>
                  <p:nvPr/>
                </p:nvCxnSpPr>
                <p:spPr>
                  <a:xfrm>
                    <a:off x="10530239" y="3683846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4" name="直接连接符 143"/>
                  <p:cNvCxnSpPr/>
                  <p:nvPr/>
                </p:nvCxnSpPr>
                <p:spPr>
                  <a:xfrm>
                    <a:off x="10608344" y="3683846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6" name="直接连接符 145"/>
                  <p:cNvCxnSpPr/>
                  <p:nvPr/>
                </p:nvCxnSpPr>
                <p:spPr>
                  <a:xfrm>
                    <a:off x="11069354" y="3683846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47" name="文本框 146"/>
                  <p:cNvSpPr txBox="1"/>
                  <p:nvPr/>
                </p:nvSpPr>
                <p:spPr>
                  <a:xfrm>
                    <a:off x="10725306" y="3710465"/>
                    <a:ext cx="416414" cy="2616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AE" altLang="zh-CN" sz="1100" dirty="0" smtClean="0"/>
                      <a:t>……</a:t>
                    </a:r>
                    <a:endParaRPr lang="zh-CN" altLang="en-US" sz="1100" dirty="0"/>
                  </a:p>
                </p:txBody>
              </p:sp>
              <p:sp>
                <p:nvSpPr>
                  <p:cNvPr id="149" name="矩形 148"/>
                  <p:cNvSpPr/>
                  <p:nvPr/>
                </p:nvSpPr>
                <p:spPr>
                  <a:xfrm>
                    <a:off x="10868131" y="2576254"/>
                    <a:ext cx="690093" cy="314675"/>
                  </a:xfrm>
                  <a:prstGeom prst="rect">
                    <a:avLst/>
                  </a:prstGeom>
                  <a:solidFill>
                    <a:srgbClr val="FFFF00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cxnSp>
                <p:nvCxnSpPr>
                  <p:cNvPr id="151" name="直接连接符 150"/>
                  <p:cNvCxnSpPr/>
                  <p:nvPr/>
                </p:nvCxnSpPr>
                <p:spPr>
                  <a:xfrm>
                    <a:off x="10946743" y="2576254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2" name="直接连接符 151"/>
                  <p:cNvCxnSpPr/>
                  <p:nvPr/>
                </p:nvCxnSpPr>
                <p:spPr>
                  <a:xfrm>
                    <a:off x="11024848" y="2576254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3" name="直接连接符 152"/>
                  <p:cNvCxnSpPr/>
                  <p:nvPr/>
                </p:nvCxnSpPr>
                <p:spPr>
                  <a:xfrm>
                    <a:off x="11102953" y="2576254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4" name="直接连接符 153"/>
                  <p:cNvCxnSpPr/>
                  <p:nvPr/>
                </p:nvCxnSpPr>
                <p:spPr>
                  <a:xfrm>
                    <a:off x="11485858" y="2576254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55" name="文本框 154"/>
                  <p:cNvSpPr txBox="1"/>
                  <p:nvPr/>
                </p:nvSpPr>
                <p:spPr>
                  <a:xfrm>
                    <a:off x="11181058" y="2602873"/>
                    <a:ext cx="416414" cy="2616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AE" altLang="zh-CN" sz="1100" dirty="0" smtClean="0"/>
                      <a:t>……</a:t>
                    </a:r>
                    <a:endParaRPr lang="zh-CN" altLang="en-US" sz="1100" dirty="0"/>
                  </a:p>
                </p:txBody>
              </p:sp>
              <p:sp>
                <p:nvSpPr>
                  <p:cNvPr id="157" name="矩形 156"/>
                  <p:cNvSpPr/>
                  <p:nvPr/>
                </p:nvSpPr>
                <p:spPr>
                  <a:xfrm>
                    <a:off x="8363786" y="3170176"/>
                    <a:ext cx="59406" cy="200224"/>
                  </a:xfrm>
                  <a:prstGeom prst="rect">
                    <a:avLst/>
                  </a:prstGeom>
                  <a:solidFill>
                    <a:srgbClr val="00B050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58" name="矩形 157"/>
                  <p:cNvSpPr/>
                  <p:nvPr/>
                </p:nvSpPr>
                <p:spPr>
                  <a:xfrm>
                    <a:off x="9448139" y="4016011"/>
                    <a:ext cx="59406" cy="200224"/>
                  </a:xfrm>
                  <a:prstGeom prst="rect">
                    <a:avLst/>
                  </a:prstGeom>
                  <a:solidFill>
                    <a:srgbClr val="5B9BD5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59" name="矩形 158"/>
                  <p:cNvSpPr/>
                  <p:nvPr/>
                </p:nvSpPr>
                <p:spPr>
                  <a:xfrm>
                    <a:off x="10591898" y="3170176"/>
                    <a:ext cx="59406" cy="200224"/>
                  </a:xfrm>
                  <a:prstGeom prst="rect">
                    <a:avLst/>
                  </a:prstGeom>
                  <a:solidFill>
                    <a:srgbClr val="ED7D31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60" name="矩形 159"/>
                  <p:cNvSpPr/>
                  <p:nvPr/>
                </p:nvSpPr>
                <p:spPr>
                  <a:xfrm>
                    <a:off x="10405054" y="1918689"/>
                    <a:ext cx="59406" cy="200224"/>
                  </a:xfrm>
                  <a:prstGeom prst="rect">
                    <a:avLst/>
                  </a:prstGeom>
                  <a:solidFill>
                    <a:srgbClr val="FFFF00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cxnSp>
              <p:nvCxnSpPr>
                <p:cNvPr id="167" name="直接箭头连接符 166"/>
                <p:cNvCxnSpPr/>
                <p:nvPr/>
              </p:nvCxnSpPr>
              <p:spPr>
                <a:xfrm>
                  <a:off x="6644640" y="2948257"/>
                  <a:ext cx="396240" cy="1232"/>
                </a:xfrm>
                <a:prstGeom prst="straightConnector1">
                  <a:avLst/>
                </a:prstGeom>
                <a:ln w="28575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74" name="矩形 173"/>
            <p:cNvSpPr/>
            <p:nvPr/>
          </p:nvSpPr>
          <p:spPr>
            <a:xfrm>
              <a:off x="5980711" y="2085494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5" name="矩形 174"/>
            <p:cNvSpPr/>
            <p:nvPr/>
          </p:nvSpPr>
          <p:spPr>
            <a:xfrm>
              <a:off x="8605329" y="2093420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6" name="矩形 175"/>
            <p:cNvSpPr/>
            <p:nvPr/>
          </p:nvSpPr>
          <p:spPr>
            <a:xfrm>
              <a:off x="9095453" y="985520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8" name="文本框 177"/>
            <p:cNvSpPr txBox="1"/>
            <p:nvPr/>
          </p:nvSpPr>
          <p:spPr>
            <a:xfrm>
              <a:off x="4063380" y="1419470"/>
              <a:ext cx="184377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200" b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communication n-1 times</a:t>
              </a:r>
              <a:endParaRPr lang="zh-CN" alt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446306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8"/>
          <p:cNvGrpSpPr/>
          <p:nvPr/>
        </p:nvGrpSpPr>
        <p:grpSpPr>
          <a:xfrm>
            <a:off x="148219" y="529092"/>
            <a:ext cx="9221822" cy="5835458"/>
            <a:chOff x="148219" y="529092"/>
            <a:chExt cx="9221822" cy="5835458"/>
          </a:xfrm>
        </p:grpSpPr>
        <p:grpSp>
          <p:nvGrpSpPr>
            <p:cNvPr id="179" name="组合 178"/>
            <p:cNvGrpSpPr/>
            <p:nvPr/>
          </p:nvGrpSpPr>
          <p:grpSpPr>
            <a:xfrm>
              <a:off x="148219" y="529092"/>
              <a:ext cx="9221822" cy="2587557"/>
              <a:chOff x="380717" y="58568"/>
              <a:chExt cx="9221822" cy="2587557"/>
            </a:xfrm>
          </p:grpSpPr>
          <p:grpSp>
            <p:nvGrpSpPr>
              <p:cNvPr id="173" name="组合 172"/>
              <p:cNvGrpSpPr/>
              <p:nvPr/>
            </p:nvGrpSpPr>
            <p:grpSpPr>
              <a:xfrm>
                <a:off x="380717" y="58568"/>
                <a:ext cx="9221822" cy="2587557"/>
                <a:chOff x="2231849" y="1649486"/>
                <a:chExt cx="9221822" cy="2587557"/>
              </a:xfrm>
            </p:grpSpPr>
            <p:sp>
              <p:nvSpPr>
                <p:cNvPr id="171" name="矩形 170"/>
                <p:cNvSpPr/>
                <p:nvPr/>
              </p:nvSpPr>
              <p:spPr>
                <a:xfrm>
                  <a:off x="2231849" y="1649486"/>
                  <a:ext cx="9221822" cy="258755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grpSp>
              <p:nvGrpSpPr>
                <p:cNvPr id="170" name="组合 169"/>
                <p:cNvGrpSpPr/>
                <p:nvPr/>
              </p:nvGrpSpPr>
              <p:grpSpPr>
                <a:xfrm>
                  <a:off x="2345511" y="1782498"/>
                  <a:ext cx="9023061" cy="2433737"/>
                  <a:chOff x="2345511" y="1782498"/>
                  <a:chExt cx="9023061" cy="2433737"/>
                </a:xfrm>
              </p:grpSpPr>
              <p:grpSp>
                <p:nvGrpSpPr>
                  <p:cNvPr id="161" name="组合 160"/>
                  <p:cNvGrpSpPr/>
                  <p:nvPr/>
                </p:nvGrpSpPr>
                <p:grpSpPr>
                  <a:xfrm>
                    <a:off x="2345511" y="1782498"/>
                    <a:ext cx="4083493" cy="2433737"/>
                    <a:chOff x="2345511" y="1782498"/>
                    <a:chExt cx="4083493" cy="2433737"/>
                  </a:xfrm>
                </p:grpSpPr>
                <p:sp>
                  <p:nvSpPr>
                    <p:cNvPr id="3" name="椭圆 2"/>
                    <p:cNvSpPr/>
                    <p:nvPr/>
                  </p:nvSpPr>
                  <p:spPr>
                    <a:xfrm>
                      <a:off x="3309800" y="1804885"/>
                      <a:ext cx="2137050" cy="2137050"/>
                    </a:xfrm>
                    <a:prstGeom prst="ellips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" name="椭圆 1"/>
                    <p:cNvSpPr/>
                    <p:nvPr/>
                  </p:nvSpPr>
                  <p:spPr>
                    <a:xfrm>
                      <a:off x="4831612" y="3509539"/>
                      <a:ext cx="428017" cy="42801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4" name="椭圆 3"/>
                    <p:cNvSpPr/>
                    <p:nvPr/>
                  </p:nvSpPr>
                  <p:spPr>
                    <a:xfrm>
                      <a:off x="3541096" y="3513918"/>
                      <a:ext cx="428017" cy="42801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" name="椭圆 5"/>
                    <p:cNvSpPr/>
                    <p:nvPr/>
                  </p:nvSpPr>
                  <p:spPr>
                    <a:xfrm>
                      <a:off x="3113079" y="2515249"/>
                      <a:ext cx="428017" cy="42801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7" name="椭圆 6"/>
                    <p:cNvSpPr/>
                    <p:nvPr/>
                  </p:nvSpPr>
                  <p:spPr>
                    <a:xfrm>
                      <a:off x="5215554" y="2515248"/>
                      <a:ext cx="428017" cy="42801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8" name="矩形 7"/>
                    <p:cNvSpPr/>
                    <p:nvPr/>
                  </p:nvSpPr>
                  <p:spPr>
                    <a:xfrm>
                      <a:off x="3882569" y="1782498"/>
                      <a:ext cx="991512" cy="334406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2800" b="1" dirty="0">
                        <a:solidFill>
                          <a:schemeClr val="tx1"/>
                        </a:solidFill>
                      </a:endParaRPr>
                    </a:p>
                  </p:txBody>
                </p:sp>
                <p:cxnSp>
                  <p:nvCxnSpPr>
                    <p:cNvPr id="10" name="直接箭头连接符 9"/>
                    <p:cNvCxnSpPr/>
                    <p:nvPr/>
                  </p:nvCxnSpPr>
                  <p:spPr>
                    <a:xfrm rot="-480000" flipV="1">
                      <a:off x="4771581" y="3841015"/>
                      <a:ext cx="87548" cy="19454"/>
                    </a:xfrm>
                    <a:prstGeom prst="straightConnector1">
                      <a:avLst/>
                    </a:prstGeom>
                    <a:ln w="28575">
                      <a:solidFill>
                        <a:schemeClr val="tx1"/>
                      </a:solidFill>
                      <a:tailEnd type="arrow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6" name="直接箭头连接符 15"/>
                    <p:cNvCxnSpPr/>
                    <p:nvPr/>
                  </p:nvCxnSpPr>
                  <p:spPr>
                    <a:xfrm rot="17340000" flipV="1">
                      <a:off x="5395455" y="2981214"/>
                      <a:ext cx="87548" cy="19454"/>
                    </a:xfrm>
                    <a:prstGeom prst="straightConnector1">
                      <a:avLst/>
                    </a:prstGeom>
                    <a:ln w="28575">
                      <a:solidFill>
                        <a:schemeClr val="tx1"/>
                      </a:solidFill>
                      <a:tailEnd type="arrow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" name="直接箭头连接符 16"/>
                    <p:cNvCxnSpPr/>
                    <p:nvPr/>
                  </p:nvCxnSpPr>
                  <p:spPr>
                    <a:xfrm rot="25320000" flipV="1">
                      <a:off x="3516347" y="3549819"/>
                      <a:ext cx="87548" cy="19454"/>
                    </a:xfrm>
                    <a:prstGeom prst="straightConnector1">
                      <a:avLst/>
                    </a:prstGeom>
                    <a:ln w="28575">
                      <a:solidFill>
                        <a:schemeClr val="tx1"/>
                      </a:solidFill>
                      <a:tailEnd type="arrow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9" name="直接箭头连接符 18"/>
                    <p:cNvCxnSpPr/>
                    <p:nvPr/>
                  </p:nvCxnSpPr>
                  <p:spPr>
                    <a:xfrm rot="29220000" flipV="1">
                      <a:off x="3341665" y="2464377"/>
                      <a:ext cx="88426" cy="19454"/>
                    </a:xfrm>
                    <a:prstGeom prst="straightConnector1">
                      <a:avLst/>
                    </a:prstGeom>
                    <a:ln w="28575">
                      <a:solidFill>
                        <a:schemeClr val="tx1"/>
                      </a:solidFill>
                      <a:tailEnd type="arrow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" name="直接箭头连接符 19"/>
                    <p:cNvCxnSpPr/>
                    <p:nvPr/>
                  </p:nvCxnSpPr>
                  <p:spPr>
                    <a:xfrm rot="13440000" flipV="1">
                      <a:off x="4844055" y="1923257"/>
                      <a:ext cx="87548" cy="18677"/>
                    </a:xfrm>
                    <a:prstGeom prst="straightConnector1">
                      <a:avLst/>
                    </a:prstGeom>
                    <a:ln w="28575">
                      <a:solidFill>
                        <a:schemeClr val="tx1"/>
                      </a:solidFill>
                      <a:tailEnd type="arrow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21" name="椭圆 20"/>
                    <p:cNvSpPr/>
                    <p:nvPr/>
                  </p:nvSpPr>
                  <p:spPr>
                    <a:xfrm>
                      <a:off x="3985342" y="1849752"/>
                      <a:ext cx="45719" cy="45719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2" name="椭圆 21"/>
                    <p:cNvSpPr/>
                    <p:nvPr/>
                  </p:nvSpPr>
                  <p:spPr>
                    <a:xfrm>
                      <a:off x="4132879" y="1849754"/>
                      <a:ext cx="45719" cy="45719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3" name="椭圆 22"/>
                    <p:cNvSpPr/>
                    <p:nvPr/>
                  </p:nvSpPr>
                  <p:spPr>
                    <a:xfrm>
                      <a:off x="4278235" y="1849752"/>
                      <a:ext cx="45719" cy="45719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4" name="椭圆 23"/>
                    <p:cNvSpPr/>
                    <p:nvPr/>
                  </p:nvSpPr>
                  <p:spPr>
                    <a:xfrm>
                      <a:off x="4424402" y="1849752"/>
                      <a:ext cx="45719" cy="45719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5" name="椭圆 24"/>
                    <p:cNvSpPr/>
                    <p:nvPr/>
                  </p:nvSpPr>
                  <p:spPr>
                    <a:xfrm>
                      <a:off x="4571939" y="1849752"/>
                      <a:ext cx="45719" cy="45719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6" name="椭圆 25"/>
                    <p:cNvSpPr/>
                    <p:nvPr/>
                  </p:nvSpPr>
                  <p:spPr>
                    <a:xfrm>
                      <a:off x="4723039" y="1849752"/>
                      <a:ext cx="45719" cy="45719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1" name="矩形 30"/>
                    <p:cNvSpPr/>
                    <p:nvPr/>
                  </p:nvSpPr>
                  <p:spPr>
                    <a:xfrm>
                      <a:off x="3432283" y="1918689"/>
                      <a:ext cx="59406" cy="200224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46" name="矩形 45"/>
                    <p:cNvSpPr/>
                    <p:nvPr/>
                  </p:nvSpPr>
                  <p:spPr>
                    <a:xfrm>
                      <a:off x="2782916" y="3676093"/>
                      <a:ext cx="690093" cy="314675"/>
                    </a:xfrm>
                    <a:prstGeom prst="rect">
                      <a:avLst/>
                    </a:prstGeom>
                    <a:solidFill>
                      <a:schemeClr val="accent1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47" name="矩形 46"/>
                    <p:cNvSpPr/>
                    <p:nvPr/>
                  </p:nvSpPr>
                  <p:spPr>
                    <a:xfrm>
                      <a:off x="2791460" y="3683068"/>
                      <a:ext cx="67376" cy="151949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cxnSp>
                  <p:nvCxnSpPr>
                    <p:cNvPr id="48" name="直接连接符 47"/>
                    <p:cNvCxnSpPr/>
                    <p:nvPr/>
                  </p:nvCxnSpPr>
                  <p:spPr>
                    <a:xfrm>
                      <a:off x="2861528" y="3676093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9" name="直接连接符 48"/>
                    <p:cNvCxnSpPr/>
                    <p:nvPr/>
                  </p:nvCxnSpPr>
                  <p:spPr>
                    <a:xfrm>
                      <a:off x="2939633" y="3676093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50" name="直接连接符 49"/>
                    <p:cNvCxnSpPr/>
                    <p:nvPr/>
                  </p:nvCxnSpPr>
                  <p:spPr>
                    <a:xfrm>
                      <a:off x="3017738" y="3676093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52" name="直接连接符 51"/>
                    <p:cNvCxnSpPr/>
                    <p:nvPr/>
                  </p:nvCxnSpPr>
                  <p:spPr>
                    <a:xfrm>
                      <a:off x="3400643" y="3676093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53" name="文本框 52"/>
                    <p:cNvSpPr txBox="1"/>
                    <p:nvPr/>
                  </p:nvSpPr>
                  <p:spPr>
                    <a:xfrm>
                      <a:off x="3056595" y="3702712"/>
                      <a:ext cx="416414" cy="2616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AE" altLang="zh-CN" sz="1100" dirty="0" smtClean="0"/>
                        <a:t>……</a:t>
                      </a:r>
                      <a:endParaRPr lang="zh-CN" altLang="en-US" sz="1100" dirty="0"/>
                    </a:p>
                  </p:txBody>
                </p:sp>
                <p:cxnSp>
                  <p:nvCxnSpPr>
                    <p:cNvPr id="77" name="直接连接符 76"/>
                    <p:cNvCxnSpPr/>
                    <p:nvPr/>
                  </p:nvCxnSpPr>
                  <p:spPr>
                    <a:xfrm>
                      <a:off x="3097748" y="3677679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79" name="矩形 78"/>
                    <p:cNvSpPr/>
                    <p:nvPr/>
                  </p:nvSpPr>
                  <p:spPr>
                    <a:xfrm>
                      <a:off x="2345511" y="2576254"/>
                      <a:ext cx="690093" cy="314675"/>
                    </a:xfrm>
                    <a:prstGeom prst="rect">
                      <a:avLst/>
                    </a:prstGeom>
                    <a:solidFill>
                      <a:schemeClr val="accent6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80" name="矩形 79"/>
                    <p:cNvSpPr/>
                    <p:nvPr/>
                  </p:nvSpPr>
                  <p:spPr>
                    <a:xfrm>
                      <a:off x="2968448" y="2583229"/>
                      <a:ext cx="62878" cy="151949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cxnSp>
                  <p:nvCxnSpPr>
                    <p:cNvPr id="81" name="直接连接符 80"/>
                    <p:cNvCxnSpPr/>
                    <p:nvPr/>
                  </p:nvCxnSpPr>
                  <p:spPr>
                    <a:xfrm>
                      <a:off x="2424123" y="2576254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2" name="直接连接符 81"/>
                    <p:cNvCxnSpPr/>
                    <p:nvPr/>
                  </p:nvCxnSpPr>
                  <p:spPr>
                    <a:xfrm>
                      <a:off x="2502228" y="2576254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3" name="直接连接符 82"/>
                    <p:cNvCxnSpPr/>
                    <p:nvPr/>
                  </p:nvCxnSpPr>
                  <p:spPr>
                    <a:xfrm>
                      <a:off x="2580333" y="2576254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4" name="直接连接符 83"/>
                    <p:cNvCxnSpPr/>
                    <p:nvPr/>
                  </p:nvCxnSpPr>
                  <p:spPr>
                    <a:xfrm>
                      <a:off x="2963238" y="2576254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85" name="文本框 84"/>
                    <p:cNvSpPr txBox="1"/>
                    <p:nvPr/>
                  </p:nvSpPr>
                  <p:spPr>
                    <a:xfrm>
                      <a:off x="2619190" y="2602873"/>
                      <a:ext cx="416414" cy="2616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AE" altLang="zh-CN" sz="1100" dirty="0" smtClean="0"/>
                        <a:t>……</a:t>
                      </a:r>
                      <a:endParaRPr lang="zh-CN" altLang="en-US" sz="1100" dirty="0"/>
                    </a:p>
                  </p:txBody>
                </p:sp>
                <p:cxnSp>
                  <p:nvCxnSpPr>
                    <p:cNvPr id="86" name="直接连接符 85"/>
                    <p:cNvCxnSpPr/>
                    <p:nvPr/>
                  </p:nvCxnSpPr>
                  <p:spPr>
                    <a:xfrm>
                      <a:off x="2660343" y="2577840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87" name="矩形 86"/>
                    <p:cNvSpPr/>
                    <p:nvPr/>
                  </p:nvSpPr>
                  <p:spPr>
                    <a:xfrm>
                      <a:off x="5322407" y="3683846"/>
                      <a:ext cx="690093" cy="314675"/>
                    </a:xfrm>
                    <a:prstGeom prst="rect">
                      <a:avLst/>
                    </a:prstGeom>
                    <a:solidFill>
                      <a:srgbClr val="ED7D31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88" name="矩形 87"/>
                    <p:cNvSpPr/>
                    <p:nvPr/>
                  </p:nvSpPr>
                  <p:spPr>
                    <a:xfrm>
                      <a:off x="5402417" y="3690821"/>
                      <a:ext cx="74803" cy="151949"/>
                    </a:xfrm>
                    <a:prstGeom prst="rect">
                      <a:avLst/>
                    </a:prstGeom>
                    <a:solidFill>
                      <a:srgbClr val="5B9BD5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cxnSp>
                  <p:nvCxnSpPr>
                    <p:cNvPr id="89" name="直接连接符 88"/>
                    <p:cNvCxnSpPr/>
                    <p:nvPr/>
                  </p:nvCxnSpPr>
                  <p:spPr>
                    <a:xfrm>
                      <a:off x="5401019" y="3683846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0" name="直接连接符 89"/>
                    <p:cNvCxnSpPr/>
                    <p:nvPr/>
                  </p:nvCxnSpPr>
                  <p:spPr>
                    <a:xfrm>
                      <a:off x="5479124" y="3683846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1" name="直接连接符 90"/>
                    <p:cNvCxnSpPr/>
                    <p:nvPr/>
                  </p:nvCxnSpPr>
                  <p:spPr>
                    <a:xfrm>
                      <a:off x="5557229" y="3683846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2" name="直接连接符 91"/>
                    <p:cNvCxnSpPr/>
                    <p:nvPr/>
                  </p:nvCxnSpPr>
                  <p:spPr>
                    <a:xfrm>
                      <a:off x="5940134" y="3683846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93" name="文本框 92"/>
                    <p:cNvSpPr txBox="1"/>
                    <p:nvPr/>
                  </p:nvSpPr>
                  <p:spPr>
                    <a:xfrm>
                      <a:off x="5596086" y="3710465"/>
                      <a:ext cx="416414" cy="2616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AE" altLang="zh-CN" sz="1100" dirty="0" smtClean="0"/>
                        <a:t>……</a:t>
                      </a:r>
                      <a:endParaRPr lang="zh-CN" altLang="en-US" sz="1100" dirty="0"/>
                    </a:p>
                  </p:txBody>
                </p:sp>
                <p:cxnSp>
                  <p:nvCxnSpPr>
                    <p:cNvPr id="94" name="直接连接符 93"/>
                    <p:cNvCxnSpPr/>
                    <p:nvPr/>
                  </p:nvCxnSpPr>
                  <p:spPr>
                    <a:xfrm>
                      <a:off x="5637239" y="3685432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95" name="矩形 94"/>
                    <p:cNvSpPr/>
                    <p:nvPr/>
                  </p:nvSpPr>
                  <p:spPr>
                    <a:xfrm>
                      <a:off x="5738911" y="2576254"/>
                      <a:ext cx="690093" cy="314675"/>
                    </a:xfrm>
                    <a:prstGeom prst="rect">
                      <a:avLst/>
                    </a:prstGeom>
                    <a:solidFill>
                      <a:srgbClr val="FFFF00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96" name="矩形 95"/>
                    <p:cNvSpPr/>
                    <p:nvPr/>
                  </p:nvSpPr>
                  <p:spPr>
                    <a:xfrm>
                      <a:off x="5899568" y="2583229"/>
                      <a:ext cx="73536" cy="151949"/>
                    </a:xfrm>
                    <a:prstGeom prst="rect">
                      <a:avLst/>
                    </a:prstGeom>
                    <a:solidFill>
                      <a:srgbClr val="ED7D31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cxnSp>
                  <p:nvCxnSpPr>
                    <p:cNvPr id="97" name="直接连接符 96"/>
                    <p:cNvCxnSpPr/>
                    <p:nvPr/>
                  </p:nvCxnSpPr>
                  <p:spPr>
                    <a:xfrm>
                      <a:off x="5817523" y="2576254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8" name="直接连接符 97"/>
                    <p:cNvCxnSpPr/>
                    <p:nvPr/>
                  </p:nvCxnSpPr>
                  <p:spPr>
                    <a:xfrm>
                      <a:off x="5895628" y="2576254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9" name="直接连接符 98"/>
                    <p:cNvCxnSpPr/>
                    <p:nvPr/>
                  </p:nvCxnSpPr>
                  <p:spPr>
                    <a:xfrm>
                      <a:off x="5973733" y="2576254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0" name="直接连接符 99"/>
                    <p:cNvCxnSpPr/>
                    <p:nvPr/>
                  </p:nvCxnSpPr>
                  <p:spPr>
                    <a:xfrm>
                      <a:off x="6356638" y="2576254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01" name="文本框 100"/>
                    <p:cNvSpPr txBox="1"/>
                    <p:nvPr/>
                  </p:nvSpPr>
                  <p:spPr>
                    <a:xfrm>
                      <a:off x="6012590" y="2602873"/>
                      <a:ext cx="416414" cy="2616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AE" altLang="zh-CN" sz="1100" dirty="0" smtClean="0"/>
                        <a:t>……</a:t>
                      </a:r>
                      <a:endParaRPr lang="zh-CN" altLang="en-US" sz="1100" dirty="0"/>
                    </a:p>
                  </p:txBody>
                </p:sp>
                <p:cxnSp>
                  <p:nvCxnSpPr>
                    <p:cNvPr id="102" name="直接连接符 101"/>
                    <p:cNvCxnSpPr/>
                    <p:nvPr/>
                  </p:nvCxnSpPr>
                  <p:spPr>
                    <a:xfrm>
                      <a:off x="6053743" y="2577840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03" name="矩形 102"/>
                    <p:cNvSpPr/>
                    <p:nvPr/>
                  </p:nvSpPr>
                  <p:spPr>
                    <a:xfrm>
                      <a:off x="3234566" y="3170176"/>
                      <a:ext cx="59406" cy="200224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04" name="矩形 103"/>
                    <p:cNvSpPr/>
                    <p:nvPr/>
                  </p:nvSpPr>
                  <p:spPr>
                    <a:xfrm>
                      <a:off x="4318919" y="4016011"/>
                      <a:ext cx="59406" cy="200224"/>
                    </a:xfrm>
                    <a:prstGeom prst="rect">
                      <a:avLst/>
                    </a:prstGeom>
                    <a:solidFill>
                      <a:srgbClr val="5B9BD5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05" name="矩形 104"/>
                    <p:cNvSpPr/>
                    <p:nvPr/>
                  </p:nvSpPr>
                  <p:spPr>
                    <a:xfrm>
                      <a:off x="5462678" y="3170176"/>
                      <a:ext cx="59406" cy="200224"/>
                    </a:xfrm>
                    <a:prstGeom prst="rect">
                      <a:avLst/>
                    </a:prstGeom>
                    <a:solidFill>
                      <a:srgbClr val="ED7D31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06" name="矩形 105"/>
                    <p:cNvSpPr/>
                    <p:nvPr/>
                  </p:nvSpPr>
                  <p:spPr>
                    <a:xfrm>
                      <a:off x="5275834" y="1918689"/>
                      <a:ext cx="59406" cy="200224"/>
                    </a:xfrm>
                    <a:prstGeom prst="rect">
                      <a:avLst/>
                    </a:prstGeom>
                    <a:solidFill>
                      <a:srgbClr val="FFFF00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</p:grpSp>
              <p:grpSp>
                <p:nvGrpSpPr>
                  <p:cNvPr id="169" name="组合 168"/>
                  <p:cNvGrpSpPr/>
                  <p:nvPr/>
                </p:nvGrpSpPr>
                <p:grpSpPr>
                  <a:xfrm>
                    <a:off x="7245831" y="1782498"/>
                    <a:ext cx="4122741" cy="2433737"/>
                    <a:chOff x="7474731" y="1782498"/>
                    <a:chExt cx="4122741" cy="2433737"/>
                  </a:xfrm>
                </p:grpSpPr>
                <p:sp>
                  <p:nvSpPr>
                    <p:cNvPr id="107" name="椭圆 106"/>
                    <p:cNvSpPr/>
                    <p:nvPr/>
                  </p:nvSpPr>
                  <p:spPr>
                    <a:xfrm>
                      <a:off x="8439020" y="1804885"/>
                      <a:ext cx="2137050" cy="2137050"/>
                    </a:xfrm>
                    <a:prstGeom prst="ellips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08" name="椭圆 107"/>
                    <p:cNvSpPr/>
                    <p:nvPr/>
                  </p:nvSpPr>
                  <p:spPr>
                    <a:xfrm>
                      <a:off x="9960832" y="3509539"/>
                      <a:ext cx="428017" cy="42801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09" name="椭圆 108"/>
                    <p:cNvSpPr/>
                    <p:nvPr/>
                  </p:nvSpPr>
                  <p:spPr>
                    <a:xfrm>
                      <a:off x="8670316" y="3513918"/>
                      <a:ext cx="428017" cy="42801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10" name="椭圆 109"/>
                    <p:cNvSpPr/>
                    <p:nvPr/>
                  </p:nvSpPr>
                  <p:spPr>
                    <a:xfrm>
                      <a:off x="8242299" y="2515249"/>
                      <a:ext cx="428017" cy="42801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11" name="椭圆 110"/>
                    <p:cNvSpPr/>
                    <p:nvPr/>
                  </p:nvSpPr>
                  <p:spPr>
                    <a:xfrm>
                      <a:off x="10344774" y="2515248"/>
                      <a:ext cx="428017" cy="42801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12" name="矩形 111"/>
                    <p:cNvSpPr/>
                    <p:nvPr/>
                  </p:nvSpPr>
                  <p:spPr>
                    <a:xfrm>
                      <a:off x="9011789" y="1782498"/>
                      <a:ext cx="991512" cy="334406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2800" b="1" dirty="0">
                        <a:solidFill>
                          <a:schemeClr val="tx1"/>
                        </a:solidFill>
                      </a:endParaRPr>
                    </a:p>
                  </p:txBody>
                </p:sp>
                <p:cxnSp>
                  <p:nvCxnSpPr>
                    <p:cNvPr id="113" name="直接箭头连接符 112"/>
                    <p:cNvCxnSpPr/>
                    <p:nvPr/>
                  </p:nvCxnSpPr>
                  <p:spPr>
                    <a:xfrm rot="21120000" flipV="1">
                      <a:off x="9900801" y="3841015"/>
                      <a:ext cx="87548" cy="19454"/>
                    </a:xfrm>
                    <a:prstGeom prst="straightConnector1">
                      <a:avLst/>
                    </a:prstGeom>
                    <a:ln w="28575">
                      <a:solidFill>
                        <a:schemeClr val="tx1"/>
                      </a:solidFill>
                      <a:tailEnd type="arrow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4" name="直接箭头连接符 113"/>
                    <p:cNvCxnSpPr/>
                    <p:nvPr/>
                  </p:nvCxnSpPr>
                  <p:spPr>
                    <a:xfrm rot="17340000" flipV="1">
                      <a:off x="10524675" y="2981214"/>
                      <a:ext cx="87548" cy="19454"/>
                    </a:xfrm>
                    <a:prstGeom prst="straightConnector1">
                      <a:avLst/>
                    </a:prstGeom>
                    <a:ln w="28575">
                      <a:solidFill>
                        <a:schemeClr val="tx1"/>
                      </a:solidFill>
                      <a:tailEnd type="arrow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5" name="直接箭头连接符 114"/>
                    <p:cNvCxnSpPr/>
                    <p:nvPr/>
                  </p:nvCxnSpPr>
                  <p:spPr>
                    <a:xfrm rot="3720000" flipV="1">
                      <a:off x="8645567" y="3549819"/>
                      <a:ext cx="87548" cy="19454"/>
                    </a:xfrm>
                    <a:prstGeom prst="straightConnector1">
                      <a:avLst/>
                    </a:prstGeom>
                    <a:ln w="28575">
                      <a:solidFill>
                        <a:schemeClr val="tx1"/>
                      </a:solidFill>
                      <a:tailEnd type="arrow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6" name="直接箭头连接符 115"/>
                    <p:cNvCxnSpPr/>
                    <p:nvPr/>
                  </p:nvCxnSpPr>
                  <p:spPr>
                    <a:xfrm rot="7620000" flipV="1">
                      <a:off x="8470885" y="2464377"/>
                      <a:ext cx="88426" cy="19454"/>
                    </a:xfrm>
                    <a:prstGeom prst="straightConnector1">
                      <a:avLst/>
                    </a:prstGeom>
                    <a:ln w="28575">
                      <a:solidFill>
                        <a:schemeClr val="tx1"/>
                      </a:solidFill>
                      <a:tailEnd type="arrow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7" name="直接箭头连接符 116"/>
                    <p:cNvCxnSpPr/>
                    <p:nvPr/>
                  </p:nvCxnSpPr>
                  <p:spPr>
                    <a:xfrm rot="13440000" flipV="1">
                      <a:off x="9973275" y="1923257"/>
                      <a:ext cx="87548" cy="18677"/>
                    </a:xfrm>
                    <a:prstGeom prst="straightConnector1">
                      <a:avLst/>
                    </a:prstGeom>
                    <a:ln w="28575">
                      <a:solidFill>
                        <a:schemeClr val="tx1"/>
                      </a:solidFill>
                      <a:tailEnd type="arrow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18" name="椭圆 117"/>
                    <p:cNvSpPr/>
                    <p:nvPr/>
                  </p:nvSpPr>
                  <p:spPr>
                    <a:xfrm>
                      <a:off x="9114562" y="1849752"/>
                      <a:ext cx="45719" cy="45719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19" name="椭圆 118"/>
                    <p:cNvSpPr/>
                    <p:nvPr/>
                  </p:nvSpPr>
                  <p:spPr>
                    <a:xfrm>
                      <a:off x="9262099" y="1849754"/>
                      <a:ext cx="45719" cy="45719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20" name="椭圆 119"/>
                    <p:cNvSpPr/>
                    <p:nvPr/>
                  </p:nvSpPr>
                  <p:spPr>
                    <a:xfrm>
                      <a:off x="9407455" y="1849752"/>
                      <a:ext cx="45719" cy="45719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21" name="椭圆 120"/>
                    <p:cNvSpPr/>
                    <p:nvPr/>
                  </p:nvSpPr>
                  <p:spPr>
                    <a:xfrm>
                      <a:off x="9553622" y="1849752"/>
                      <a:ext cx="45719" cy="45719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22" name="椭圆 121"/>
                    <p:cNvSpPr/>
                    <p:nvPr/>
                  </p:nvSpPr>
                  <p:spPr>
                    <a:xfrm>
                      <a:off x="9701159" y="1849752"/>
                      <a:ext cx="45719" cy="45719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23" name="椭圆 122"/>
                    <p:cNvSpPr/>
                    <p:nvPr/>
                  </p:nvSpPr>
                  <p:spPr>
                    <a:xfrm>
                      <a:off x="9852259" y="1849752"/>
                      <a:ext cx="45719" cy="45719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24" name="矩形 123"/>
                    <p:cNvSpPr/>
                    <p:nvPr/>
                  </p:nvSpPr>
                  <p:spPr>
                    <a:xfrm>
                      <a:off x="8561503" y="1918689"/>
                      <a:ext cx="59406" cy="200224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25" name="矩形 124"/>
                    <p:cNvSpPr/>
                    <p:nvPr/>
                  </p:nvSpPr>
                  <p:spPr>
                    <a:xfrm>
                      <a:off x="7912136" y="3676093"/>
                      <a:ext cx="690093" cy="314675"/>
                    </a:xfrm>
                    <a:prstGeom prst="rect">
                      <a:avLst/>
                    </a:prstGeom>
                    <a:solidFill>
                      <a:schemeClr val="accent1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cxnSp>
                  <p:nvCxnSpPr>
                    <p:cNvPr id="127" name="直接连接符 126"/>
                    <p:cNvCxnSpPr/>
                    <p:nvPr/>
                  </p:nvCxnSpPr>
                  <p:spPr>
                    <a:xfrm>
                      <a:off x="7990748" y="3676093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0" name="直接连接符 129"/>
                    <p:cNvCxnSpPr/>
                    <p:nvPr/>
                  </p:nvCxnSpPr>
                  <p:spPr>
                    <a:xfrm>
                      <a:off x="8529863" y="3676093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31" name="文本框 130"/>
                    <p:cNvSpPr txBox="1"/>
                    <p:nvPr/>
                  </p:nvSpPr>
                  <p:spPr>
                    <a:xfrm>
                      <a:off x="8185815" y="3702712"/>
                      <a:ext cx="416414" cy="2616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AE" altLang="zh-CN" sz="1100" dirty="0" smtClean="0"/>
                        <a:t>……</a:t>
                      </a:r>
                      <a:endParaRPr lang="zh-CN" altLang="en-US" sz="1100" dirty="0"/>
                    </a:p>
                  </p:txBody>
                </p:sp>
                <p:cxnSp>
                  <p:nvCxnSpPr>
                    <p:cNvPr id="132" name="直接连接符 131"/>
                    <p:cNvCxnSpPr/>
                    <p:nvPr/>
                  </p:nvCxnSpPr>
                  <p:spPr>
                    <a:xfrm>
                      <a:off x="8226968" y="3677679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33" name="矩形 132"/>
                    <p:cNvSpPr/>
                    <p:nvPr/>
                  </p:nvSpPr>
                  <p:spPr>
                    <a:xfrm>
                      <a:off x="7474731" y="2576254"/>
                      <a:ext cx="690093" cy="314675"/>
                    </a:xfrm>
                    <a:prstGeom prst="rect">
                      <a:avLst/>
                    </a:prstGeom>
                    <a:solidFill>
                      <a:schemeClr val="accent6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134" name="矩形 133"/>
                    <p:cNvSpPr/>
                    <p:nvPr/>
                  </p:nvSpPr>
                  <p:spPr>
                    <a:xfrm>
                      <a:off x="7554549" y="2576438"/>
                      <a:ext cx="75383" cy="313690"/>
                    </a:xfrm>
                    <a:prstGeom prst="rect">
                      <a:avLst/>
                    </a:prstGeom>
                    <a:solidFill>
                      <a:schemeClr val="accent3">
                        <a:lumMod val="60000"/>
                        <a:lumOff val="40000"/>
                      </a:schemeClr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cxnSp>
                  <p:nvCxnSpPr>
                    <p:cNvPr id="137" name="直接连接符 136"/>
                    <p:cNvCxnSpPr/>
                    <p:nvPr/>
                  </p:nvCxnSpPr>
                  <p:spPr>
                    <a:xfrm>
                      <a:off x="7709553" y="2576254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8" name="直接连接符 137"/>
                    <p:cNvCxnSpPr/>
                    <p:nvPr/>
                  </p:nvCxnSpPr>
                  <p:spPr>
                    <a:xfrm>
                      <a:off x="8092458" y="2576254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39" name="文本框 138"/>
                    <p:cNvSpPr txBox="1"/>
                    <p:nvPr/>
                  </p:nvSpPr>
                  <p:spPr>
                    <a:xfrm>
                      <a:off x="7748410" y="2602873"/>
                      <a:ext cx="416414" cy="2616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AE" altLang="zh-CN" sz="1100" dirty="0" smtClean="0"/>
                        <a:t>……</a:t>
                      </a:r>
                      <a:endParaRPr lang="zh-CN" altLang="en-US" sz="1100" dirty="0"/>
                    </a:p>
                  </p:txBody>
                </p:sp>
                <p:cxnSp>
                  <p:nvCxnSpPr>
                    <p:cNvPr id="140" name="直接连接符 139"/>
                    <p:cNvCxnSpPr/>
                    <p:nvPr/>
                  </p:nvCxnSpPr>
                  <p:spPr>
                    <a:xfrm>
                      <a:off x="7789563" y="2577840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41" name="矩形 140"/>
                    <p:cNvSpPr/>
                    <p:nvPr/>
                  </p:nvSpPr>
                  <p:spPr>
                    <a:xfrm>
                      <a:off x="10451627" y="3683846"/>
                      <a:ext cx="690093" cy="314675"/>
                    </a:xfrm>
                    <a:prstGeom prst="rect">
                      <a:avLst/>
                    </a:prstGeom>
                    <a:solidFill>
                      <a:srgbClr val="ED7D31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cxnSp>
                  <p:nvCxnSpPr>
                    <p:cNvPr id="143" name="直接连接符 142"/>
                    <p:cNvCxnSpPr/>
                    <p:nvPr/>
                  </p:nvCxnSpPr>
                  <p:spPr>
                    <a:xfrm>
                      <a:off x="10530239" y="3683846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44" name="直接连接符 143"/>
                    <p:cNvCxnSpPr/>
                    <p:nvPr/>
                  </p:nvCxnSpPr>
                  <p:spPr>
                    <a:xfrm>
                      <a:off x="10608344" y="3683846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46" name="直接连接符 145"/>
                    <p:cNvCxnSpPr/>
                    <p:nvPr/>
                  </p:nvCxnSpPr>
                  <p:spPr>
                    <a:xfrm>
                      <a:off x="11069354" y="3683846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47" name="文本框 146"/>
                    <p:cNvSpPr txBox="1"/>
                    <p:nvPr/>
                  </p:nvSpPr>
                  <p:spPr>
                    <a:xfrm>
                      <a:off x="10725306" y="3710465"/>
                      <a:ext cx="416414" cy="2616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AE" altLang="zh-CN" sz="1100" dirty="0" smtClean="0"/>
                        <a:t>……</a:t>
                      </a:r>
                      <a:endParaRPr lang="zh-CN" altLang="en-US" sz="1100" dirty="0"/>
                    </a:p>
                  </p:txBody>
                </p:sp>
                <p:sp>
                  <p:nvSpPr>
                    <p:cNvPr id="149" name="矩形 148"/>
                    <p:cNvSpPr/>
                    <p:nvPr/>
                  </p:nvSpPr>
                  <p:spPr>
                    <a:xfrm>
                      <a:off x="10868131" y="2576254"/>
                      <a:ext cx="690093" cy="314675"/>
                    </a:xfrm>
                    <a:prstGeom prst="rect">
                      <a:avLst/>
                    </a:prstGeom>
                    <a:solidFill>
                      <a:srgbClr val="FFFF00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cxnSp>
                  <p:nvCxnSpPr>
                    <p:cNvPr id="151" name="直接连接符 150"/>
                    <p:cNvCxnSpPr/>
                    <p:nvPr/>
                  </p:nvCxnSpPr>
                  <p:spPr>
                    <a:xfrm>
                      <a:off x="10946743" y="2576254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2" name="直接连接符 151"/>
                    <p:cNvCxnSpPr/>
                    <p:nvPr/>
                  </p:nvCxnSpPr>
                  <p:spPr>
                    <a:xfrm>
                      <a:off x="11024848" y="2576254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3" name="直接连接符 152"/>
                    <p:cNvCxnSpPr/>
                    <p:nvPr/>
                  </p:nvCxnSpPr>
                  <p:spPr>
                    <a:xfrm>
                      <a:off x="11102953" y="2576254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4" name="直接连接符 153"/>
                    <p:cNvCxnSpPr/>
                    <p:nvPr/>
                  </p:nvCxnSpPr>
                  <p:spPr>
                    <a:xfrm>
                      <a:off x="11485858" y="2576254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55" name="文本框 154"/>
                    <p:cNvSpPr txBox="1"/>
                    <p:nvPr/>
                  </p:nvSpPr>
                  <p:spPr>
                    <a:xfrm>
                      <a:off x="11181058" y="2602873"/>
                      <a:ext cx="416414" cy="2616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AE" altLang="zh-CN" sz="1100" dirty="0" smtClean="0"/>
                        <a:t>……</a:t>
                      </a:r>
                      <a:endParaRPr lang="zh-CN" altLang="en-US" sz="1100" dirty="0"/>
                    </a:p>
                  </p:txBody>
                </p:sp>
                <p:sp>
                  <p:nvSpPr>
                    <p:cNvPr id="157" name="矩形 156"/>
                    <p:cNvSpPr/>
                    <p:nvPr/>
                  </p:nvSpPr>
                  <p:spPr>
                    <a:xfrm>
                      <a:off x="8363786" y="3170176"/>
                      <a:ext cx="59406" cy="200224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58" name="矩形 157"/>
                    <p:cNvSpPr/>
                    <p:nvPr/>
                  </p:nvSpPr>
                  <p:spPr>
                    <a:xfrm>
                      <a:off x="9448139" y="4016011"/>
                      <a:ext cx="59406" cy="200224"/>
                    </a:xfrm>
                    <a:prstGeom prst="rect">
                      <a:avLst/>
                    </a:prstGeom>
                    <a:solidFill>
                      <a:srgbClr val="5B9BD5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59" name="矩形 158"/>
                    <p:cNvSpPr/>
                    <p:nvPr/>
                  </p:nvSpPr>
                  <p:spPr>
                    <a:xfrm>
                      <a:off x="10591898" y="3170176"/>
                      <a:ext cx="59406" cy="200224"/>
                    </a:xfrm>
                    <a:prstGeom prst="rect">
                      <a:avLst/>
                    </a:prstGeom>
                    <a:solidFill>
                      <a:srgbClr val="ED7D31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60" name="矩形 159"/>
                    <p:cNvSpPr/>
                    <p:nvPr/>
                  </p:nvSpPr>
                  <p:spPr>
                    <a:xfrm>
                      <a:off x="10405054" y="1918689"/>
                      <a:ext cx="59406" cy="200224"/>
                    </a:xfrm>
                    <a:prstGeom prst="rect">
                      <a:avLst/>
                    </a:prstGeom>
                    <a:solidFill>
                      <a:srgbClr val="FFFF00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</p:grpSp>
              <p:cxnSp>
                <p:nvCxnSpPr>
                  <p:cNvPr id="167" name="直接箭头连接符 166"/>
                  <p:cNvCxnSpPr/>
                  <p:nvPr/>
                </p:nvCxnSpPr>
                <p:spPr>
                  <a:xfrm>
                    <a:off x="6644640" y="2948257"/>
                    <a:ext cx="396240" cy="1232"/>
                  </a:xfrm>
                  <a:prstGeom prst="straightConnector1">
                    <a:avLst/>
                  </a:prstGeom>
                  <a:ln w="28575">
                    <a:tailEnd type="triangl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174" name="矩形 173"/>
              <p:cNvSpPr/>
              <p:nvPr/>
            </p:nvSpPr>
            <p:spPr>
              <a:xfrm>
                <a:off x="5980711" y="2085494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5" name="矩形 174"/>
              <p:cNvSpPr/>
              <p:nvPr/>
            </p:nvSpPr>
            <p:spPr>
              <a:xfrm>
                <a:off x="8605329" y="2093420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6" name="矩形 175"/>
              <p:cNvSpPr/>
              <p:nvPr/>
            </p:nvSpPr>
            <p:spPr>
              <a:xfrm>
                <a:off x="9095453" y="985520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8" name="文本框 177"/>
              <p:cNvSpPr txBox="1"/>
              <p:nvPr/>
            </p:nvSpPr>
            <p:spPr>
              <a:xfrm>
                <a:off x="4063380" y="1419470"/>
                <a:ext cx="184377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200" b="1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communication n-1 times</a:t>
                </a:r>
                <a:endParaRPr lang="zh-CN" alt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26" name="组合 125"/>
            <p:cNvGrpSpPr/>
            <p:nvPr/>
          </p:nvGrpSpPr>
          <p:grpSpPr>
            <a:xfrm>
              <a:off x="323501" y="3679724"/>
              <a:ext cx="8817248" cy="2433737"/>
              <a:chOff x="253104" y="117285"/>
              <a:chExt cx="8817248" cy="2433737"/>
            </a:xfrm>
          </p:grpSpPr>
          <p:sp>
            <p:nvSpPr>
              <p:cNvPr id="128" name="椭圆 127"/>
              <p:cNvSpPr/>
              <p:nvPr/>
            </p:nvSpPr>
            <p:spPr>
              <a:xfrm>
                <a:off x="1217393" y="139672"/>
                <a:ext cx="2137050" cy="2137050"/>
              </a:xfrm>
              <a:prstGeom prst="ellipse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9" name="椭圆 128"/>
              <p:cNvSpPr/>
              <p:nvPr/>
            </p:nvSpPr>
            <p:spPr>
              <a:xfrm>
                <a:off x="2739205" y="1844326"/>
                <a:ext cx="428017" cy="428017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5" name="椭圆 134"/>
              <p:cNvSpPr/>
              <p:nvPr/>
            </p:nvSpPr>
            <p:spPr>
              <a:xfrm>
                <a:off x="1448689" y="1848705"/>
                <a:ext cx="428017" cy="428017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6" name="椭圆 135"/>
              <p:cNvSpPr/>
              <p:nvPr/>
            </p:nvSpPr>
            <p:spPr>
              <a:xfrm>
                <a:off x="1020672" y="850036"/>
                <a:ext cx="428017" cy="428017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2" name="椭圆 141"/>
              <p:cNvSpPr/>
              <p:nvPr/>
            </p:nvSpPr>
            <p:spPr>
              <a:xfrm>
                <a:off x="3123147" y="850035"/>
                <a:ext cx="428017" cy="428017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5" name="矩形 144"/>
              <p:cNvSpPr/>
              <p:nvPr/>
            </p:nvSpPr>
            <p:spPr>
              <a:xfrm>
                <a:off x="1790162" y="117285"/>
                <a:ext cx="991512" cy="334406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8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48" name="直接箭头连接符 147"/>
              <p:cNvCxnSpPr/>
              <p:nvPr/>
            </p:nvCxnSpPr>
            <p:spPr>
              <a:xfrm rot="21120000" flipV="1">
                <a:off x="2679174" y="2175802"/>
                <a:ext cx="87548" cy="1945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arrow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" name="直接箭头连接符 149"/>
              <p:cNvCxnSpPr/>
              <p:nvPr/>
            </p:nvCxnSpPr>
            <p:spPr>
              <a:xfrm rot="17340000" flipV="1">
                <a:off x="3303048" y="1316001"/>
                <a:ext cx="87548" cy="1945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arrow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6" name="直接箭头连接符 155"/>
              <p:cNvCxnSpPr/>
              <p:nvPr/>
            </p:nvCxnSpPr>
            <p:spPr>
              <a:xfrm rot="3720000" flipV="1">
                <a:off x="1423940" y="1884606"/>
                <a:ext cx="87548" cy="1945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arrow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2" name="直接箭头连接符 161"/>
              <p:cNvCxnSpPr/>
              <p:nvPr/>
            </p:nvCxnSpPr>
            <p:spPr>
              <a:xfrm rot="7620000" flipV="1">
                <a:off x="1249258" y="799164"/>
                <a:ext cx="88426" cy="1945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arrow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3" name="直接箭头连接符 162"/>
              <p:cNvCxnSpPr/>
              <p:nvPr/>
            </p:nvCxnSpPr>
            <p:spPr>
              <a:xfrm rot="13440000" flipV="1">
                <a:off x="2751648" y="258044"/>
                <a:ext cx="87548" cy="18677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arrow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4" name="椭圆 163"/>
              <p:cNvSpPr/>
              <p:nvPr/>
            </p:nvSpPr>
            <p:spPr>
              <a:xfrm>
                <a:off x="1892935" y="1845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5" name="椭圆 164"/>
              <p:cNvSpPr/>
              <p:nvPr/>
            </p:nvSpPr>
            <p:spPr>
              <a:xfrm>
                <a:off x="2040472" y="184541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6" name="椭圆 165"/>
              <p:cNvSpPr/>
              <p:nvPr/>
            </p:nvSpPr>
            <p:spPr>
              <a:xfrm>
                <a:off x="2185828" y="1845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8" name="椭圆 167"/>
              <p:cNvSpPr/>
              <p:nvPr/>
            </p:nvSpPr>
            <p:spPr>
              <a:xfrm>
                <a:off x="2331995" y="1845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2" name="椭圆 171"/>
              <p:cNvSpPr/>
              <p:nvPr/>
            </p:nvSpPr>
            <p:spPr>
              <a:xfrm>
                <a:off x="2479532" y="1845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7" name="椭圆 176"/>
              <p:cNvSpPr/>
              <p:nvPr/>
            </p:nvSpPr>
            <p:spPr>
              <a:xfrm>
                <a:off x="2630632" y="1845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0" name="矩形 179"/>
              <p:cNvSpPr/>
              <p:nvPr/>
            </p:nvSpPr>
            <p:spPr>
              <a:xfrm>
                <a:off x="1339876" y="253476"/>
                <a:ext cx="59406" cy="200224"/>
              </a:xfrm>
              <a:prstGeom prst="rect">
                <a:avLst/>
              </a:prstGeom>
              <a:solidFill>
                <a:srgbClr val="C9C9C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1" name="矩形 180"/>
              <p:cNvSpPr/>
              <p:nvPr/>
            </p:nvSpPr>
            <p:spPr>
              <a:xfrm>
                <a:off x="253104" y="911041"/>
                <a:ext cx="690093" cy="314675"/>
              </a:xfrm>
              <a:prstGeom prst="rect">
                <a:avLst/>
              </a:prstGeom>
              <a:solidFill>
                <a:schemeClr val="accent6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182" name="直接连接符 181"/>
              <p:cNvCxnSpPr/>
              <p:nvPr/>
            </p:nvCxnSpPr>
            <p:spPr>
              <a:xfrm>
                <a:off x="487926" y="911041"/>
                <a:ext cx="0" cy="314675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83" name="文本框 182"/>
              <p:cNvSpPr txBox="1"/>
              <p:nvPr/>
            </p:nvSpPr>
            <p:spPr>
              <a:xfrm>
                <a:off x="526783" y="937660"/>
                <a:ext cx="416414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AE" altLang="zh-CN" sz="1100" dirty="0" smtClean="0"/>
                  <a:t>……</a:t>
                </a:r>
                <a:endParaRPr lang="zh-CN" altLang="en-US" sz="1100" dirty="0"/>
              </a:p>
            </p:txBody>
          </p:sp>
          <p:cxnSp>
            <p:nvCxnSpPr>
              <p:cNvPr id="184" name="直接连接符 183"/>
              <p:cNvCxnSpPr/>
              <p:nvPr/>
            </p:nvCxnSpPr>
            <p:spPr>
              <a:xfrm>
                <a:off x="567936" y="912627"/>
                <a:ext cx="0" cy="314675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85" name="矩形 184"/>
              <p:cNvSpPr/>
              <p:nvPr/>
            </p:nvSpPr>
            <p:spPr>
              <a:xfrm>
                <a:off x="1142159" y="1504963"/>
                <a:ext cx="59406" cy="200224"/>
              </a:xfrm>
              <a:prstGeom prst="rect">
                <a:avLst/>
              </a:prstGeom>
              <a:solidFill>
                <a:srgbClr val="C9C9C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6" name="矩形 185"/>
              <p:cNvSpPr/>
              <p:nvPr/>
            </p:nvSpPr>
            <p:spPr>
              <a:xfrm>
                <a:off x="2226512" y="2350798"/>
                <a:ext cx="59406" cy="200224"/>
              </a:xfrm>
              <a:prstGeom prst="rect">
                <a:avLst/>
              </a:prstGeom>
              <a:solidFill>
                <a:srgbClr val="C9C9C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7" name="矩形 186"/>
              <p:cNvSpPr/>
              <p:nvPr/>
            </p:nvSpPr>
            <p:spPr>
              <a:xfrm>
                <a:off x="3370271" y="1504963"/>
                <a:ext cx="59406" cy="200224"/>
              </a:xfrm>
              <a:prstGeom prst="rect">
                <a:avLst/>
              </a:prstGeom>
              <a:solidFill>
                <a:srgbClr val="C9C9C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8" name="矩形 187"/>
              <p:cNvSpPr/>
              <p:nvPr/>
            </p:nvSpPr>
            <p:spPr>
              <a:xfrm>
                <a:off x="3183427" y="253476"/>
                <a:ext cx="59406" cy="200224"/>
              </a:xfrm>
              <a:prstGeom prst="rect">
                <a:avLst/>
              </a:prstGeom>
              <a:solidFill>
                <a:srgbClr val="C9C9C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89" name="直接箭头连接符 188"/>
              <p:cNvCxnSpPr/>
              <p:nvPr/>
            </p:nvCxnSpPr>
            <p:spPr>
              <a:xfrm>
                <a:off x="4490613" y="1382104"/>
                <a:ext cx="396240" cy="1232"/>
              </a:xfrm>
              <a:prstGeom prst="straightConnector1">
                <a:avLst/>
              </a:prstGeom>
              <a:ln w="285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0" name="矩形 189"/>
              <p:cNvSpPr/>
              <p:nvPr/>
            </p:nvSpPr>
            <p:spPr>
              <a:xfrm>
                <a:off x="334049" y="912026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1" name="矩形 190"/>
              <p:cNvSpPr/>
              <p:nvPr/>
            </p:nvSpPr>
            <p:spPr>
              <a:xfrm>
                <a:off x="867411" y="912026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2" name="矩形 191"/>
              <p:cNvSpPr/>
              <p:nvPr/>
            </p:nvSpPr>
            <p:spPr>
              <a:xfrm>
                <a:off x="680895" y="1990340"/>
                <a:ext cx="690093" cy="314675"/>
              </a:xfrm>
              <a:prstGeom prst="rect">
                <a:avLst/>
              </a:prstGeom>
              <a:solidFill>
                <a:srgbClr val="5B9BD5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93" name="文本框 192"/>
              <p:cNvSpPr txBox="1"/>
              <p:nvPr/>
            </p:nvSpPr>
            <p:spPr>
              <a:xfrm>
                <a:off x="954574" y="2016959"/>
                <a:ext cx="416414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AE" altLang="zh-CN" sz="1100" dirty="0" smtClean="0"/>
                  <a:t>……</a:t>
                </a:r>
                <a:endParaRPr lang="zh-CN" altLang="en-US" sz="1100" dirty="0"/>
              </a:p>
            </p:txBody>
          </p:sp>
          <p:cxnSp>
            <p:nvCxnSpPr>
              <p:cNvPr id="194" name="直接连接符 193"/>
              <p:cNvCxnSpPr/>
              <p:nvPr/>
            </p:nvCxnSpPr>
            <p:spPr>
              <a:xfrm>
                <a:off x="995727" y="1991926"/>
                <a:ext cx="0" cy="314675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5" name="矩形 194"/>
              <p:cNvSpPr/>
              <p:nvPr/>
            </p:nvSpPr>
            <p:spPr>
              <a:xfrm>
                <a:off x="761840" y="1991325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6" name="矩形 195"/>
              <p:cNvSpPr/>
              <p:nvPr/>
            </p:nvSpPr>
            <p:spPr>
              <a:xfrm>
                <a:off x="838002" y="1991325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7" name="矩形 196"/>
              <p:cNvSpPr/>
              <p:nvPr/>
            </p:nvSpPr>
            <p:spPr>
              <a:xfrm>
                <a:off x="3242833" y="1988415"/>
                <a:ext cx="690093" cy="314675"/>
              </a:xfrm>
              <a:prstGeom prst="rect">
                <a:avLst/>
              </a:prstGeom>
              <a:solidFill>
                <a:srgbClr val="ED7D3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98" name="文本框 197"/>
              <p:cNvSpPr txBox="1"/>
              <p:nvPr/>
            </p:nvSpPr>
            <p:spPr>
              <a:xfrm>
                <a:off x="3516512" y="2015034"/>
                <a:ext cx="416414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AE" altLang="zh-CN" sz="1100" dirty="0" smtClean="0"/>
                  <a:t>……</a:t>
                </a:r>
                <a:endParaRPr lang="zh-CN" altLang="en-US" sz="1100" dirty="0"/>
              </a:p>
            </p:txBody>
          </p:sp>
          <p:cxnSp>
            <p:nvCxnSpPr>
              <p:cNvPr id="199" name="直接连接符 198"/>
              <p:cNvCxnSpPr/>
              <p:nvPr/>
            </p:nvCxnSpPr>
            <p:spPr>
              <a:xfrm>
                <a:off x="3323985" y="1990001"/>
                <a:ext cx="0" cy="314675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00" name="矩形 199"/>
              <p:cNvSpPr/>
              <p:nvPr/>
            </p:nvSpPr>
            <p:spPr>
              <a:xfrm>
                <a:off x="3471098" y="1989400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1" name="矩形 200"/>
              <p:cNvSpPr/>
              <p:nvPr/>
            </p:nvSpPr>
            <p:spPr>
              <a:xfrm>
                <a:off x="3399940" y="1989400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2" name="矩形 201"/>
              <p:cNvSpPr/>
              <p:nvPr/>
            </p:nvSpPr>
            <p:spPr>
              <a:xfrm>
                <a:off x="3617262" y="911041"/>
                <a:ext cx="690093" cy="314675"/>
              </a:xfrm>
              <a:prstGeom prst="rect">
                <a:avLst/>
              </a:prstGeom>
              <a:solidFill>
                <a:srgbClr val="FFFF00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03" name="文本框 202"/>
              <p:cNvSpPr txBox="1"/>
              <p:nvPr/>
            </p:nvSpPr>
            <p:spPr>
              <a:xfrm>
                <a:off x="3890941" y="937660"/>
                <a:ext cx="416414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AE" altLang="zh-CN" sz="1100" dirty="0" smtClean="0"/>
                  <a:t>……</a:t>
                </a:r>
                <a:endParaRPr lang="zh-CN" altLang="en-US" sz="1100" dirty="0"/>
              </a:p>
            </p:txBody>
          </p:sp>
          <p:cxnSp>
            <p:nvCxnSpPr>
              <p:cNvPr id="204" name="直接连接符 203"/>
              <p:cNvCxnSpPr/>
              <p:nvPr/>
            </p:nvCxnSpPr>
            <p:spPr>
              <a:xfrm>
                <a:off x="3698414" y="912627"/>
                <a:ext cx="0" cy="314675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05" name="矩形 204"/>
              <p:cNvSpPr/>
              <p:nvPr/>
            </p:nvSpPr>
            <p:spPr>
              <a:xfrm>
                <a:off x="3845527" y="912026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6" name="矩形 205"/>
              <p:cNvSpPr/>
              <p:nvPr/>
            </p:nvSpPr>
            <p:spPr>
              <a:xfrm>
                <a:off x="3921054" y="912026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07" name="直接连接符 206"/>
              <p:cNvCxnSpPr/>
              <p:nvPr/>
            </p:nvCxnSpPr>
            <p:spPr>
              <a:xfrm>
                <a:off x="3772709" y="911041"/>
                <a:ext cx="0" cy="314675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08" name="椭圆 207"/>
              <p:cNvSpPr/>
              <p:nvPr/>
            </p:nvSpPr>
            <p:spPr>
              <a:xfrm>
                <a:off x="5980390" y="139672"/>
                <a:ext cx="2137050" cy="2137050"/>
              </a:xfrm>
              <a:prstGeom prst="ellipse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9" name="椭圆 208"/>
              <p:cNvSpPr/>
              <p:nvPr/>
            </p:nvSpPr>
            <p:spPr>
              <a:xfrm>
                <a:off x="7502202" y="1844326"/>
                <a:ext cx="428017" cy="428017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0" name="椭圆 209"/>
              <p:cNvSpPr/>
              <p:nvPr/>
            </p:nvSpPr>
            <p:spPr>
              <a:xfrm>
                <a:off x="6211686" y="1848705"/>
                <a:ext cx="428017" cy="428017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1" name="椭圆 210"/>
              <p:cNvSpPr/>
              <p:nvPr/>
            </p:nvSpPr>
            <p:spPr>
              <a:xfrm>
                <a:off x="5783669" y="850036"/>
                <a:ext cx="428017" cy="428017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2" name="椭圆 211"/>
              <p:cNvSpPr/>
              <p:nvPr/>
            </p:nvSpPr>
            <p:spPr>
              <a:xfrm>
                <a:off x="7886144" y="850035"/>
                <a:ext cx="428017" cy="428017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3" name="矩形 212"/>
              <p:cNvSpPr/>
              <p:nvPr/>
            </p:nvSpPr>
            <p:spPr>
              <a:xfrm>
                <a:off x="6553159" y="117285"/>
                <a:ext cx="991512" cy="334406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8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14" name="直接箭头连接符 213"/>
              <p:cNvCxnSpPr/>
              <p:nvPr/>
            </p:nvCxnSpPr>
            <p:spPr>
              <a:xfrm rot="21120000" flipV="1">
                <a:off x="7442171" y="2175802"/>
                <a:ext cx="87548" cy="1945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arrow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直接箭头连接符 214"/>
              <p:cNvCxnSpPr/>
              <p:nvPr/>
            </p:nvCxnSpPr>
            <p:spPr>
              <a:xfrm rot="17340000" flipV="1">
                <a:off x="8066045" y="1316001"/>
                <a:ext cx="87548" cy="1945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arrow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6" name="直接箭头连接符 215"/>
              <p:cNvCxnSpPr/>
              <p:nvPr/>
            </p:nvCxnSpPr>
            <p:spPr>
              <a:xfrm rot="3720000" flipV="1">
                <a:off x="6186937" y="1884606"/>
                <a:ext cx="87548" cy="1945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arrow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7" name="直接箭头连接符 216"/>
              <p:cNvCxnSpPr/>
              <p:nvPr/>
            </p:nvCxnSpPr>
            <p:spPr>
              <a:xfrm rot="7620000" flipV="1">
                <a:off x="6012255" y="799164"/>
                <a:ext cx="88426" cy="1945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arrow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8" name="直接箭头连接符 217"/>
              <p:cNvCxnSpPr/>
              <p:nvPr/>
            </p:nvCxnSpPr>
            <p:spPr>
              <a:xfrm rot="13440000" flipV="1">
                <a:off x="7514645" y="258044"/>
                <a:ext cx="87548" cy="18677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arrow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9" name="椭圆 218"/>
              <p:cNvSpPr/>
              <p:nvPr/>
            </p:nvSpPr>
            <p:spPr>
              <a:xfrm>
                <a:off x="6655932" y="1845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0" name="椭圆 219"/>
              <p:cNvSpPr/>
              <p:nvPr/>
            </p:nvSpPr>
            <p:spPr>
              <a:xfrm>
                <a:off x="6803469" y="184541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1" name="椭圆 220"/>
              <p:cNvSpPr/>
              <p:nvPr/>
            </p:nvSpPr>
            <p:spPr>
              <a:xfrm>
                <a:off x="6948825" y="1845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2" name="椭圆 221"/>
              <p:cNvSpPr/>
              <p:nvPr/>
            </p:nvSpPr>
            <p:spPr>
              <a:xfrm>
                <a:off x="7094992" y="1845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3" name="椭圆 222"/>
              <p:cNvSpPr/>
              <p:nvPr/>
            </p:nvSpPr>
            <p:spPr>
              <a:xfrm>
                <a:off x="7242529" y="1845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4" name="椭圆 223"/>
              <p:cNvSpPr/>
              <p:nvPr/>
            </p:nvSpPr>
            <p:spPr>
              <a:xfrm>
                <a:off x="7393629" y="1845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5" name="矩形 224"/>
              <p:cNvSpPr/>
              <p:nvPr/>
            </p:nvSpPr>
            <p:spPr>
              <a:xfrm>
                <a:off x="6102873" y="253476"/>
                <a:ext cx="59406" cy="200224"/>
              </a:xfrm>
              <a:prstGeom prst="rect">
                <a:avLst/>
              </a:prstGeom>
              <a:solidFill>
                <a:srgbClr val="C9C9C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6" name="矩形 225"/>
              <p:cNvSpPr/>
              <p:nvPr/>
            </p:nvSpPr>
            <p:spPr>
              <a:xfrm>
                <a:off x="5016101" y="911041"/>
                <a:ext cx="690093" cy="314675"/>
              </a:xfrm>
              <a:prstGeom prst="rect">
                <a:avLst/>
              </a:prstGeom>
              <a:solidFill>
                <a:srgbClr val="C9C9C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227" name="直接连接符 226"/>
              <p:cNvCxnSpPr/>
              <p:nvPr/>
            </p:nvCxnSpPr>
            <p:spPr>
              <a:xfrm>
                <a:off x="5250923" y="911041"/>
                <a:ext cx="0" cy="314675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28" name="文本框 227"/>
              <p:cNvSpPr txBox="1"/>
              <p:nvPr/>
            </p:nvSpPr>
            <p:spPr>
              <a:xfrm>
                <a:off x="5289780" y="937660"/>
                <a:ext cx="416414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AE" altLang="zh-CN" sz="1100" dirty="0" smtClean="0"/>
                  <a:t>……</a:t>
                </a:r>
                <a:endParaRPr lang="zh-CN" altLang="en-US" sz="1100" dirty="0"/>
              </a:p>
            </p:txBody>
          </p:sp>
          <p:cxnSp>
            <p:nvCxnSpPr>
              <p:cNvPr id="229" name="直接连接符 228"/>
              <p:cNvCxnSpPr/>
              <p:nvPr/>
            </p:nvCxnSpPr>
            <p:spPr>
              <a:xfrm>
                <a:off x="5330933" y="912627"/>
                <a:ext cx="0" cy="314675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30" name="矩形 229"/>
              <p:cNvSpPr/>
              <p:nvPr/>
            </p:nvSpPr>
            <p:spPr>
              <a:xfrm>
                <a:off x="5905156" y="1504963"/>
                <a:ext cx="59406" cy="200224"/>
              </a:xfrm>
              <a:prstGeom prst="rect">
                <a:avLst/>
              </a:prstGeom>
              <a:solidFill>
                <a:srgbClr val="C9C9C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1" name="矩形 230"/>
              <p:cNvSpPr/>
              <p:nvPr/>
            </p:nvSpPr>
            <p:spPr>
              <a:xfrm>
                <a:off x="6989509" y="2350798"/>
                <a:ext cx="59406" cy="200224"/>
              </a:xfrm>
              <a:prstGeom prst="rect">
                <a:avLst/>
              </a:prstGeom>
              <a:solidFill>
                <a:srgbClr val="C9C9C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2" name="矩形 231"/>
              <p:cNvSpPr/>
              <p:nvPr/>
            </p:nvSpPr>
            <p:spPr>
              <a:xfrm>
                <a:off x="8133268" y="1504963"/>
                <a:ext cx="59406" cy="200224"/>
              </a:xfrm>
              <a:prstGeom prst="rect">
                <a:avLst/>
              </a:prstGeom>
              <a:solidFill>
                <a:srgbClr val="C9C9C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3" name="矩形 232"/>
              <p:cNvSpPr/>
              <p:nvPr/>
            </p:nvSpPr>
            <p:spPr>
              <a:xfrm>
                <a:off x="7946424" y="253476"/>
                <a:ext cx="59406" cy="200224"/>
              </a:xfrm>
              <a:prstGeom prst="rect">
                <a:avLst/>
              </a:prstGeom>
              <a:solidFill>
                <a:srgbClr val="C9C9C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4" name="矩形 233"/>
              <p:cNvSpPr/>
              <p:nvPr/>
            </p:nvSpPr>
            <p:spPr>
              <a:xfrm>
                <a:off x="5097046" y="912026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5" name="矩形 234"/>
              <p:cNvSpPr/>
              <p:nvPr/>
            </p:nvSpPr>
            <p:spPr>
              <a:xfrm>
                <a:off x="5630408" y="912026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6" name="矩形 235"/>
              <p:cNvSpPr/>
              <p:nvPr/>
            </p:nvSpPr>
            <p:spPr>
              <a:xfrm>
                <a:off x="5443892" y="1990340"/>
                <a:ext cx="690093" cy="314675"/>
              </a:xfrm>
              <a:prstGeom prst="rect">
                <a:avLst/>
              </a:prstGeom>
              <a:solidFill>
                <a:srgbClr val="C9C9C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37" name="文本框 236"/>
              <p:cNvSpPr txBox="1"/>
              <p:nvPr/>
            </p:nvSpPr>
            <p:spPr>
              <a:xfrm>
                <a:off x="5717571" y="2016959"/>
                <a:ext cx="416414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AE" altLang="zh-CN" sz="1100" dirty="0" smtClean="0"/>
                  <a:t>……</a:t>
                </a:r>
                <a:endParaRPr lang="zh-CN" altLang="en-US" sz="1100" dirty="0"/>
              </a:p>
            </p:txBody>
          </p:sp>
          <p:cxnSp>
            <p:nvCxnSpPr>
              <p:cNvPr id="238" name="直接连接符 237"/>
              <p:cNvCxnSpPr/>
              <p:nvPr/>
            </p:nvCxnSpPr>
            <p:spPr>
              <a:xfrm>
                <a:off x="5758724" y="1991926"/>
                <a:ext cx="0" cy="314675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39" name="矩形 238"/>
              <p:cNvSpPr/>
              <p:nvPr/>
            </p:nvSpPr>
            <p:spPr>
              <a:xfrm>
                <a:off x="5524837" y="1991325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0" name="矩形 239"/>
              <p:cNvSpPr/>
              <p:nvPr/>
            </p:nvSpPr>
            <p:spPr>
              <a:xfrm>
                <a:off x="5600999" y="1991325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1" name="矩形 240"/>
              <p:cNvSpPr/>
              <p:nvPr/>
            </p:nvSpPr>
            <p:spPr>
              <a:xfrm>
                <a:off x="8005830" y="1988415"/>
                <a:ext cx="690093" cy="314675"/>
              </a:xfrm>
              <a:prstGeom prst="rect">
                <a:avLst/>
              </a:prstGeom>
              <a:solidFill>
                <a:srgbClr val="C9C9C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42" name="文本框 241"/>
              <p:cNvSpPr txBox="1"/>
              <p:nvPr/>
            </p:nvSpPr>
            <p:spPr>
              <a:xfrm>
                <a:off x="8279509" y="2015034"/>
                <a:ext cx="416414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AE" altLang="zh-CN" sz="1100" dirty="0" smtClean="0"/>
                  <a:t>……</a:t>
                </a:r>
                <a:endParaRPr lang="zh-CN" altLang="en-US" sz="1100" dirty="0"/>
              </a:p>
            </p:txBody>
          </p:sp>
          <p:cxnSp>
            <p:nvCxnSpPr>
              <p:cNvPr id="243" name="直接连接符 242"/>
              <p:cNvCxnSpPr/>
              <p:nvPr/>
            </p:nvCxnSpPr>
            <p:spPr>
              <a:xfrm>
                <a:off x="8086982" y="1990001"/>
                <a:ext cx="0" cy="314675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44" name="矩形 243"/>
              <p:cNvSpPr/>
              <p:nvPr/>
            </p:nvSpPr>
            <p:spPr>
              <a:xfrm>
                <a:off x="8234095" y="1989400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5" name="矩形 244"/>
              <p:cNvSpPr/>
              <p:nvPr/>
            </p:nvSpPr>
            <p:spPr>
              <a:xfrm>
                <a:off x="8162937" y="1989400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6" name="矩形 245"/>
              <p:cNvSpPr/>
              <p:nvPr/>
            </p:nvSpPr>
            <p:spPr>
              <a:xfrm>
                <a:off x="8380259" y="911041"/>
                <a:ext cx="690093" cy="314675"/>
              </a:xfrm>
              <a:prstGeom prst="rect">
                <a:avLst/>
              </a:prstGeom>
              <a:solidFill>
                <a:srgbClr val="C9C9C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47" name="文本框 246"/>
              <p:cNvSpPr txBox="1"/>
              <p:nvPr/>
            </p:nvSpPr>
            <p:spPr>
              <a:xfrm>
                <a:off x="8653938" y="937660"/>
                <a:ext cx="416414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AE" altLang="zh-CN" sz="1100" dirty="0" smtClean="0"/>
                  <a:t>……</a:t>
                </a:r>
                <a:endParaRPr lang="zh-CN" altLang="en-US" sz="1100" dirty="0"/>
              </a:p>
            </p:txBody>
          </p:sp>
          <p:cxnSp>
            <p:nvCxnSpPr>
              <p:cNvPr id="248" name="直接连接符 247"/>
              <p:cNvCxnSpPr/>
              <p:nvPr/>
            </p:nvCxnSpPr>
            <p:spPr>
              <a:xfrm>
                <a:off x="8461411" y="912627"/>
                <a:ext cx="0" cy="314675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49" name="矩形 248"/>
              <p:cNvSpPr/>
              <p:nvPr/>
            </p:nvSpPr>
            <p:spPr>
              <a:xfrm>
                <a:off x="8608524" y="912026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0" name="矩形 249"/>
              <p:cNvSpPr/>
              <p:nvPr/>
            </p:nvSpPr>
            <p:spPr>
              <a:xfrm>
                <a:off x="8684051" y="912026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51" name="直接连接符 250"/>
              <p:cNvCxnSpPr/>
              <p:nvPr/>
            </p:nvCxnSpPr>
            <p:spPr>
              <a:xfrm>
                <a:off x="8535706" y="911041"/>
                <a:ext cx="0" cy="314675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52" name="文本框 251"/>
              <p:cNvSpPr txBox="1"/>
              <p:nvPr/>
            </p:nvSpPr>
            <p:spPr>
              <a:xfrm>
                <a:off x="3827512" y="1416335"/>
                <a:ext cx="184377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200" b="1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communication n-1 times</a:t>
                </a:r>
                <a:endParaRPr lang="zh-CN" alt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5" name="文本框 4"/>
            <p:cNvSpPr txBox="1"/>
            <p:nvPr/>
          </p:nvSpPr>
          <p:spPr>
            <a:xfrm>
              <a:off x="3945657" y="3039732"/>
              <a:ext cx="161422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2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scatter-reduce</a:t>
              </a:r>
              <a:endParaRPr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3" name="文本框 252"/>
            <p:cNvSpPr txBox="1"/>
            <p:nvPr/>
          </p:nvSpPr>
          <p:spPr>
            <a:xfrm>
              <a:off x="4179223" y="5964440"/>
              <a:ext cx="116410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2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all-gather</a:t>
              </a:r>
              <a:endParaRPr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584682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/>
          <p:cNvGrpSpPr/>
          <p:nvPr/>
        </p:nvGrpSpPr>
        <p:grpSpPr>
          <a:xfrm>
            <a:off x="242643" y="2067340"/>
            <a:ext cx="10291567" cy="3120888"/>
            <a:chOff x="242643" y="2067340"/>
            <a:chExt cx="10291567" cy="3120888"/>
          </a:xfrm>
        </p:grpSpPr>
        <p:pic>
          <p:nvPicPr>
            <p:cNvPr id="11" name="图片 10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2643" y="2067340"/>
              <a:ext cx="10291567" cy="3120888"/>
            </a:xfrm>
            <a:prstGeom prst="rect">
              <a:avLst/>
            </a:prstGeom>
          </p:spPr>
        </p:pic>
        <p:sp>
          <p:nvSpPr>
            <p:cNvPr id="12" name="文本框 11"/>
            <p:cNvSpPr txBox="1"/>
            <p:nvPr/>
          </p:nvSpPr>
          <p:spPr>
            <a:xfrm>
              <a:off x="9073554" y="2714625"/>
              <a:ext cx="14606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Critical Path</a:t>
              </a:r>
              <a:endParaRPr lang="zh-CN" alt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121325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/>
          <p:cNvGrpSpPr/>
          <p:nvPr/>
        </p:nvGrpSpPr>
        <p:grpSpPr>
          <a:xfrm>
            <a:off x="253104" y="117285"/>
            <a:ext cx="8817248" cy="2433737"/>
            <a:chOff x="253104" y="117285"/>
            <a:chExt cx="8817248" cy="2433737"/>
          </a:xfrm>
        </p:grpSpPr>
        <p:sp>
          <p:nvSpPr>
            <p:cNvPr id="107" name="椭圆 106"/>
            <p:cNvSpPr/>
            <p:nvPr/>
          </p:nvSpPr>
          <p:spPr>
            <a:xfrm>
              <a:off x="1217393" y="139672"/>
              <a:ext cx="2137050" cy="2137050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8" name="椭圆 107"/>
            <p:cNvSpPr/>
            <p:nvPr/>
          </p:nvSpPr>
          <p:spPr>
            <a:xfrm>
              <a:off x="2739205" y="1844326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9" name="椭圆 108"/>
            <p:cNvSpPr/>
            <p:nvPr/>
          </p:nvSpPr>
          <p:spPr>
            <a:xfrm>
              <a:off x="1448689" y="1848705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0" name="椭圆 109"/>
            <p:cNvSpPr/>
            <p:nvPr/>
          </p:nvSpPr>
          <p:spPr>
            <a:xfrm>
              <a:off x="1020672" y="850036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1" name="椭圆 110"/>
            <p:cNvSpPr/>
            <p:nvPr/>
          </p:nvSpPr>
          <p:spPr>
            <a:xfrm>
              <a:off x="3123147" y="850035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2" name="矩形 111"/>
            <p:cNvSpPr/>
            <p:nvPr/>
          </p:nvSpPr>
          <p:spPr>
            <a:xfrm>
              <a:off x="1790162" y="117285"/>
              <a:ext cx="991512" cy="33440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800" b="1" dirty="0">
                <a:solidFill>
                  <a:schemeClr val="tx1"/>
                </a:solidFill>
              </a:endParaRPr>
            </a:p>
          </p:txBody>
        </p:sp>
        <p:cxnSp>
          <p:nvCxnSpPr>
            <p:cNvPr id="113" name="直接箭头连接符 112"/>
            <p:cNvCxnSpPr/>
            <p:nvPr/>
          </p:nvCxnSpPr>
          <p:spPr>
            <a:xfrm rot="21120000" flipV="1">
              <a:off x="2679174" y="2175802"/>
              <a:ext cx="87548" cy="1945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直接箭头连接符 113"/>
            <p:cNvCxnSpPr/>
            <p:nvPr/>
          </p:nvCxnSpPr>
          <p:spPr>
            <a:xfrm rot="17340000" flipV="1">
              <a:off x="3303048" y="1316001"/>
              <a:ext cx="87548" cy="1945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直接箭头连接符 114"/>
            <p:cNvCxnSpPr/>
            <p:nvPr/>
          </p:nvCxnSpPr>
          <p:spPr>
            <a:xfrm rot="3720000" flipV="1">
              <a:off x="1423940" y="1884606"/>
              <a:ext cx="87548" cy="1945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直接箭头连接符 115"/>
            <p:cNvCxnSpPr/>
            <p:nvPr/>
          </p:nvCxnSpPr>
          <p:spPr>
            <a:xfrm rot="7620000" flipV="1">
              <a:off x="1249258" y="799164"/>
              <a:ext cx="88426" cy="1945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直接箭头连接符 116"/>
            <p:cNvCxnSpPr/>
            <p:nvPr/>
          </p:nvCxnSpPr>
          <p:spPr>
            <a:xfrm rot="13440000" flipV="1">
              <a:off x="2751648" y="258044"/>
              <a:ext cx="87548" cy="1867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椭圆 117"/>
            <p:cNvSpPr/>
            <p:nvPr/>
          </p:nvSpPr>
          <p:spPr>
            <a:xfrm>
              <a:off x="1892935" y="18453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9" name="椭圆 118"/>
            <p:cNvSpPr/>
            <p:nvPr/>
          </p:nvSpPr>
          <p:spPr>
            <a:xfrm>
              <a:off x="2040472" y="184541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0" name="椭圆 119"/>
            <p:cNvSpPr/>
            <p:nvPr/>
          </p:nvSpPr>
          <p:spPr>
            <a:xfrm>
              <a:off x="2185828" y="18453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1" name="椭圆 120"/>
            <p:cNvSpPr/>
            <p:nvPr/>
          </p:nvSpPr>
          <p:spPr>
            <a:xfrm>
              <a:off x="2331995" y="18453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2" name="椭圆 121"/>
            <p:cNvSpPr/>
            <p:nvPr/>
          </p:nvSpPr>
          <p:spPr>
            <a:xfrm>
              <a:off x="2479532" y="18453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3" name="椭圆 122"/>
            <p:cNvSpPr/>
            <p:nvPr/>
          </p:nvSpPr>
          <p:spPr>
            <a:xfrm>
              <a:off x="2630632" y="18453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4" name="矩形 123"/>
            <p:cNvSpPr/>
            <p:nvPr/>
          </p:nvSpPr>
          <p:spPr>
            <a:xfrm>
              <a:off x="1339876" y="253476"/>
              <a:ext cx="59406" cy="200224"/>
            </a:xfrm>
            <a:prstGeom prst="rect">
              <a:avLst/>
            </a:prstGeom>
            <a:solidFill>
              <a:srgbClr val="C9C9C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3" name="矩形 132"/>
            <p:cNvSpPr/>
            <p:nvPr/>
          </p:nvSpPr>
          <p:spPr>
            <a:xfrm>
              <a:off x="253104" y="911041"/>
              <a:ext cx="690093" cy="314675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137" name="直接连接符 136"/>
            <p:cNvCxnSpPr/>
            <p:nvPr/>
          </p:nvCxnSpPr>
          <p:spPr>
            <a:xfrm>
              <a:off x="487926" y="91104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9" name="文本框 138"/>
            <p:cNvSpPr txBox="1"/>
            <p:nvPr/>
          </p:nvSpPr>
          <p:spPr>
            <a:xfrm>
              <a:off x="526783" y="937660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140" name="直接连接符 139"/>
            <p:cNvCxnSpPr/>
            <p:nvPr/>
          </p:nvCxnSpPr>
          <p:spPr>
            <a:xfrm>
              <a:off x="567936" y="912627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57" name="矩形 156"/>
            <p:cNvSpPr/>
            <p:nvPr/>
          </p:nvSpPr>
          <p:spPr>
            <a:xfrm>
              <a:off x="1142159" y="1504963"/>
              <a:ext cx="59406" cy="200224"/>
            </a:xfrm>
            <a:prstGeom prst="rect">
              <a:avLst/>
            </a:prstGeom>
            <a:solidFill>
              <a:srgbClr val="C9C9C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8" name="矩形 157"/>
            <p:cNvSpPr/>
            <p:nvPr/>
          </p:nvSpPr>
          <p:spPr>
            <a:xfrm>
              <a:off x="2226512" y="2350798"/>
              <a:ext cx="59406" cy="200224"/>
            </a:xfrm>
            <a:prstGeom prst="rect">
              <a:avLst/>
            </a:prstGeom>
            <a:solidFill>
              <a:srgbClr val="C9C9C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9" name="矩形 158"/>
            <p:cNvSpPr/>
            <p:nvPr/>
          </p:nvSpPr>
          <p:spPr>
            <a:xfrm>
              <a:off x="3370271" y="1504963"/>
              <a:ext cx="59406" cy="200224"/>
            </a:xfrm>
            <a:prstGeom prst="rect">
              <a:avLst/>
            </a:prstGeom>
            <a:solidFill>
              <a:srgbClr val="C9C9C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0" name="矩形 159"/>
            <p:cNvSpPr/>
            <p:nvPr/>
          </p:nvSpPr>
          <p:spPr>
            <a:xfrm>
              <a:off x="3183427" y="253476"/>
              <a:ext cx="59406" cy="200224"/>
            </a:xfrm>
            <a:prstGeom prst="rect">
              <a:avLst/>
            </a:prstGeom>
            <a:solidFill>
              <a:srgbClr val="C9C9C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26" name="直接箭头连接符 125"/>
            <p:cNvCxnSpPr/>
            <p:nvPr/>
          </p:nvCxnSpPr>
          <p:spPr>
            <a:xfrm>
              <a:off x="4490613" y="1382104"/>
              <a:ext cx="396240" cy="1232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8" name="矩形 167"/>
            <p:cNvSpPr/>
            <p:nvPr/>
          </p:nvSpPr>
          <p:spPr>
            <a:xfrm>
              <a:off x="334049" y="912026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2" name="矩形 171"/>
            <p:cNvSpPr/>
            <p:nvPr/>
          </p:nvSpPr>
          <p:spPr>
            <a:xfrm>
              <a:off x="867411" y="912026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0" name="矩形 179"/>
            <p:cNvSpPr/>
            <p:nvPr/>
          </p:nvSpPr>
          <p:spPr>
            <a:xfrm>
              <a:off x="680895" y="1990340"/>
              <a:ext cx="690093" cy="314675"/>
            </a:xfrm>
            <a:prstGeom prst="rect">
              <a:avLst/>
            </a:prstGeom>
            <a:solidFill>
              <a:srgbClr val="5B9BD5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82" name="文本框 181"/>
            <p:cNvSpPr txBox="1"/>
            <p:nvPr/>
          </p:nvSpPr>
          <p:spPr>
            <a:xfrm>
              <a:off x="954574" y="2016959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183" name="直接连接符 182"/>
            <p:cNvCxnSpPr/>
            <p:nvPr/>
          </p:nvCxnSpPr>
          <p:spPr>
            <a:xfrm>
              <a:off x="995727" y="1991926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84" name="矩形 183"/>
            <p:cNvSpPr/>
            <p:nvPr/>
          </p:nvSpPr>
          <p:spPr>
            <a:xfrm>
              <a:off x="761840" y="1991325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5" name="矩形 184"/>
            <p:cNvSpPr/>
            <p:nvPr/>
          </p:nvSpPr>
          <p:spPr>
            <a:xfrm>
              <a:off x="838002" y="1991325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6" name="矩形 185"/>
            <p:cNvSpPr/>
            <p:nvPr/>
          </p:nvSpPr>
          <p:spPr>
            <a:xfrm>
              <a:off x="3242833" y="1988415"/>
              <a:ext cx="690093" cy="314675"/>
            </a:xfrm>
            <a:prstGeom prst="rect">
              <a:avLst/>
            </a:prstGeom>
            <a:solidFill>
              <a:srgbClr val="ED7D3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87" name="文本框 186"/>
            <p:cNvSpPr txBox="1"/>
            <p:nvPr/>
          </p:nvSpPr>
          <p:spPr>
            <a:xfrm>
              <a:off x="3516512" y="2015034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188" name="直接连接符 187"/>
            <p:cNvCxnSpPr/>
            <p:nvPr/>
          </p:nvCxnSpPr>
          <p:spPr>
            <a:xfrm>
              <a:off x="3323985" y="199000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89" name="矩形 188"/>
            <p:cNvSpPr/>
            <p:nvPr/>
          </p:nvSpPr>
          <p:spPr>
            <a:xfrm>
              <a:off x="3471098" y="1989400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0" name="矩形 189"/>
            <p:cNvSpPr/>
            <p:nvPr/>
          </p:nvSpPr>
          <p:spPr>
            <a:xfrm>
              <a:off x="3399940" y="1989400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2" name="矩形 191"/>
            <p:cNvSpPr/>
            <p:nvPr/>
          </p:nvSpPr>
          <p:spPr>
            <a:xfrm>
              <a:off x="3617262" y="911041"/>
              <a:ext cx="690093" cy="314675"/>
            </a:xfrm>
            <a:prstGeom prst="rect">
              <a:avLst/>
            </a:prstGeom>
            <a:solidFill>
              <a:srgbClr val="FFFF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93" name="文本框 192"/>
            <p:cNvSpPr txBox="1"/>
            <p:nvPr/>
          </p:nvSpPr>
          <p:spPr>
            <a:xfrm>
              <a:off x="3890941" y="937660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194" name="直接连接符 193"/>
            <p:cNvCxnSpPr/>
            <p:nvPr/>
          </p:nvCxnSpPr>
          <p:spPr>
            <a:xfrm>
              <a:off x="3698414" y="912627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95" name="矩形 194"/>
            <p:cNvSpPr/>
            <p:nvPr/>
          </p:nvSpPr>
          <p:spPr>
            <a:xfrm>
              <a:off x="3845527" y="912026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6" name="矩形 195"/>
            <p:cNvSpPr/>
            <p:nvPr/>
          </p:nvSpPr>
          <p:spPr>
            <a:xfrm>
              <a:off x="3921054" y="912026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97" name="直接连接符 196"/>
            <p:cNvCxnSpPr/>
            <p:nvPr/>
          </p:nvCxnSpPr>
          <p:spPr>
            <a:xfrm>
              <a:off x="3772709" y="91104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98" name="椭圆 197"/>
            <p:cNvSpPr/>
            <p:nvPr/>
          </p:nvSpPr>
          <p:spPr>
            <a:xfrm>
              <a:off x="5980390" y="139672"/>
              <a:ext cx="2137050" cy="2137050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9" name="椭圆 198"/>
            <p:cNvSpPr/>
            <p:nvPr/>
          </p:nvSpPr>
          <p:spPr>
            <a:xfrm>
              <a:off x="7502202" y="1844326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0" name="椭圆 199"/>
            <p:cNvSpPr/>
            <p:nvPr/>
          </p:nvSpPr>
          <p:spPr>
            <a:xfrm>
              <a:off x="6211686" y="1848705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1" name="椭圆 200"/>
            <p:cNvSpPr/>
            <p:nvPr/>
          </p:nvSpPr>
          <p:spPr>
            <a:xfrm>
              <a:off x="5783669" y="850036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2" name="椭圆 201"/>
            <p:cNvSpPr/>
            <p:nvPr/>
          </p:nvSpPr>
          <p:spPr>
            <a:xfrm>
              <a:off x="7886144" y="850035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3" name="矩形 202"/>
            <p:cNvSpPr/>
            <p:nvPr/>
          </p:nvSpPr>
          <p:spPr>
            <a:xfrm>
              <a:off x="6553159" y="117285"/>
              <a:ext cx="991512" cy="33440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800" b="1" dirty="0">
                <a:solidFill>
                  <a:schemeClr val="tx1"/>
                </a:solidFill>
              </a:endParaRPr>
            </a:p>
          </p:txBody>
        </p:sp>
        <p:cxnSp>
          <p:nvCxnSpPr>
            <p:cNvPr id="204" name="直接箭头连接符 203"/>
            <p:cNvCxnSpPr/>
            <p:nvPr/>
          </p:nvCxnSpPr>
          <p:spPr>
            <a:xfrm rot="21120000" flipV="1">
              <a:off x="7442171" y="2175802"/>
              <a:ext cx="87548" cy="1945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直接箭头连接符 204"/>
            <p:cNvCxnSpPr/>
            <p:nvPr/>
          </p:nvCxnSpPr>
          <p:spPr>
            <a:xfrm rot="17340000" flipV="1">
              <a:off x="8066045" y="1316001"/>
              <a:ext cx="87548" cy="1945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直接箭头连接符 205"/>
            <p:cNvCxnSpPr/>
            <p:nvPr/>
          </p:nvCxnSpPr>
          <p:spPr>
            <a:xfrm rot="3720000" flipV="1">
              <a:off x="6186937" y="1884606"/>
              <a:ext cx="87548" cy="1945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直接箭头连接符 206"/>
            <p:cNvCxnSpPr/>
            <p:nvPr/>
          </p:nvCxnSpPr>
          <p:spPr>
            <a:xfrm rot="7620000" flipV="1">
              <a:off x="6012255" y="799164"/>
              <a:ext cx="88426" cy="1945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直接箭头连接符 207"/>
            <p:cNvCxnSpPr/>
            <p:nvPr/>
          </p:nvCxnSpPr>
          <p:spPr>
            <a:xfrm rot="13440000" flipV="1">
              <a:off x="7514645" y="258044"/>
              <a:ext cx="87548" cy="1867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9" name="椭圆 208"/>
            <p:cNvSpPr/>
            <p:nvPr/>
          </p:nvSpPr>
          <p:spPr>
            <a:xfrm>
              <a:off x="6655932" y="18453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0" name="椭圆 209"/>
            <p:cNvSpPr/>
            <p:nvPr/>
          </p:nvSpPr>
          <p:spPr>
            <a:xfrm>
              <a:off x="6803469" y="184541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1" name="椭圆 210"/>
            <p:cNvSpPr/>
            <p:nvPr/>
          </p:nvSpPr>
          <p:spPr>
            <a:xfrm>
              <a:off x="6948825" y="18453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2" name="椭圆 211"/>
            <p:cNvSpPr/>
            <p:nvPr/>
          </p:nvSpPr>
          <p:spPr>
            <a:xfrm>
              <a:off x="7094992" y="18453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3" name="椭圆 212"/>
            <p:cNvSpPr/>
            <p:nvPr/>
          </p:nvSpPr>
          <p:spPr>
            <a:xfrm>
              <a:off x="7242529" y="18453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4" name="椭圆 213"/>
            <p:cNvSpPr/>
            <p:nvPr/>
          </p:nvSpPr>
          <p:spPr>
            <a:xfrm>
              <a:off x="7393629" y="18453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5" name="矩形 214"/>
            <p:cNvSpPr/>
            <p:nvPr/>
          </p:nvSpPr>
          <p:spPr>
            <a:xfrm>
              <a:off x="6102873" y="253476"/>
              <a:ext cx="59406" cy="200224"/>
            </a:xfrm>
            <a:prstGeom prst="rect">
              <a:avLst/>
            </a:prstGeom>
            <a:solidFill>
              <a:srgbClr val="C9C9C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6" name="矩形 215"/>
            <p:cNvSpPr/>
            <p:nvPr/>
          </p:nvSpPr>
          <p:spPr>
            <a:xfrm>
              <a:off x="5016101" y="911041"/>
              <a:ext cx="690093" cy="314675"/>
            </a:xfrm>
            <a:prstGeom prst="rect">
              <a:avLst/>
            </a:prstGeom>
            <a:solidFill>
              <a:srgbClr val="C9C9C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217" name="直接连接符 216"/>
            <p:cNvCxnSpPr/>
            <p:nvPr/>
          </p:nvCxnSpPr>
          <p:spPr>
            <a:xfrm>
              <a:off x="5250923" y="91104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18" name="文本框 217"/>
            <p:cNvSpPr txBox="1"/>
            <p:nvPr/>
          </p:nvSpPr>
          <p:spPr>
            <a:xfrm>
              <a:off x="5289780" y="937660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219" name="直接连接符 218"/>
            <p:cNvCxnSpPr/>
            <p:nvPr/>
          </p:nvCxnSpPr>
          <p:spPr>
            <a:xfrm>
              <a:off x="5330933" y="912627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20" name="矩形 219"/>
            <p:cNvSpPr/>
            <p:nvPr/>
          </p:nvSpPr>
          <p:spPr>
            <a:xfrm>
              <a:off x="5905156" y="1504963"/>
              <a:ext cx="59406" cy="200224"/>
            </a:xfrm>
            <a:prstGeom prst="rect">
              <a:avLst/>
            </a:prstGeom>
            <a:solidFill>
              <a:srgbClr val="C9C9C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1" name="矩形 220"/>
            <p:cNvSpPr/>
            <p:nvPr/>
          </p:nvSpPr>
          <p:spPr>
            <a:xfrm>
              <a:off x="6989509" y="2350798"/>
              <a:ext cx="59406" cy="200224"/>
            </a:xfrm>
            <a:prstGeom prst="rect">
              <a:avLst/>
            </a:prstGeom>
            <a:solidFill>
              <a:srgbClr val="C9C9C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2" name="矩形 221"/>
            <p:cNvSpPr/>
            <p:nvPr/>
          </p:nvSpPr>
          <p:spPr>
            <a:xfrm>
              <a:off x="8133268" y="1504963"/>
              <a:ext cx="59406" cy="200224"/>
            </a:xfrm>
            <a:prstGeom prst="rect">
              <a:avLst/>
            </a:prstGeom>
            <a:solidFill>
              <a:srgbClr val="C9C9C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3" name="矩形 222"/>
            <p:cNvSpPr/>
            <p:nvPr/>
          </p:nvSpPr>
          <p:spPr>
            <a:xfrm>
              <a:off x="7946424" y="253476"/>
              <a:ext cx="59406" cy="200224"/>
            </a:xfrm>
            <a:prstGeom prst="rect">
              <a:avLst/>
            </a:prstGeom>
            <a:solidFill>
              <a:srgbClr val="C9C9C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4" name="矩形 223"/>
            <p:cNvSpPr/>
            <p:nvPr/>
          </p:nvSpPr>
          <p:spPr>
            <a:xfrm>
              <a:off x="5097046" y="912026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5" name="矩形 224"/>
            <p:cNvSpPr/>
            <p:nvPr/>
          </p:nvSpPr>
          <p:spPr>
            <a:xfrm>
              <a:off x="5630408" y="912026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6" name="矩形 225"/>
            <p:cNvSpPr/>
            <p:nvPr/>
          </p:nvSpPr>
          <p:spPr>
            <a:xfrm>
              <a:off x="5443892" y="1990340"/>
              <a:ext cx="690093" cy="314675"/>
            </a:xfrm>
            <a:prstGeom prst="rect">
              <a:avLst/>
            </a:prstGeom>
            <a:solidFill>
              <a:srgbClr val="C9C9C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27" name="文本框 226"/>
            <p:cNvSpPr txBox="1"/>
            <p:nvPr/>
          </p:nvSpPr>
          <p:spPr>
            <a:xfrm>
              <a:off x="5717571" y="2016959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228" name="直接连接符 227"/>
            <p:cNvCxnSpPr/>
            <p:nvPr/>
          </p:nvCxnSpPr>
          <p:spPr>
            <a:xfrm>
              <a:off x="5758724" y="1991926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29" name="矩形 228"/>
            <p:cNvSpPr/>
            <p:nvPr/>
          </p:nvSpPr>
          <p:spPr>
            <a:xfrm>
              <a:off x="5524837" y="1991325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0" name="矩形 229"/>
            <p:cNvSpPr/>
            <p:nvPr/>
          </p:nvSpPr>
          <p:spPr>
            <a:xfrm>
              <a:off x="5600999" y="1991325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1" name="矩形 230"/>
            <p:cNvSpPr/>
            <p:nvPr/>
          </p:nvSpPr>
          <p:spPr>
            <a:xfrm>
              <a:off x="8005830" y="1988415"/>
              <a:ext cx="690093" cy="314675"/>
            </a:xfrm>
            <a:prstGeom prst="rect">
              <a:avLst/>
            </a:prstGeom>
            <a:solidFill>
              <a:srgbClr val="C9C9C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32" name="文本框 231"/>
            <p:cNvSpPr txBox="1"/>
            <p:nvPr/>
          </p:nvSpPr>
          <p:spPr>
            <a:xfrm>
              <a:off x="8279509" y="2015034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233" name="直接连接符 232"/>
            <p:cNvCxnSpPr/>
            <p:nvPr/>
          </p:nvCxnSpPr>
          <p:spPr>
            <a:xfrm>
              <a:off x="8086982" y="199000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34" name="矩形 233"/>
            <p:cNvSpPr/>
            <p:nvPr/>
          </p:nvSpPr>
          <p:spPr>
            <a:xfrm>
              <a:off x="8234095" y="1989400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5" name="矩形 234"/>
            <p:cNvSpPr/>
            <p:nvPr/>
          </p:nvSpPr>
          <p:spPr>
            <a:xfrm>
              <a:off x="8162937" y="1989400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6" name="矩形 235"/>
            <p:cNvSpPr/>
            <p:nvPr/>
          </p:nvSpPr>
          <p:spPr>
            <a:xfrm>
              <a:off x="8380259" y="911041"/>
              <a:ext cx="690093" cy="314675"/>
            </a:xfrm>
            <a:prstGeom prst="rect">
              <a:avLst/>
            </a:prstGeom>
            <a:solidFill>
              <a:srgbClr val="C9C9C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37" name="文本框 236"/>
            <p:cNvSpPr txBox="1"/>
            <p:nvPr/>
          </p:nvSpPr>
          <p:spPr>
            <a:xfrm>
              <a:off x="8653938" y="937660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238" name="直接连接符 237"/>
            <p:cNvCxnSpPr/>
            <p:nvPr/>
          </p:nvCxnSpPr>
          <p:spPr>
            <a:xfrm>
              <a:off x="8461411" y="912627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39" name="矩形 238"/>
            <p:cNvSpPr/>
            <p:nvPr/>
          </p:nvSpPr>
          <p:spPr>
            <a:xfrm>
              <a:off x="8608524" y="912026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0" name="矩形 239"/>
            <p:cNvSpPr/>
            <p:nvPr/>
          </p:nvSpPr>
          <p:spPr>
            <a:xfrm>
              <a:off x="8684051" y="912026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41" name="直接连接符 240"/>
            <p:cNvCxnSpPr/>
            <p:nvPr/>
          </p:nvCxnSpPr>
          <p:spPr>
            <a:xfrm>
              <a:off x="8535706" y="91104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42" name="文本框 241"/>
            <p:cNvSpPr txBox="1"/>
            <p:nvPr/>
          </p:nvSpPr>
          <p:spPr>
            <a:xfrm>
              <a:off x="3827512" y="1416335"/>
              <a:ext cx="184377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200" b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communication n-1 times</a:t>
              </a:r>
              <a:endParaRPr lang="zh-CN" alt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243" name="直接连接符 242"/>
          <p:cNvCxnSpPr/>
          <p:nvPr/>
        </p:nvCxnSpPr>
        <p:spPr>
          <a:xfrm>
            <a:off x="1295002" y="1986248"/>
            <a:ext cx="0" cy="314675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4" name="直接连接符 243"/>
          <p:cNvCxnSpPr/>
          <p:nvPr/>
        </p:nvCxnSpPr>
        <p:spPr>
          <a:xfrm>
            <a:off x="4231242" y="911041"/>
            <a:ext cx="0" cy="314675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5" name="直接连接符 244"/>
          <p:cNvCxnSpPr/>
          <p:nvPr/>
        </p:nvCxnSpPr>
        <p:spPr>
          <a:xfrm>
            <a:off x="3855322" y="1981168"/>
            <a:ext cx="0" cy="314675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6" name="直接连接符 245"/>
          <p:cNvCxnSpPr/>
          <p:nvPr/>
        </p:nvCxnSpPr>
        <p:spPr>
          <a:xfrm>
            <a:off x="6049882" y="1996408"/>
            <a:ext cx="0" cy="314675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7" name="直接连接符 246"/>
          <p:cNvCxnSpPr/>
          <p:nvPr/>
        </p:nvCxnSpPr>
        <p:spPr>
          <a:xfrm>
            <a:off x="8620362" y="1991328"/>
            <a:ext cx="0" cy="314675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8" name="直接连接符 247"/>
          <p:cNvCxnSpPr/>
          <p:nvPr/>
        </p:nvCxnSpPr>
        <p:spPr>
          <a:xfrm>
            <a:off x="9001362" y="911041"/>
            <a:ext cx="0" cy="314675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3970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/>
          <p:cNvGrpSpPr/>
          <p:nvPr/>
        </p:nvGrpSpPr>
        <p:grpSpPr>
          <a:xfrm>
            <a:off x="913103" y="534632"/>
            <a:ext cx="5812567" cy="2666232"/>
            <a:chOff x="913103" y="534632"/>
            <a:chExt cx="5812567" cy="2666232"/>
          </a:xfrm>
        </p:grpSpPr>
        <p:sp>
          <p:nvSpPr>
            <p:cNvPr id="108" name="椭圆 107"/>
            <p:cNvSpPr/>
            <p:nvPr/>
          </p:nvSpPr>
          <p:spPr>
            <a:xfrm>
              <a:off x="3696722" y="977520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9" name="椭圆 108"/>
            <p:cNvSpPr/>
            <p:nvPr/>
          </p:nvSpPr>
          <p:spPr>
            <a:xfrm>
              <a:off x="2386534" y="977522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0" name="椭圆 109"/>
            <p:cNvSpPr/>
            <p:nvPr/>
          </p:nvSpPr>
          <p:spPr>
            <a:xfrm>
              <a:off x="1076346" y="977524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1" name="椭圆 110"/>
            <p:cNvSpPr/>
            <p:nvPr/>
          </p:nvSpPr>
          <p:spPr>
            <a:xfrm>
              <a:off x="6183818" y="977520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" name="直接箭头连接符 2"/>
            <p:cNvCxnSpPr>
              <a:stCxn id="110" idx="6"/>
              <a:endCxn id="109" idx="2"/>
            </p:cNvCxnSpPr>
            <p:nvPr/>
          </p:nvCxnSpPr>
          <p:spPr>
            <a:xfrm flipV="1">
              <a:off x="1504363" y="1191531"/>
              <a:ext cx="882171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直接箭头连接符 95"/>
            <p:cNvCxnSpPr>
              <a:stCxn id="109" idx="6"/>
              <a:endCxn id="108" idx="2"/>
            </p:cNvCxnSpPr>
            <p:nvPr/>
          </p:nvCxnSpPr>
          <p:spPr>
            <a:xfrm flipV="1">
              <a:off x="2814551" y="1191529"/>
              <a:ext cx="882171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直接箭头连接符 98"/>
            <p:cNvCxnSpPr>
              <a:stCxn id="15" idx="3"/>
              <a:endCxn id="111" idx="2"/>
            </p:cNvCxnSpPr>
            <p:nvPr/>
          </p:nvCxnSpPr>
          <p:spPr>
            <a:xfrm>
              <a:off x="5577496" y="1191527"/>
              <a:ext cx="606322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矩形 14"/>
            <p:cNvSpPr/>
            <p:nvPr/>
          </p:nvSpPr>
          <p:spPr>
            <a:xfrm>
              <a:off x="4694152" y="1019590"/>
              <a:ext cx="883344" cy="34387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32" name="直接箭头连接符 131"/>
            <p:cNvCxnSpPr>
              <a:stCxn id="108" idx="6"/>
              <a:endCxn id="15" idx="1"/>
            </p:cNvCxnSpPr>
            <p:nvPr/>
          </p:nvCxnSpPr>
          <p:spPr>
            <a:xfrm flipV="1">
              <a:off x="4124739" y="1191527"/>
              <a:ext cx="569413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" name="组合 13"/>
            <p:cNvGrpSpPr/>
            <p:nvPr/>
          </p:nvGrpSpPr>
          <p:grpSpPr>
            <a:xfrm>
              <a:off x="4732881" y="1168665"/>
              <a:ext cx="783416" cy="45721"/>
              <a:chOff x="6808332" y="336939"/>
              <a:chExt cx="783416" cy="45721"/>
            </a:xfrm>
          </p:grpSpPr>
          <p:sp>
            <p:nvSpPr>
              <p:cNvPr id="125" name="椭圆 124"/>
              <p:cNvSpPr/>
              <p:nvPr/>
            </p:nvSpPr>
            <p:spPr>
              <a:xfrm>
                <a:off x="6808332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7" name="椭圆 126"/>
              <p:cNvSpPr/>
              <p:nvPr/>
            </p:nvSpPr>
            <p:spPr>
              <a:xfrm>
                <a:off x="6955869" y="336941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8" name="椭圆 127"/>
              <p:cNvSpPr/>
              <p:nvPr/>
            </p:nvSpPr>
            <p:spPr>
              <a:xfrm>
                <a:off x="7101225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9" name="椭圆 128"/>
              <p:cNvSpPr/>
              <p:nvPr/>
            </p:nvSpPr>
            <p:spPr>
              <a:xfrm>
                <a:off x="7247392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0" name="椭圆 129"/>
              <p:cNvSpPr/>
              <p:nvPr/>
            </p:nvSpPr>
            <p:spPr>
              <a:xfrm>
                <a:off x="7394929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1" name="椭圆 130"/>
              <p:cNvSpPr/>
              <p:nvPr/>
            </p:nvSpPr>
            <p:spPr>
              <a:xfrm>
                <a:off x="7546029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301" name="矩形 300"/>
            <p:cNvSpPr/>
            <p:nvPr/>
          </p:nvSpPr>
          <p:spPr>
            <a:xfrm>
              <a:off x="913103" y="542109"/>
              <a:ext cx="690093" cy="314675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302" name="直接连接符 301"/>
            <p:cNvCxnSpPr/>
            <p:nvPr/>
          </p:nvCxnSpPr>
          <p:spPr>
            <a:xfrm>
              <a:off x="1147925" y="542109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3" name="文本框 302"/>
            <p:cNvSpPr txBox="1"/>
            <p:nvPr/>
          </p:nvSpPr>
          <p:spPr>
            <a:xfrm>
              <a:off x="1186782" y="568728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304" name="直接连接符 303"/>
            <p:cNvCxnSpPr/>
            <p:nvPr/>
          </p:nvCxnSpPr>
          <p:spPr>
            <a:xfrm>
              <a:off x="1227935" y="543695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7" name="直接连接符 306"/>
            <p:cNvCxnSpPr/>
            <p:nvPr/>
          </p:nvCxnSpPr>
          <p:spPr>
            <a:xfrm>
              <a:off x="986371" y="540135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8" name="直接连接符 307"/>
            <p:cNvCxnSpPr/>
            <p:nvPr/>
          </p:nvCxnSpPr>
          <p:spPr>
            <a:xfrm>
              <a:off x="1067651" y="545215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9" name="直接连接符 308"/>
            <p:cNvCxnSpPr/>
            <p:nvPr/>
          </p:nvCxnSpPr>
          <p:spPr>
            <a:xfrm>
              <a:off x="1527391" y="542675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10" name="矩形 309"/>
            <p:cNvSpPr/>
            <p:nvPr/>
          </p:nvSpPr>
          <p:spPr>
            <a:xfrm>
              <a:off x="2218870" y="535621"/>
              <a:ext cx="690093" cy="31467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12" name="文本框 311"/>
            <p:cNvSpPr txBox="1"/>
            <p:nvPr/>
          </p:nvSpPr>
          <p:spPr>
            <a:xfrm>
              <a:off x="2492549" y="562240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313" name="直接连接符 312"/>
            <p:cNvCxnSpPr/>
            <p:nvPr/>
          </p:nvCxnSpPr>
          <p:spPr>
            <a:xfrm>
              <a:off x="2527987" y="537207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6" name="直接连接符 315"/>
            <p:cNvCxnSpPr/>
            <p:nvPr/>
          </p:nvCxnSpPr>
          <p:spPr>
            <a:xfrm>
              <a:off x="2833158" y="536187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17" name="矩形 316"/>
            <p:cNvSpPr/>
            <p:nvPr/>
          </p:nvSpPr>
          <p:spPr>
            <a:xfrm>
              <a:off x="3554584" y="535621"/>
              <a:ext cx="690093" cy="31467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318" name="直接连接符 317"/>
            <p:cNvCxnSpPr/>
            <p:nvPr/>
          </p:nvCxnSpPr>
          <p:spPr>
            <a:xfrm>
              <a:off x="3789406" y="53562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19" name="文本框 318"/>
            <p:cNvSpPr txBox="1"/>
            <p:nvPr/>
          </p:nvSpPr>
          <p:spPr>
            <a:xfrm>
              <a:off x="3828263" y="562240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320" name="直接连接符 319"/>
            <p:cNvCxnSpPr/>
            <p:nvPr/>
          </p:nvCxnSpPr>
          <p:spPr>
            <a:xfrm>
              <a:off x="3869416" y="537207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3" name="直接连接符 322"/>
            <p:cNvCxnSpPr/>
            <p:nvPr/>
          </p:nvCxnSpPr>
          <p:spPr>
            <a:xfrm>
              <a:off x="4168872" y="536187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24" name="矩形 323"/>
            <p:cNvSpPr/>
            <p:nvPr/>
          </p:nvSpPr>
          <p:spPr>
            <a:xfrm>
              <a:off x="6035577" y="540135"/>
              <a:ext cx="690093" cy="31467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325" name="直接连接符 324"/>
            <p:cNvCxnSpPr/>
            <p:nvPr/>
          </p:nvCxnSpPr>
          <p:spPr>
            <a:xfrm>
              <a:off x="6270399" y="540135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26" name="文本框 325"/>
            <p:cNvSpPr txBox="1"/>
            <p:nvPr/>
          </p:nvSpPr>
          <p:spPr>
            <a:xfrm>
              <a:off x="6309256" y="566754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327" name="直接连接符 326"/>
            <p:cNvCxnSpPr/>
            <p:nvPr/>
          </p:nvCxnSpPr>
          <p:spPr>
            <a:xfrm>
              <a:off x="6350409" y="54172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8" name="直接连接符 327"/>
            <p:cNvCxnSpPr/>
            <p:nvPr/>
          </p:nvCxnSpPr>
          <p:spPr>
            <a:xfrm>
              <a:off x="6108845" y="53816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9" name="直接连接符 328"/>
            <p:cNvCxnSpPr/>
            <p:nvPr/>
          </p:nvCxnSpPr>
          <p:spPr>
            <a:xfrm>
              <a:off x="6190125" y="54324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0" name="直接连接符 329"/>
            <p:cNvCxnSpPr/>
            <p:nvPr/>
          </p:nvCxnSpPr>
          <p:spPr>
            <a:xfrm>
              <a:off x="6649865" y="54070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31" name="矩形 330"/>
            <p:cNvSpPr/>
            <p:nvPr/>
          </p:nvSpPr>
          <p:spPr>
            <a:xfrm>
              <a:off x="2218988" y="534632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2" name="矩形 331"/>
            <p:cNvSpPr/>
            <p:nvPr/>
          </p:nvSpPr>
          <p:spPr>
            <a:xfrm>
              <a:off x="2292139" y="534632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3" name="矩形 332"/>
            <p:cNvSpPr/>
            <p:nvPr/>
          </p:nvSpPr>
          <p:spPr>
            <a:xfrm>
              <a:off x="2368686" y="534632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4" name="矩形 333"/>
            <p:cNvSpPr/>
            <p:nvPr/>
          </p:nvSpPr>
          <p:spPr>
            <a:xfrm>
              <a:off x="3554677" y="536889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5" name="矩形 334"/>
            <p:cNvSpPr/>
            <p:nvPr/>
          </p:nvSpPr>
          <p:spPr>
            <a:xfrm>
              <a:off x="3627828" y="536889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6" name="矩形 335"/>
            <p:cNvSpPr/>
            <p:nvPr/>
          </p:nvSpPr>
          <p:spPr>
            <a:xfrm>
              <a:off x="1883191" y="820675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7" name="矩形 336"/>
            <p:cNvSpPr/>
            <p:nvPr/>
          </p:nvSpPr>
          <p:spPr>
            <a:xfrm>
              <a:off x="3181370" y="820675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8" name="矩形 337"/>
            <p:cNvSpPr/>
            <p:nvPr/>
          </p:nvSpPr>
          <p:spPr>
            <a:xfrm>
              <a:off x="4414897" y="820675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0" name="椭圆 339"/>
            <p:cNvSpPr/>
            <p:nvPr/>
          </p:nvSpPr>
          <p:spPr>
            <a:xfrm>
              <a:off x="3696722" y="2772843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1" name="椭圆 340"/>
            <p:cNvSpPr/>
            <p:nvPr/>
          </p:nvSpPr>
          <p:spPr>
            <a:xfrm>
              <a:off x="2386534" y="2772845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2" name="椭圆 341"/>
            <p:cNvSpPr/>
            <p:nvPr/>
          </p:nvSpPr>
          <p:spPr>
            <a:xfrm>
              <a:off x="1076346" y="2772847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3" name="椭圆 342"/>
            <p:cNvSpPr/>
            <p:nvPr/>
          </p:nvSpPr>
          <p:spPr>
            <a:xfrm>
              <a:off x="6183818" y="2772843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44" name="直接箭头连接符 343"/>
            <p:cNvCxnSpPr>
              <a:stCxn id="342" idx="6"/>
              <a:endCxn id="341" idx="2"/>
            </p:cNvCxnSpPr>
            <p:nvPr/>
          </p:nvCxnSpPr>
          <p:spPr>
            <a:xfrm flipV="1">
              <a:off x="1504363" y="2986854"/>
              <a:ext cx="882171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直接箭头连接符 344"/>
            <p:cNvCxnSpPr>
              <a:stCxn id="341" idx="6"/>
              <a:endCxn id="340" idx="2"/>
            </p:cNvCxnSpPr>
            <p:nvPr/>
          </p:nvCxnSpPr>
          <p:spPr>
            <a:xfrm flipV="1">
              <a:off x="2814551" y="2986852"/>
              <a:ext cx="882171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6" name="直接箭头连接符 345"/>
            <p:cNvCxnSpPr>
              <a:stCxn id="347" idx="3"/>
              <a:endCxn id="343" idx="2"/>
            </p:cNvCxnSpPr>
            <p:nvPr/>
          </p:nvCxnSpPr>
          <p:spPr>
            <a:xfrm>
              <a:off x="5577496" y="2986850"/>
              <a:ext cx="606322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7" name="矩形 346"/>
            <p:cNvSpPr/>
            <p:nvPr/>
          </p:nvSpPr>
          <p:spPr>
            <a:xfrm>
              <a:off x="4694152" y="2814913"/>
              <a:ext cx="883344" cy="34387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48" name="直接箭头连接符 347"/>
            <p:cNvCxnSpPr>
              <a:stCxn id="340" idx="6"/>
              <a:endCxn id="347" idx="1"/>
            </p:cNvCxnSpPr>
            <p:nvPr/>
          </p:nvCxnSpPr>
          <p:spPr>
            <a:xfrm flipV="1">
              <a:off x="4124739" y="2986850"/>
              <a:ext cx="569413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49" name="组合 348"/>
            <p:cNvGrpSpPr/>
            <p:nvPr/>
          </p:nvGrpSpPr>
          <p:grpSpPr>
            <a:xfrm>
              <a:off x="4732881" y="2963988"/>
              <a:ext cx="783416" cy="45721"/>
              <a:chOff x="6808332" y="336939"/>
              <a:chExt cx="783416" cy="45721"/>
            </a:xfrm>
          </p:grpSpPr>
          <p:sp>
            <p:nvSpPr>
              <p:cNvPr id="350" name="椭圆 349"/>
              <p:cNvSpPr/>
              <p:nvPr/>
            </p:nvSpPr>
            <p:spPr>
              <a:xfrm>
                <a:off x="6808332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1" name="椭圆 350"/>
              <p:cNvSpPr/>
              <p:nvPr/>
            </p:nvSpPr>
            <p:spPr>
              <a:xfrm>
                <a:off x="6955869" y="336941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2" name="椭圆 351"/>
              <p:cNvSpPr/>
              <p:nvPr/>
            </p:nvSpPr>
            <p:spPr>
              <a:xfrm>
                <a:off x="7101225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3" name="椭圆 352"/>
              <p:cNvSpPr/>
              <p:nvPr/>
            </p:nvSpPr>
            <p:spPr>
              <a:xfrm>
                <a:off x="7247392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4" name="椭圆 353"/>
              <p:cNvSpPr/>
              <p:nvPr/>
            </p:nvSpPr>
            <p:spPr>
              <a:xfrm>
                <a:off x="7394929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5" name="椭圆 354"/>
              <p:cNvSpPr/>
              <p:nvPr/>
            </p:nvSpPr>
            <p:spPr>
              <a:xfrm>
                <a:off x="7546029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356" name="矩形 355"/>
            <p:cNvSpPr/>
            <p:nvPr/>
          </p:nvSpPr>
          <p:spPr>
            <a:xfrm>
              <a:off x="913103" y="2337432"/>
              <a:ext cx="690093" cy="314675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357" name="直接连接符 356"/>
            <p:cNvCxnSpPr/>
            <p:nvPr/>
          </p:nvCxnSpPr>
          <p:spPr>
            <a:xfrm>
              <a:off x="1147925" y="2337432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58" name="文本框 357"/>
            <p:cNvSpPr txBox="1"/>
            <p:nvPr/>
          </p:nvSpPr>
          <p:spPr>
            <a:xfrm>
              <a:off x="1186782" y="2364051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359" name="直接连接符 358"/>
            <p:cNvCxnSpPr/>
            <p:nvPr/>
          </p:nvCxnSpPr>
          <p:spPr>
            <a:xfrm>
              <a:off x="1227935" y="2339018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0" name="直接连接符 359"/>
            <p:cNvCxnSpPr/>
            <p:nvPr/>
          </p:nvCxnSpPr>
          <p:spPr>
            <a:xfrm>
              <a:off x="986371" y="2335458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1" name="直接连接符 360"/>
            <p:cNvCxnSpPr/>
            <p:nvPr/>
          </p:nvCxnSpPr>
          <p:spPr>
            <a:xfrm>
              <a:off x="1067651" y="2340538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2" name="直接连接符 361"/>
            <p:cNvCxnSpPr/>
            <p:nvPr/>
          </p:nvCxnSpPr>
          <p:spPr>
            <a:xfrm>
              <a:off x="1527391" y="2337998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63" name="矩形 362"/>
            <p:cNvSpPr/>
            <p:nvPr/>
          </p:nvSpPr>
          <p:spPr>
            <a:xfrm>
              <a:off x="2218870" y="2330944"/>
              <a:ext cx="690093" cy="314675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64" name="文本框 363"/>
            <p:cNvSpPr txBox="1"/>
            <p:nvPr/>
          </p:nvSpPr>
          <p:spPr>
            <a:xfrm>
              <a:off x="2492549" y="2357563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365" name="直接连接符 364"/>
            <p:cNvCxnSpPr/>
            <p:nvPr/>
          </p:nvCxnSpPr>
          <p:spPr>
            <a:xfrm>
              <a:off x="2527987" y="2332530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6" name="直接连接符 365"/>
            <p:cNvCxnSpPr/>
            <p:nvPr/>
          </p:nvCxnSpPr>
          <p:spPr>
            <a:xfrm>
              <a:off x="2833158" y="2331510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67" name="矩形 366"/>
            <p:cNvSpPr/>
            <p:nvPr/>
          </p:nvSpPr>
          <p:spPr>
            <a:xfrm>
              <a:off x="3554584" y="2330944"/>
              <a:ext cx="690093" cy="314675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368" name="直接连接符 367"/>
            <p:cNvCxnSpPr/>
            <p:nvPr/>
          </p:nvCxnSpPr>
          <p:spPr>
            <a:xfrm>
              <a:off x="3789406" y="2330944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69" name="文本框 368"/>
            <p:cNvSpPr txBox="1"/>
            <p:nvPr/>
          </p:nvSpPr>
          <p:spPr>
            <a:xfrm>
              <a:off x="3828263" y="2357563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370" name="直接连接符 369"/>
            <p:cNvCxnSpPr/>
            <p:nvPr/>
          </p:nvCxnSpPr>
          <p:spPr>
            <a:xfrm>
              <a:off x="3869416" y="2332530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1" name="直接连接符 370"/>
            <p:cNvCxnSpPr/>
            <p:nvPr/>
          </p:nvCxnSpPr>
          <p:spPr>
            <a:xfrm>
              <a:off x="4168872" y="2331510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2" name="矩形 371"/>
            <p:cNvSpPr/>
            <p:nvPr/>
          </p:nvSpPr>
          <p:spPr>
            <a:xfrm>
              <a:off x="6035577" y="2335458"/>
              <a:ext cx="690093" cy="314675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373" name="直接连接符 372"/>
            <p:cNvCxnSpPr/>
            <p:nvPr/>
          </p:nvCxnSpPr>
          <p:spPr>
            <a:xfrm>
              <a:off x="6270399" y="2335458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4" name="文本框 373"/>
            <p:cNvSpPr txBox="1"/>
            <p:nvPr/>
          </p:nvSpPr>
          <p:spPr>
            <a:xfrm>
              <a:off x="6309256" y="2362077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375" name="直接连接符 374"/>
            <p:cNvCxnSpPr/>
            <p:nvPr/>
          </p:nvCxnSpPr>
          <p:spPr>
            <a:xfrm>
              <a:off x="6350409" y="2337044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6" name="直接连接符 375"/>
            <p:cNvCxnSpPr/>
            <p:nvPr/>
          </p:nvCxnSpPr>
          <p:spPr>
            <a:xfrm>
              <a:off x="6108845" y="2333484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7" name="直接连接符 376"/>
            <p:cNvCxnSpPr/>
            <p:nvPr/>
          </p:nvCxnSpPr>
          <p:spPr>
            <a:xfrm>
              <a:off x="6190125" y="2338564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8" name="直接连接符 377"/>
            <p:cNvCxnSpPr/>
            <p:nvPr/>
          </p:nvCxnSpPr>
          <p:spPr>
            <a:xfrm>
              <a:off x="6649865" y="2336024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9" name="矩形 378"/>
            <p:cNvSpPr/>
            <p:nvPr/>
          </p:nvSpPr>
          <p:spPr>
            <a:xfrm>
              <a:off x="2218988" y="2329955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0" name="矩形 379"/>
            <p:cNvSpPr/>
            <p:nvPr/>
          </p:nvSpPr>
          <p:spPr>
            <a:xfrm>
              <a:off x="2292139" y="2329955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1" name="矩形 380"/>
            <p:cNvSpPr/>
            <p:nvPr/>
          </p:nvSpPr>
          <p:spPr>
            <a:xfrm>
              <a:off x="2368686" y="2329955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2" name="矩形 381"/>
            <p:cNvSpPr/>
            <p:nvPr/>
          </p:nvSpPr>
          <p:spPr>
            <a:xfrm>
              <a:off x="3554677" y="2332212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3" name="矩形 382"/>
            <p:cNvSpPr/>
            <p:nvPr/>
          </p:nvSpPr>
          <p:spPr>
            <a:xfrm>
              <a:off x="3627828" y="2332212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4" name="矩形 383"/>
            <p:cNvSpPr/>
            <p:nvPr/>
          </p:nvSpPr>
          <p:spPr>
            <a:xfrm>
              <a:off x="1883191" y="2615998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5" name="矩形 384"/>
            <p:cNvSpPr/>
            <p:nvPr/>
          </p:nvSpPr>
          <p:spPr>
            <a:xfrm>
              <a:off x="3181370" y="2615998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6" name="矩形 385"/>
            <p:cNvSpPr/>
            <p:nvPr/>
          </p:nvSpPr>
          <p:spPr>
            <a:xfrm>
              <a:off x="4414897" y="2615998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7" name="矩形 386"/>
            <p:cNvSpPr/>
            <p:nvPr/>
          </p:nvSpPr>
          <p:spPr>
            <a:xfrm>
              <a:off x="5840256" y="2612706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90" name="直接箭头连接符 389"/>
            <p:cNvCxnSpPr/>
            <p:nvPr/>
          </p:nvCxnSpPr>
          <p:spPr>
            <a:xfrm rot="5400000">
              <a:off x="3713226" y="1867624"/>
              <a:ext cx="396240" cy="1232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1" name="文本框 390"/>
            <p:cNvSpPr txBox="1"/>
            <p:nvPr/>
          </p:nvSpPr>
          <p:spPr>
            <a:xfrm>
              <a:off x="1290354" y="1669798"/>
              <a:ext cx="263245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b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communication S+n-2 times</a:t>
              </a:r>
              <a:endParaRPr lang="zh-CN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807254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2778119" y="125349"/>
            <a:ext cx="822331" cy="484632"/>
          </a:xfrm>
          <a:prstGeom prst="rect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 smtClean="0">
                <a:solidFill>
                  <a:schemeClr val="tx1"/>
                </a:solidFill>
              </a:rPr>
              <a:t>CPU1</a:t>
            </a:r>
            <a:endParaRPr lang="zh-CN" altLang="en-US" sz="2000" b="1" dirty="0">
              <a:solidFill>
                <a:schemeClr val="tx1"/>
              </a:solidFill>
            </a:endParaRPr>
          </a:p>
        </p:txBody>
      </p:sp>
      <p:sp>
        <p:nvSpPr>
          <p:cNvPr id="3" name="矩形 2"/>
          <p:cNvSpPr/>
          <p:nvPr/>
        </p:nvSpPr>
        <p:spPr>
          <a:xfrm>
            <a:off x="2591067" y="1010053"/>
            <a:ext cx="1175633" cy="71446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</a:endParaRPr>
          </a:p>
        </p:txBody>
      </p:sp>
      <p:sp>
        <p:nvSpPr>
          <p:cNvPr id="4" name="八边形 3"/>
          <p:cNvSpPr/>
          <p:nvPr/>
        </p:nvSpPr>
        <p:spPr>
          <a:xfrm>
            <a:off x="1590051" y="2245688"/>
            <a:ext cx="1007122" cy="684186"/>
          </a:xfrm>
          <a:prstGeom prst="octagon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5" name="八边形 4"/>
          <p:cNvSpPr/>
          <p:nvPr/>
        </p:nvSpPr>
        <p:spPr>
          <a:xfrm>
            <a:off x="3704379" y="2245688"/>
            <a:ext cx="1007122" cy="684186"/>
          </a:xfrm>
          <a:prstGeom prst="octagon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6" name="圆角矩形 5"/>
          <p:cNvSpPr/>
          <p:nvPr/>
        </p:nvSpPr>
        <p:spPr>
          <a:xfrm>
            <a:off x="1125350" y="3329946"/>
            <a:ext cx="788250" cy="466344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7" name="圆角矩形 6"/>
          <p:cNvSpPr/>
          <p:nvPr/>
        </p:nvSpPr>
        <p:spPr>
          <a:xfrm>
            <a:off x="2240367" y="3329946"/>
            <a:ext cx="766157" cy="466344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10" name="直接箭头连接符 9"/>
          <p:cNvCxnSpPr>
            <a:stCxn id="2" idx="2"/>
          </p:cNvCxnSpPr>
          <p:nvPr/>
        </p:nvCxnSpPr>
        <p:spPr>
          <a:xfrm>
            <a:off x="3189285" y="609981"/>
            <a:ext cx="8649" cy="40007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 10"/>
          <p:cNvSpPr/>
          <p:nvPr/>
        </p:nvSpPr>
        <p:spPr>
          <a:xfrm>
            <a:off x="4042880" y="1123598"/>
            <a:ext cx="1115552" cy="4846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12" name="直接箭头连接符 11"/>
          <p:cNvCxnSpPr>
            <a:stCxn id="3" idx="3"/>
            <a:endCxn id="11" idx="1"/>
          </p:cNvCxnSpPr>
          <p:nvPr/>
        </p:nvCxnSpPr>
        <p:spPr>
          <a:xfrm flipV="1">
            <a:off x="3766700" y="1365914"/>
            <a:ext cx="276180" cy="137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圆角矩形 12"/>
          <p:cNvSpPr/>
          <p:nvPr/>
        </p:nvSpPr>
        <p:spPr>
          <a:xfrm>
            <a:off x="4971586" y="2147722"/>
            <a:ext cx="1078909" cy="707886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15" name="肘形连接符 14"/>
          <p:cNvCxnSpPr>
            <a:stCxn id="4" idx="7"/>
            <a:endCxn id="5" idx="6"/>
          </p:cNvCxnSpPr>
          <p:nvPr/>
        </p:nvCxnSpPr>
        <p:spPr>
          <a:xfrm rot="5400000" flipH="1" flipV="1">
            <a:off x="3150776" y="1491694"/>
            <a:ext cx="12700" cy="1507988"/>
          </a:xfrm>
          <a:prstGeom prst="bentConnector3">
            <a:avLst>
              <a:gd name="adj1" fmla="val 1800000"/>
            </a:avLst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/>
          <p:cNvCxnSpPr/>
          <p:nvPr/>
        </p:nvCxnSpPr>
        <p:spPr>
          <a:xfrm>
            <a:off x="3197934" y="1724518"/>
            <a:ext cx="0" cy="30239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肘形连接符 16"/>
          <p:cNvCxnSpPr>
            <a:stCxn id="4" idx="4"/>
          </p:cNvCxnSpPr>
          <p:nvPr/>
        </p:nvCxnSpPr>
        <p:spPr>
          <a:xfrm rot="10800000">
            <a:off x="1314483" y="2504129"/>
            <a:ext cx="275568" cy="225354"/>
          </a:xfrm>
          <a:prstGeom prst="bentConnector3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肘形连接符 17"/>
          <p:cNvCxnSpPr>
            <a:stCxn id="5" idx="1"/>
            <a:endCxn id="13" idx="1"/>
          </p:cNvCxnSpPr>
          <p:nvPr/>
        </p:nvCxnSpPr>
        <p:spPr>
          <a:xfrm flipV="1">
            <a:off x="4711501" y="2501665"/>
            <a:ext cx="260085" cy="227818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肘形连接符 18"/>
          <p:cNvCxnSpPr>
            <a:stCxn id="5" idx="2"/>
          </p:cNvCxnSpPr>
          <p:nvPr/>
        </p:nvCxnSpPr>
        <p:spPr>
          <a:xfrm rot="16200000" flipH="1">
            <a:off x="4429081" y="3011903"/>
            <a:ext cx="400072" cy="23601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肘形连接符 19"/>
          <p:cNvCxnSpPr>
            <a:stCxn id="5" idx="3"/>
          </p:cNvCxnSpPr>
          <p:nvPr/>
        </p:nvCxnSpPr>
        <p:spPr>
          <a:xfrm rot="5400000">
            <a:off x="3588043" y="3013219"/>
            <a:ext cx="400072" cy="23338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肘形连接符 20"/>
          <p:cNvCxnSpPr>
            <a:stCxn id="4" idx="2"/>
            <a:endCxn id="7" idx="0"/>
          </p:cNvCxnSpPr>
          <p:nvPr/>
        </p:nvCxnSpPr>
        <p:spPr>
          <a:xfrm rot="16200000" flipH="1">
            <a:off x="2310078" y="3016578"/>
            <a:ext cx="400072" cy="22666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肘形连接符 21"/>
          <p:cNvCxnSpPr>
            <a:stCxn id="4" idx="3"/>
            <a:endCxn id="6" idx="0"/>
          </p:cNvCxnSpPr>
          <p:nvPr/>
        </p:nvCxnSpPr>
        <p:spPr>
          <a:xfrm rot="5400000">
            <a:off x="1454923" y="2994427"/>
            <a:ext cx="400072" cy="270967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 22"/>
          <p:cNvSpPr/>
          <p:nvPr/>
        </p:nvSpPr>
        <p:spPr>
          <a:xfrm>
            <a:off x="8634288" y="125349"/>
            <a:ext cx="871728" cy="484632"/>
          </a:xfrm>
          <a:prstGeom prst="rect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 smtClean="0">
                <a:solidFill>
                  <a:schemeClr val="tx1"/>
                </a:solidFill>
              </a:rPr>
              <a:t>CPU2</a:t>
            </a:r>
            <a:endParaRPr lang="zh-CN" altLang="en-US" sz="2000" b="1" dirty="0">
              <a:solidFill>
                <a:schemeClr val="tx1"/>
              </a:solidFill>
            </a:endParaRPr>
          </a:p>
        </p:txBody>
      </p:sp>
      <p:cxnSp>
        <p:nvCxnSpPr>
          <p:cNvPr id="31" name="直接箭头连接符 30"/>
          <p:cNvCxnSpPr>
            <a:stCxn id="23" idx="2"/>
            <a:endCxn id="117" idx="0"/>
          </p:cNvCxnSpPr>
          <p:nvPr/>
        </p:nvCxnSpPr>
        <p:spPr>
          <a:xfrm>
            <a:off x="9070152" y="609981"/>
            <a:ext cx="1" cy="39945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/>
          <p:cNvCxnSpPr>
            <a:stCxn id="2" idx="3"/>
            <a:endCxn id="23" idx="1"/>
          </p:cNvCxnSpPr>
          <p:nvPr/>
        </p:nvCxnSpPr>
        <p:spPr>
          <a:xfrm>
            <a:off x="3600450" y="367665"/>
            <a:ext cx="503383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本框 44"/>
          <p:cNvSpPr txBox="1"/>
          <p:nvPr/>
        </p:nvSpPr>
        <p:spPr>
          <a:xfrm>
            <a:off x="5815042" y="167610"/>
            <a:ext cx="604653" cy="40011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 sz="2000" b="1" dirty="0" smtClean="0"/>
              <a:t>QPI</a:t>
            </a:r>
            <a:endParaRPr lang="zh-CN" altLang="en-US" sz="2000" b="1" dirty="0"/>
          </a:p>
        </p:txBody>
      </p:sp>
      <p:sp>
        <p:nvSpPr>
          <p:cNvPr id="95" name="八边形 94"/>
          <p:cNvSpPr/>
          <p:nvPr/>
        </p:nvSpPr>
        <p:spPr>
          <a:xfrm>
            <a:off x="7490845" y="2245688"/>
            <a:ext cx="1007122" cy="684186"/>
          </a:xfrm>
          <a:prstGeom prst="octagon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96" name="八边形 95"/>
          <p:cNvSpPr/>
          <p:nvPr/>
        </p:nvSpPr>
        <p:spPr>
          <a:xfrm>
            <a:off x="9548023" y="2245688"/>
            <a:ext cx="1007122" cy="684186"/>
          </a:xfrm>
          <a:prstGeom prst="octagon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102" name="直接箭头连接符 101"/>
          <p:cNvCxnSpPr/>
          <p:nvPr/>
        </p:nvCxnSpPr>
        <p:spPr>
          <a:xfrm flipV="1">
            <a:off x="9657969" y="1403805"/>
            <a:ext cx="289361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圆角矩形 102"/>
          <p:cNvSpPr/>
          <p:nvPr/>
        </p:nvSpPr>
        <p:spPr>
          <a:xfrm>
            <a:off x="10815230" y="2147720"/>
            <a:ext cx="1078909" cy="707887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104" name="圆角矩形 103"/>
          <p:cNvSpPr/>
          <p:nvPr/>
        </p:nvSpPr>
        <p:spPr>
          <a:xfrm>
            <a:off x="6119869" y="2147720"/>
            <a:ext cx="1095408" cy="707887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105" name="肘形连接符 104"/>
          <p:cNvCxnSpPr>
            <a:stCxn id="95" idx="7"/>
            <a:endCxn id="96" idx="6"/>
          </p:cNvCxnSpPr>
          <p:nvPr/>
        </p:nvCxnSpPr>
        <p:spPr>
          <a:xfrm rot="5400000" flipH="1" flipV="1">
            <a:off x="9022995" y="1520269"/>
            <a:ext cx="12700" cy="1450838"/>
          </a:xfrm>
          <a:prstGeom prst="bentConnector3">
            <a:avLst>
              <a:gd name="adj1" fmla="val 1800000"/>
            </a:avLst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直接连接符 105"/>
          <p:cNvCxnSpPr/>
          <p:nvPr/>
        </p:nvCxnSpPr>
        <p:spPr>
          <a:xfrm flipH="1">
            <a:off x="9048774" y="1698110"/>
            <a:ext cx="3901" cy="33616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肘形连接符 106"/>
          <p:cNvCxnSpPr>
            <a:stCxn id="95" idx="4"/>
            <a:endCxn id="104" idx="3"/>
          </p:cNvCxnSpPr>
          <p:nvPr/>
        </p:nvCxnSpPr>
        <p:spPr>
          <a:xfrm rot="10800000">
            <a:off x="7215277" y="2501665"/>
            <a:ext cx="275568" cy="227819"/>
          </a:xfrm>
          <a:prstGeom prst="bentConnector3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肘形连接符 107"/>
          <p:cNvCxnSpPr>
            <a:stCxn id="96" idx="1"/>
            <a:endCxn id="103" idx="1"/>
          </p:cNvCxnSpPr>
          <p:nvPr/>
        </p:nvCxnSpPr>
        <p:spPr>
          <a:xfrm flipV="1">
            <a:off x="10555145" y="2501664"/>
            <a:ext cx="260085" cy="227819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肘形连接符 108"/>
          <p:cNvCxnSpPr>
            <a:stCxn id="96" idx="2"/>
          </p:cNvCxnSpPr>
          <p:nvPr/>
        </p:nvCxnSpPr>
        <p:spPr>
          <a:xfrm rot="16200000" flipH="1">
            <a:off x="10272725" y="3011903"/>
            <a:ext cx="400072" cy="23601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肘形连接符 109"/>
          <p:cNvCxnSpPr>
            <a:stCxn id="96" idx="3"/>
          </p:cNvCxnSpPr>
          <p:nvPr/>
        </p:nvCxnSpPr>
        <p:spPr>
          <a:xfrm rot="5400000">
            <a:off x="9431687" y="3013219"/>
            <a:ext cx="400072" cy="23338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肘形连接符 110"/>
          <p:cNvCxnSpPr>
            <a:stCxn id="95" idx="2"/>
          </p:cNvCxnSpPr>
          <p:nvPr/>
        </p:nvCxnSpPr>
        <p:spPr>
          <a:xfrm rot="16200000" flipH="1">
            <a:off x="8210872" y="3016578"/>
            <a:ext cx="400072" cy="22666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肘形连接符 111"/>
          <p:cNvCxnSpPr>
            <a:stCxn id="95" idx="3"/>
          </p:cNvCxnSpPr>
          <p:nvPr/>
        </p:nvCxnSpPr>
        <p:spPr>
          <a:xfrm rot="5400000">
            <a:off x="7376367" y="3015077"/>
            <a:ext cx="400072" cy="229667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文本框 52"/>
          <p:cNvSpPr txBox="1"/>
          <p:nvPr/>
        </p:nvSpPr>
        <p:spPr>
          <a:xfrm>
            <a:off x="1619764" y="2376074"/>
            <a:ext cx="9476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00" b="1" dirty="0" smtClean="0"/>
              <a:t>Switch</a:t>
            </a:r>
            <a:endParaRPr lang="zh-CN" altLang="en-US" sz="2000" b="1" dirty="0"/>
          </a:p>
        </p:txBody>
      </p:sp>
      <p:sp>
        <p:nvSpPr>
          <p:cNvPr id="54" name="文本框 53"/>
          <p:cNvSpPr txBox="1"/>
          <p:nvPr/>
        </p:nvSpPr>
        <p:spPr>
          <a:xfrm>
            <a:off x="3734092" y="2378251"/>
            <a:ext cx="9476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00" b="1" dirty="0" smtClean="0"/>
              <a:t>Switch</a:t>
            </a:r>
            <a:endParaRPr lang="zh-CN" altLang="en-US" sz="2000" b="1" dirty="0"/>
          </a:p>
        </p:txBody>
      </p:sp>
      <p:sp>
        <p:nvSpPr>
          <p:cNvPr id="55" name="文本框 54"/>
          <p:cNvSpPr txBox="1"/>
          <p:nvPr/>
        </p:nvSpPr>
        <p:spPr>
          <a:xfrm>
            <a:off x="4897597" y="2147721"/>
            <a:ext cx="12378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00" b="1" dirty="0" err="1" smtClean="0"/>
              <a:t>PCIe</a:t>
            </a:r>
            <a:endParaRPr lang="en-US" altLang="zh-CN" sz="2000" b="1" dirty="0" smtClean="0"/>
          </a:p>
          <a:p>
            <a:pPr algn="ctr"/>
            <a:r>
              <a:rPr lang="en-US" altLang="zh-CN" sz="2000" b="1" dirty="0" smtClean="0"/>
              <a:t>Endpoint</a:t>
            </a:r>
            <a:endParaRPr lang="zh-CN" altLang="en-US" sz="2000" b="1" dirty="0"/>
          </a:p>
        </p:txBody>
      </p:sp>
      <p:sp>
        <p:nvSpPr>
          <p:cNvPr id="65" name="文本框 64"/>
          <p:cNvSpPr txBox="1"/>
          <p:nvPr/>
        </p:nvSpPr>
        <p:spPr>
          <a:xfrm>
            <a:off x="6050495" y="2147721"/>
            <a:ext cx="12378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00" b="1" dirty="0" err="1" smtClean="0"/>
              <a:t>PCIe</a:t>
            </a:r>
            <a:endParaRPr lang="en-US" altLang="zh-CN" sz="2000" b="1" dirty="0" smtClean="0"/>
          </a:p>
          <a:p>
            <a:pPr algn="ctr"/>
            <a:r>
              <a:rPr lang="en-US" altLang="zh-CN" sz="2000" b="1" dirty="0" smtClean="0"/>
              <a:t>Endpoint</a:t>
            </a:r>
            <a:endParaRPr lang="zh-CN" altLang="en-US" sz="2000" b="1" dirty="0"/>
          </a:p>
        </p:txBody>
      </p:sp>
      <p:sp>
        <p:nvSpPr>
          <p:cNvPr id="67" name="圆角矩形 66"/>
          <p:cNvSpPr/>
          <p:nvPr/>
        </p:nvSpPr>
        <p:spPr>
          <a:xfrm>
            <a:off x="236327" y="2147723"/>
            <a:ext cx="1078909" cy="707886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68" name="文本框 67"/>
          <p:cNvSpPr txBox="1"/>
          <p:nvPr/>
        </p:nvSpPr>
        <p:spPr>
          <a:xfrm>
            <a:off x="162338" y="2147722"/>
            <a:ext cx="12378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00" b="1" dirty="0" err="1" smtClean="0"/>
              <a:t>PCIe</a:t>
            </a:r>
            <a:endParaRPr lang="en-US" altLang="zh-CN" sz="2000" b="1" dirty="0" smtClean="0"/>
          </a:p>
          <a:p>
            <a:pPr algn="ctr"/>
            <a:r>
              <a:rPr lang="en-US" altLang="zh-CN" sz="2000" b="1" dirty="0" smtClean="0"/>
              <a:t>Endpoint</a:t>
            </a:r>
            <a:endParaRPr lang="zh-CN" altLang="en-US" sz="2000" b="1" dirty="0"/>
          </a:p>
        </p:txBody>
      </p:sp>
      <p:sp>
        <p:nvSpPr>
          <p:cNvPr id="70" name="文本框 69"/>
          <p:cNvSpPr txBox="1"/>
          <p:nvPr/>
        </p:nvSpPr>
        <p:spPr>
          <a:xfrm>
            <a:off x="7518713" y="2377008"/>
            <a:ext cx="9476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00" b="1" dirty="0" smtClean="0"/>
              <a:t>Switch</a:t>
            </a:r>
            <a:endParaRPr lang="zh-CN" altLang="en-US" sz="2000" b="1" dirty="0"/>
          </a:p>
        </p:txBody>
      </p:sp>
      <p:sp>
        <p:nvSpPr>
          <p:cNvPr id="75" name="文本框 74"/>
          <p:cNvSpPr txBox="1"/>
          <p:nvPr/>
        </p:nvSpPr>
        <p:spPr>
          <a:xfrm>
            <a:off x="9577736" y="2376074"/>
            <a:ext cx="9476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00" b="1" dirty="0" smtClean="0"/>
              <a:t>Switch</a:t>
            </a:r>
            <a:endParaRPr lang="zh-CN" altLang="en-US" sz="2000" b="1" dirty="0"/>
          </a:p>
        </p:txBody>
      </p:sp>
      <p:sp>
        <p:nvSpPr>
          <p:cNvPr id="78" name="文本框 77"/>
          <p:cNvSpPr txBox="1"/>
          <p:nvPr/>
        </p:nvSpPr>
        <p:spPr>
          <a:xfrm>
            <a:off x="10732746" y="2147720"/>
            <a:ext cx="12378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00" b="1" dirty="0" err="1" smtClean="0"/>
              <a:t>PCIe</a:t>
            </a:r>
            <a:endParaRPr lang="en-US" altLang="zh-CN" sz="2000" b="1" dirty="0" smtClean="0"/>
          </a:p>
          <a:p>
            <a:pPr algn="ctr"/>
            <a:r>
              <a:rPr lang="en-US" altLang="zh-CN" sz="2000" b="1" dirty="0" smtClean="0"/>
              <a:t>Endpoint</a:t>
            </a:r>
            <a:endParaRPr lang="zh-CN" altLang="en-US" sz="2000" b="1" dirty="0"/>
          </a:p>
        </p:txBody>
      </p:sp>
      <p:sp>
        <p:nvSpPr>
          <p:cNvPr id="49" name="矩形 48"/>
          <p:cNvSpPr/>
          <p:nvPr/>
        </p:nvSpPr>
        <p:spPr>
          <a:xfrm>
            <a:off x="1092096" y="3376647"/>
            <a:ext cx="83869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2000" b="1" dirty="0"/>
              <a:t>GPU0</a:t>
            </a:r>
            <a:endParaRPr lang="zh-CN" altLang="en-US" sz="2000" b="1" dirty="0"/>
          </a:p>
        </p:txBody>
      </p:sp>
      <p:sp>
        <p:nvSpPr>
          <p:cNvPr id="83" name="矩形 82"/>
          <p:cNvSpPr/>
          <p:nvPr/>
        </p:nvSpPr>
        <p:spPr>
          <a:xfrm>
            <a:off x="2205007" y="3376647"/>
            <a:ext cx="83869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2000" b="1" dirty="0" smtClean="0"/>
              <a:t>GPU1</a:t>
            </a:r>
            <a:endParaRPr lang="zh-CN" altLang="en-US" sz="2000" b="1" dirty="0"/>
          </a:p>
        </p:txBody>
      </p:sp>
      <p:sp>
        <p:nvSpPr>
          <p:cNvPr id="84" name="圆角矩形 83"/>
          <p:cNvSpPr/>
          <p:nvPr/>
        </p:nvSpPr>
        <p:spPr>
          <a:xfrm>
            <a:off x="3280097" y="3329946"/>
            <a:ext cx="766157" cy="466344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85" name="矩形 84"/>
          <p:cNvSpPr/>
          <p:nvPr/>
        </p:nvSpPr>
        <p:spPr>
          <a:xfrm>
            <a:off x="3244737" y="3376647"/>
            <a:ext cx="83869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2000" b="1" dirty="0" smtClean="0"/>
              <a:t>GPU2</a:t>
            </a:r>
            <a:endParaRPr lang="zh-CN" altLang="en-US" sz="2000" b="1" dirty="0"/>
          </a:p>
        </p:txBody>
      </p:sp>
      <p:sp>
        <p:nvSpPr>
          <p:cNvPr id="86" name="圆角矩形 85"/>
          <p:cNvSpPr/>
          <p:nvPr/>
        </p:nvSpPr>
        <p:spPr>
          <a:xfrm>
            <a:off x="4355101" y="3324945"/>
            <a:ext cx="766157" cy="466344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87" name="矩形 86"/>
          <p:cNvSpPr/>
          <p:nvPr/>
        </p:nvSpPr>
        <p:spPr>
          <a:xfrm>
            <a:off x="4319741" y="3371646"/>
            <a:ext cx="83869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2000" b="1" dirty="0" smtClean="0"/>
              <a:t>GPU3</a:t>
            </a:r>
            <a:endParaRPr lang="zh-CN" altLang="en-US" sz="2000" b="1" dirty="0"/>
          </a:p>
        </p:txBody>
      </p:sp>
      <p:sp>
        <p:nvSpPr>
          <p:cNvPr id="88" name="圆角矩形 87"/>
          <p:cNvSpPr/>
          <p:nvPr/>
        </p:nvSpPr>
        <p:spPr>
          <a:xfrm>
            <a:off x="7086802" y="3324945"/>
            <a:ext cx="766157" cy="466344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89" name="矩形 88"/>
          <p:cNvSpPr/>
          <p:nvPr/>
        </p:nvSpPr>
        <p:spPr>
          <a:xfrm>
            <a:off x="7051442" y="3371646"/>
            <a:ext cx="83869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2000" b="1" dirty="0" smtClean="0"/>
              <a:t>GPU4</a:t>
            </a:r>
            <a:endParaRPr lang="zh-CN" altLang="en-US" sz="2000" b="1" dirty="0"/>
          </a:p>
        </p:txBody>
      </p:sp>
      <p:sp>
        <p:nvSpPr>
          <p:cNvPr id="90" name="圆角矩形 89"/>
          <p:cNvSpPr/>
          <p:nvPr/>
        </p:nvSpPr>
        <p:spPr>
          <a:xfrm>
            <a:off x="8128620" y="3324945"/>
            <a:ext cx="766157" cy="466344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91" name="矩形 90"/>
          <p:cNvSpPr/>
          <p:nvPr/>
        </p:nvSpPr>
        <p:spPr>
          <a:xfrm>
            <a:off x="8093260" y="3371646"/>
            <a:ext cx="83869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2000" b="1" dirty="0" smtClean="0"/>
              <a:t>GPU5</a:t>
            </a:r>
            <a:endParaRPr lang="zh-CN" altLang="en-US" sz="2000" b="1" dirty="0"/>
          </a:p>
        </p:txBody>
      </p:sp>
      <p:sp>
        <p:nvSpPr>
          <p:cNvPr id="92" name="圆角矩形 91"/>
          <p:cNvSpPr/>
          <p:nvPr/>
        </p:nvSpPr>
        <p:spPr>
          <a:xfrm>
            <a:off x="9133253" y="3324945"/>
            <a:ext cx="766157" cy="466344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93" name="矩形 92"/>
          <p:cNvSpPr/>
          <p:nvPr/>
        </p:nvSpPr>
        <p:spPr>
          <a:xfrm>
            <a:off x="9097893" y="3371646"/>
            <a:ext cx="83869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2000" b="1" dirty="0" smtClean="0"/>
              <a:t>GPU6</a:t>
            </a:r>
            <a:endParaRPr lang="zh-CN" altLang="en-US" sz="2000" b="1" dirty="0"/>
          </a:p>
        </p:txBody>
      </p:sp>
      <p:sp>
        <p:nvSpPr>
          <p:cNvPr id="113" name="圆角矩形 112"/>
          <p:cNvSpPr/>
          <p:nvPr/>
        </p:nvSpPr>
        <p:spPr>
          <a:xfrm>
            <a:off x="10201225" y="3324945"/>
            <a:ext cx="766157" cy="466344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114" name="矩形 113"/>
          <p:cNvSpPr/>
          <p:nvPr/>
        </p:nvSpPr>
        <p:spPr>
          <a:xfrm>
            <a:off x="10165865" y="3371646"/>
            <a:ext cx="83869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2000" b="1" dirty="0" smtClean="0"/>
              <a:t>GPU7</a:t>
            </a:r>
            <a:endParaRPr lang="zh-CN" altLang="en-US" sz="2000" b="1" dirty="0"/>
          </a:p>
        </p:txBody>
      </p:sp>
      <p:sp>
        <p:nvSpPr>
          <p:cNvPr id="115" name="文本框 114"/>
          <p:cNvSpPr txBox="1"/>
          <p:nvPr/>
        </p:nvSpPr>
        <p:spPr>
          <a:xfrm>
            <a:off x="2577491" y="983488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00" b="1" dirty="0"/>
              <a:t>Root</a:t>
            </a:r>
          </a:p>
          <a:p>
            <a:pPr algn="ctr"/>
            <a:r>
              <a:rPr lang="en-US" altLang="zh-CN" sz="2000" b="1" dirty="0"/>
              <a:t>Complex</a:t>
            </a:r>
          </a:p>
        </p:txBody>
      </p:sp>
      <p:sp>
        <p:nvSpPr>
          <p:cNvPr id="117" name="矩形 116"/>
          <p:cNvSpPr/>
          <p:nvPr/>
        </p:nvSpPr>
        <p:spPr>
          <a:xfrm>
            <a:off x="8482336" y="1009433"/>
            <a:ext cx="1175633" cy="71446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</a:endParaRPr>
          </a:p>
        </p:txBody>
      </p:sp>
      <p:sp>
        <p:nvSpPr>
          <p:cNvPr id="118" name="文本框 117"/>
          <p:cNvSpPr txBox="1"/>
          <p:nvPr/>
        </p:nvSpPr>
        <p:spPr>
          <a:xfrm>
            <a:off x="8464858" y="987611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00" b="1" dirty="0"/>
              <a:t>Root</a:t>
            </a:r>
          </a:p>
          <a:p>
            <a:pPr algn="ctr"/>
            <a:r>
              <a:rPr lang="en-US" altLang="zh-CN" sz="2000" b="1" dirty="0"/>
              <a:t>Complex</a:t>
            </a:r>
          </a:p>
        </p:txBody>
      </p:sp>
      <p:sp>
        <p:nvSpPr>
          <p:cNvPr id="119" name="文本框 118"/>
          <p:cNvSpPr txBox="1"/>
          <p:nvPr/>
        </p:nvSpPr>
        <p:spPr>
          <a:xfrm>
            <a:off x="4030806" y="1165859"/>
            <a:ext cx="11641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00" b="1" dirty="0" smtClean="0"/>
              <a:t>Memory</a:t>
            </a:r>
            <a:endParaRPr lang="zh-CN" altLang="en-US" sz="2000" b="1" dirty="0"/>
          </a:p>
        </p:txBody>
      </p:sp>
      <p:sp>
        <p:nvSpPr>
          <p:cNvPr id="120" name="矩形 119"/>
          <p:cNvSpPr/>
          <p:nvPr/>
        </p:nvSpPr>
        <p:spPr>
          <a:xfrm>
            <a:off x="9947035" y="1147049"/>
            <a:ext cx="1115552" cy="4846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121" name="文本框 120"/>
          <p:cNvSpPr txBox="1"/>
          <p:nvPr/>
        </p:nvSpPr>
        <p:spPr>
          <a:xfrm>
            <a:off x="9934961" y="1189310"/>
            <a:ext cx="11641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00" b="1" dirty="0"/>
              <a:t>Memory</a:t>
            </a:r>
            <a:endParaRPr lang="zh-CN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43178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021" y="822779"/>
            <a:ext cx="11138979" cy="3530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01531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/>
        </p:nvGrpSpPr>
        <p:grpSpPr>
          <a:xfrm>
            <a:off x="1480636" y="578100"/>
            <a:ext cx="8923204" cy="3432115"/>
            <a:chOff x="495116" y="1451860"/>
            <a:chExt cx="8923204" cy="3432115"/>
          </a:xfrm>
        </p:grpSpPr>
        <p:grpSp>
          <p:nvGrpSpPr>
            <p:cNvPr id="4" name="组合 3"/>
            <p:cNvGrpSpPr/>
            <p:nvPr/>
          </p:nvGrpSpPr>
          <p:grpSpPr>
            <a:xfrm>
              <a:off x="495116" y="1457943"/>
              <a:ext cx="8923204" cy="3426032"/>
              <a:chOff x="495116" y="1457943"/>
              <a:chExt cx="8923204" cy="3426032"/>
            </a:xfrm>
          </p:grpSpPr>
          <p:pic>
            <p:nvPicPr>
              <p:cNvPr id="6" name="图片 5"/>
              <p:cNvPicPr/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39496" y="2020824"/>
                <a:ext cx="8878824" cy="2863151"/>
              </a:xfrm>
              <a:prstGeom prst="rect">
                <a:avLst/>
              </a:prstGeom>
              <a:noFill/>
            </p:spPr>
          </p:pic>
          <p:sp>
            <p:nvSpPr>
              <p:cNvPr id="7" name="文本框 6"/>
              <p:cNvSpPr txBox="1"/>
              <p:nvPr/>
            </p:nvSpPr>
            <p:spPr>
              <a:xfrm>
                <a:off x="539496" y="2216765"/>
                <a:ext cx="789067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b="1" dirty="0" err="1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i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8" name="文本框 7"/>
              <p:cNvSpPr txBox="1"/>
              <p:nvPr/>
            </p:nvSpPr>
            <p:spPr>
              <a:xfrm>
                <a:off x="539496" y="4082534"/>
                <a:ext cx="789067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j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9" name="文本框 8"/>
              <p:cNvSpPr txBox="1"/>
              <p:nvPr/>
            </p:nvSpPr>
            <p:spPr>
              <a:xfrm>
                <a:off x="495116" y="3151370"/>
                <a:ext cx="877825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链路</a:t>
                </a:r>
                <a:r>
                  <a:rPr lang="en-US" altLang="zh-CN" b="1" dirty="0" err="1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ij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10" name="文本框 9"/>
              <p:cNvSpPr txBox="1"/>
              <p:nvPr/>
            </p:nvSpPr>
            <p:spPr>
              <a:xfrm>
                <a:off x="5787857" y="1457943"/>
                <a:ext cx="1386918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600" b="1" dirty="0" smtClean="0"/>
                  <a:t>p</a:t>
                </a:r>
                <a:r>
                  <a:rPr lang="en-US" altLang="zh-CN" sz="1600" b="1" baseline="-25000" dirty="0" smtClean="0"/>
                  <a:t>i</a:t>
                </a:r>
                <a:r>
                  <a:rPr lang="zh-CN" altLang="en-US" sz="1600" b="1" dirty="0" smtClean="0"/>
                  <a:t>：</a:t>
                </a:r>
                <a:r>
                  <a:rPr lang="zh-CN" altLang="en-US" sz="16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计算操作</a:t>
                </a:r>
                <a:endParaRPr lang="en-US" altLang="zh-CN" sz="1600" b="1" dirty="0" smtClean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  <a:p>
                <a:r>
                  <a:rPr lang="en-US" altLang="zh-CN" sz="1600" b="1" dirty="0" smtClean="0"/>
                  <a:t>q</a:t>
                </a:r>
                <a:r>
                  <a:rPr lang="en-US" altLang="zh-CN" sz="1600" b="1" baseline="-25000" dirty="0" smtClean="0"/>
                  <a:t>i</a:t>
                </a:r>
                <a:r>
                  <a:rPr lang="zh-CN" altLang="en-US" sz="1600" b="1" dirty="0" smtClean="0"/>
                  <a:t>：</a:t>
                </a:r>
                <a:r>
                  <a:rPr lang="zh-CN" altLang="en-US" sz="16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通信操作</a:t>
                </a:r>
                <a:endParaRPr lang="zh-CN" altLang="en-US" sz="16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5" name="文本框 4"/>
            <p:cNvSpPr txBox="1"/>
            <p:nvPr/>
          </p:nvSpPr>
          <p:spPr>
            <a:xfrm>
              <a:off x="7228297" y="1451860"/>
              <a:ext cx="219002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b="1" dirty="0" err="1" smtClean="0"/>
                <a:t>t</a:t>
              </a:r>
              <a:r>
                <a:rPr lang="en-US" altLang="zh-CN" sz="1600" b="1" baseline="-25000" dirty="0" err="1" smtClean="0"/>
                <a:t>i</a:t>
              </a:r>
              <a:r>
                <a:rPr lang="zh-CN" altLang="en-US" sz="1600" b="1" dirty="0" smtClean="0"/>
                <a:t>：</a:t>
              </a:r>
              <a:r>
                <a:rPr lang="zh-CN" altLang="en-US" sz="16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1600" b="1" dirty="0" err="1" smtClean="0">
                  <a:latin typeface="宋体" panose="02010600030101010101" pitchFamily="2" charset="-122"/>
                  <a:ea typeface="宋体" panose="02010600030101010101" pitchFamily="2" charset="-122"/>
                </a:rPr>
                <a:t>i</a:t>
              </a:r>
              <a:r>
                <a:rPr lang="zh-CN" altLang="en-US" sz="16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的设备时间</a:t>
              </a:r>
              <a:endParaRPr lang="en-US" altLang="zh-CN" sz="1600" b="1" dirty="0" smtClean="0">
                <a:latin typeface="宋体" panose="02010600030101010101" pitchFamily="2" charset="-122"/>
                <a:ea typeface="宋体" panose="02010600030101010101" pitchFamily="2" charset="-122"/>
              </a:endParaRPr>
            </a:p>
            <a:p>
              <a:r>
                <a:rPr lang="en-US" altLang="zh-CN" sz="1600" b="1" dirty="0" err="1" smtClean="0"/>
                <a:t>t</a:t>
              </a:r>
              <a:r>
                <a:rPr lang="en-US" altLang="zh-CN" sz="1600" b="1" baseline="-25000" dirty="0" err="1" smtClean="0"/>
                <a:t>ij</a:t>
              </a:r>
              <a:r>
                <a:rPr lang="zh-CN" altLang="en-US" sz="1600" b="1" dirty="0" smtClean="0"/>
                <a:t>：</a:t>
              </a:r>
              <a:r>
                <a:rPr lang="zh-CN" altLang="en-US" sz="16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链路</a:t>
              </a:r>
              <a:r>
                <a:rPr lang="en-US" altLang="zh-CN" sz="1600" b="1" dirty="0" err="1" smtClean="0">
                  <a:latin typeface="宋体" panose="02010600030101010101" pitchFamily="2" charset="-122"/>
                  <a:ea typeface="宋体" panose="02010600030101010101" pitchFamily="2" charset="-122"/>
                </a:rPr>
                <a:t>ij</a:t>
              </a:r>
              <a:r>
                <a:rPr lang="zh-CN" altLang="en-US" sz="16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的设备时间</a:t>
              </a:r>
              <a:endParaRPr lang="zh-CN" altLang="en-US" sz="16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  <p:cxnSp>
        <p:nvCxnSpPr>
          <p:cNvPr id="12" name="直接箭头连接符 11"/>
          <p:cNvCxnSpPr/>
          <p:nvPr/>
        </p:nvCxnSpPr>
        <p:spPr>
          <a:xfrm>
            <a:off x="924560" y="5699760"/>
            <a:ext cx="872744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24684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组合 11"/>
          <p:cNvGrpSpPr/>
          <p:nvPr/>
        </p:nvGrpSpPr>
        <p:grpSpPr>
          <a:xfrm>
            <a:off x="399816" y="1252316"/>
            <a:ext cx="8198519" cy="5282576"/>
            <a:chOff x="399816" y="1252316"/>
            <a:chExt cx="8198519" cy="5282576"/>
          </a:xfrm>
        </p:grpSpPr>
        <p:sp>
          <p:nvSpPr>
            <p:cNvPr id="23" name="文本框 22"/>
            <p:cNvSpPr txBox="1"/>
            <p:nvPr/>
          </p:nvSpPr>
          <p:spPr>
            <a:xfrm>
              <a:off x="1376478" y="2915927"/>
              <a:ext cx="64953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b="1" dirty="0"/>
                <a:t>ring</a:t>
              </a:r>
              <a:endParaRPr lang="zh-CN" altLang="en-US" sz="2000" b="1" dirty="0"/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4276665" y="3011569"/>
              <a:ext cx="64472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b="1" dirty="0"/>
                <a:t>tree</a:t>
              </a:r>
              <a:endParaRPr lang="zh-CN" altLang="en-US" sz="2000" b="1" dirty="0"/>
            </a:p>
          </p:txBody>
        </p:sp>
        <p:pic>
          <p:nvPicPr>
            <p:cNvPr id="25" name="图片 2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9210" y="3585906"/>
              <a:ext cx="2164120" cy="1941911"/>
            </a:xfrm>
            <a:prstGeom prst="rect">
              <a:avLst/>
            </a:prstGeom>
          </p:spPr>
        </p:pic>
        <p:pic>
          <p:nvPicPr>
            <p:cNvPr id="26" name="图片 25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9165" y="1646393"/>
              <a:ext cx="2044165" cy="1269534"/>
            </a:xfrm>
            <a:prstGeom prst="rect">
              <a:avLst/>
            </a:prstGeom>
          </p:spPr>
        </p:pic>
        <p:pic>
          <p:nvPicPr>
            <p:cNvPr id="27" name="图片 26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602473" y="1497641"/>
              <a:ext cx="1993112" cy="1758321"/>
            </a:xfrm>
            <a:prstGeom prst="rect">
              <a:avLst/>
            </a:prstGeom>
          </p:spPr>
        </p:pic>
        <p:sp>
          <p:nvSpPr>
            <p:cNvPr id="28" name="文本框 27"/>
            <p:cNvSpPr txBox="1"/>
            <p:nvPr/>
          </p:nvSpPr>
          <p:spPr>
            <a:xfrm>
              <a:off x="864455" y="5600467"/>
              <a:ext cx="15536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b="1" dirty="0"/>
                <a:t>exponential</a:t>
              </a:r>
              <a:endParaRPr lang="zh-CN" altLang="en-US" sz="2000" b="1" dirty="0"/>
            </a:p>
          </p:txBody>
        </p:sp>
        <p:pic>
          <p:nvPicPr>
            <p:cNvPr id="29" name="图片 28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970156" y="3645105"/>
              <a:ext cx="1257746" cy="1955362"/>
            </a:xfrm>
            <a:prstGeom prst="rect">
              <a:avLst/>
            </a:prstGeom>
          </p:spPr>
        </p:pic>
        <p:sp>
          <p:nvSpPr>
            <p:cNvPr id="30" name="矩形 29"/>
            <p:cNvSpPr/>
            <p:nvPr/>
          </p:nvSpPr>
          <p:spPr>
            <a:xfrm>
              <a:off x="3839045" y="5600467"/>
              <a:ext cx="1519968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 b="1" dirty="0"/>
                <a:t>h</a:t>
              </a:r>
              <a:r>
                <a:rPr lang="zh-CN" altLang="en-US" sz="2000" b="1" dirty="0"/>
                <a:t>ierarchical</a:t>
              </a:r>
            </a:p>
          </p:txBody>
        </p:sp>
        <p:pic>
          <p:nvPicPr>
            <p:cNvPr id="31" name="图片 30">
              <a:extLst>
                <a:ext uri="{FF2B5EF4-FFF2-40B4-BE49-F238E27FC236}">
                  <a16:creationId xmlns:a16="http://schemas.microsoft.com/office/drawing/2014/main" id="{7D50E4A1-4AFF-5FC1-046C-F29BFD0A65B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55761"/>
            <a:stretch/>
          </p:blipFill>
          <p:spPr>
            <a:xfrm>
              <a:off x="6289435" y="1252316"/>
              <a:ext cx="2308900" cy="1875134"/>
            </a:xfrm>
            <a:prstGeom prst="rect">
              <a:avLst/>
            </a:prstGeom>
          </p:spPr>
        </p:pic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3C3F2143-C0D8-6775-8374-EE881597256A}"/>
                </a:ext>
              </a:extLst>
            </p:cNvPr>
            <p:cNvSpPr txBox="1"/>
            <p:nvPr/>
          </p:nvSpPr>
          <p:spPr>
            <a:xfrm>
              <a:off x="6879339" y="3073967"/>
              <a:ext cx="102143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b="1" dirty="0" smtClean="0"/>
                <a:t>2D-Ring</a:t>
              </a:r>
              <a:endParaRPr lang="zh-CN" altLang="en-US" sz="2000" b="1" dirty="0"/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0A90AA76-5B2E-8DCE-97C6-731B57D4B8F3}"/>
                </a:ext>
              </a:extLst>
            </p:cNvPr>
            <p:cNvSpPr txBox="1"/>
            <p:nvPr/>
          </p:nvSpPr>
          <p:spPr>
            <a:xfrm>
              <a:off x="6879339" y="5600467"/>
              <a:ext cx="102143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b="1" dirty="0" smtClean="0"/>
                <a:t>3D-Ring</a:t>
              </a:r>
              <a:endParaRPr lang="zh-CN" altLang="en-US" sz="2000" b="1" dirty="0"/>
            </a:p>
          </p:txBody>
        </p:sp>
        <p:pic>
          <p:nvPicPr>
            <p:cNvPr id="34" name="图片 33">
              <a:extLst>
                <a:ext uri="{FF2B5EF4-FFF2-40B4-BE49-F238E27FC236}">
                  <a16:creationId xmlns:a16="http://schemas.microsoft.com/office/drawing/2014/main" id="{7D50E4A1-4AFF-5FC1-046C-F29BFD0A65B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5673"/>
            <a:stretch/>
          </p:blipFill>
          <p:spPr>
            <a:xfrm>
              <a:off x="6289435" y="3721608"/>
              <a:ext cx="2308900" cy="1878859"/>
            </a:xfrm>
            <a:prstGeom prst="rect">
              <a:avLst/>
            </a:prstGeom>
          </p:spPr>
        </p:pic>
        <p:sp>
          <p:nvSpPr>
            <p:cNvPr id="35" name="文本框 34"/>
            <p:cNvSpPr txBox="1"/>
            <p:nvPr/>
          </p:nvSpPr>
          <p:spPr>
            <a:xfrm>
              <a:off x="529358" y="3227013"/>
              <a:ext cx="299331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dirty="0" smtClean="0"/>
                <a:t>[[</a:t>
              </a:r>
              <a:r>
                <a:rPr lang="en-AE" altLang="zh-CN" dirty="0"/>
                <a:t>1],[2],[1</a:t>
              </a:r>
              <a:r>
                <a:rPr lang="en-AE" altLang="zh-CN" dirty="0" smtClean="0"/>
                <a:t>],[3],[</a:t>
              </a:r>
              <a:r>
                <a:rPr lang="en-AE" altLang="zh-CN" dirty="0"/>
                <a:t>1],[2],[1</a:t>
              </a:r>
              <a:r>
                <a:rPr lang="en-AE" altLang="zh-CN" dirty="0" smtClean="0"/>
                <a:t>]</a:t>
              </a:r>
              <a:r>
                <a:rPr lang="en-US" altLang="zh-CN" dirty="0" smtClean="0"/>
                <a:t>]</a:t>
              </a:r>
              <a:endParaRPr lang="zh-CN" altLang="en-US" dirty="0"/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3786393" y="3271351"/>
              <a:ext cx="16252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dirty="0" smtClean="0"/>
                <a:t>[[1,3],[</a:t>
              </a:r>
              <a:r>
                <a:rPr lang="en-AE" altLang="zh-CN" dirty="0"/>
                <a:t>2,1],[1</a:t>
              </a:r>
              <a:r>
                <a:rPr lang="en-AE" altLang="zh-CN" dirty="0" smtClean="0"/>
                <a:t>]</a:t>
              </a:r>
              <a:r>
                <a:rPr lang="en-US" altLang="zh-CN" dirty="0" smtClean="0"/>
                <a:t>]</a:t>
              </a:r>
              <a:endParaRPr lang="zh-CN" altLang="en-US" dirty="0"/>
            </a:p>
          </p:txBody>
        </p:sp>
        <p:sp>
          <p:nvSpPr>
            <p:cNvPr id="37" name="文本框 36"/>
            <p:cNvSpPr txBox="1"/>
            <p:nvPr/>
          </p:nvSpPr>
          <p:spPr>
            <a:xfrm>
              <a:off x="3970156" y="5892631"/>
              <a:ext cx="16252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dirty="0" smtClean="0"/>
                <a:t>[[</a:t>
              </a:r>
              <a:r>
                <a:rPr lang="en-AE" altLang="zh-CN" dirty="0"/>
                <a:t>1],[2</a:t>
              </a:r>
              <a:r>
                <a:rPr lang="en-AE" altLang="zh-CN" dirty="0" smtClean="0"/>
                <a:t>],[3]</a:t>
              </a:r>
              <a:r>
                <a:rPr lang="en-US" altLang="zh-CN" dirty="0" smtClean="0"/>
                <a:t>]</a:t>
              </a:r>
              <a:endParaRPr lang="zh-CN" altLang="en-US" dirty="0"/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399816" y="5888561"/>
              <a:ext cx="287277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dirty="0" smtClean="0"/>
                <a:t>[[1,2,3],[2,2,3],[1,3,3],[3,3,3],[1,2,3],[2,2,3],[1,3,3],[</a:t>
              </a:r>
              <a:r>
                <a:rPr lang="en-AE" altLang="zh-CN" dirty="0"/>
                <a:t>3</a:t>
              </a:r>
              <a:r>
                <a:rPr lang="en-AE" altLang="zh-CN" dirty="0" smtClean="0"/>
                <a:t>,3,3]</a:t>
              </a:r>
              <a:r>
                <a:rPr lang="en-US" altLang="zh-CN" dirty="0" smtClean="0"/>
                <a:t>]</a:t>
              </a:r>
              <a:endParaRPr lang="zh-CN" altLang="en-US" dirty="0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6750075" y="3374981"/>
              <a:ext cx="16252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dirty="0" smtClean="0"/>
                <a:t>[[1],[2],[</a:t>
              </a:r>
              <a:r>
                <a:rPr lang="en-AE" altLang="zh-CN" dirty="0"/>
                <a:t>1</a:t>
              </a:r>
              <a:r>
                <a:rPr lang="en-AE" altLang="zh-CN" dirty="0" smtClean="0"/>
                <a:t>],[3</a:t>
              </a:r>
              <a:r>
                <a:rPr lang="en-US" altLang="zh-CN" dirty="0" smtClean="0"/>
                <a:t>]]</a:t>
              </a:r>
              <a:endParaRPr lang="zh-CN" altLang="en-US" dirty="0"/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6771185" y="5892631"/>
              <a:ext cx="16252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dirty="0" smtClean="0"/>
                <a:t>[[1],[2],[3]</a:t>
              </a:r>
              <a:r>
                <a:rPr lang="en-US" altLang="zh-CN" dirty="0" smtClean="0"/>
                <a:t>]</a:t>
              </a:r>
              <a:endParaRPr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5581765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椭圆 4"/>
          <p:cNvSpPr/>
          <p:nvPr/>
        </p:nvSpPr>
        <p:spPr>
          <a:xfrm>
            <a:off x="1536425" y="1887142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7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6" name="椭圆 5"/>
          <p:cNvSpPr/>
          <p:nvPr/>
        </p:nvSpPr>
        <p:spPr>
          <a:xfrm>
            <a:off x="2174828" y="94094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1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7" name="椭圆 6"/>
          <p:cNvSpPr/>
          <p:nvPr/>
        </p:nvSpPr>
        <p:spPr>
          <a:xfrm>
            <a:off x="2807909" y="1887142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5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8" name="椭圆 7"/>
          <p:cNvSpPr/>
          <p:nvPr/>
        </p:nvSpPr>
        <p:spPr>
          <a:xfrm>
            <a:off x="1536425" y="94094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0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9" name="椭圆 8"/>
          <p:cNvSpPr/>
          <p:nvPr/>
        </p:nvSpPr>
        <p:spPr>
          <a:xfrm>
            <a:off x="2813231" y="94094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2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0" name="椭圆 9"/>
          <p:cNvSpPr/>
          <p:nvPr/>
        </p:nvSpPr>
        <p:spPr>
          <a:xfrm>
            <a:off x="3451634" y="94094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3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1" name="椭圆 10"/>
          <p:cNvSpPr/>
          <p:nvPr/>
        </p:nvSpPr>
        <p:spPr>
          <a:xfrm>
            <a:off x="2172167" y="1887142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6</a:t>
            </a:r>
            <a:endParaRPr lang="zh-CN" altLang="en-US" dirty="0">
              <a:solidFill>
                <a:schemeClr val="tx1"/>
              </a:solidFill>
            </a:endParaRPr>
          </a:p>
        </p:txBody>
      </p:sp>
      <p:cxnSp>
        <p:nvCxnSpPr>
          <p:cNvPr id="12" name="直接连接符 11"/>
          <p:cNvCxnSpPr>
            <a:stCxn id="5" idx="0"/>
            <a:endCxn id="8" idx="4"/>
          </p:cNvCxnSpPr>
          <p:nvPr/>
        </p:nvCxnSpPr>
        <p:spPr>
          <a:xfrm flipV="1">
            <a:off x="1702693" y="1268810"/>
            <a:ext cx="0" cy="618332"/>
          </a:xfrm>
          <a:prstGeom prst="line">
            <a:avLst/>
          </a:prstGeom>
          <a:ln w="19050"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/>
          <p:cNvCxnSpPr>
            <a:stCxn id="5" idx="6"/>
            <a:endCxn id="11" idx="2"/>
          </p:cNvCxnSpPr>
          <p:nvPr/>
        </p:nvCxnSpPr>
        <p:spPr>
          <a:xfrm>
            <a:off x="1868961" y="2051075"/>
            <a:ext cx="303206" cy="0"/>
          </a:xfrm>
          <a:prstGeom prst="line">
            <a:avLst/>
          </a:prstGeom>
          <a:ln w="19050">
            <a:head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/>
          <p:cNvCxnSpPr>
            <a:stCxn id="6" idx="2"/>
            <a:endCxn id="8" idx="6"/>
          </p:cNvCxnSpPr>
          <p:nvPr/>
        </p:nvCxnSpPr>
        <p:spPr>
          <a:xfrm flipH="1">
            <a:off x="1868961" y="1104877"/>
            <a:ext cx="305867" cy="0"/>
          </a:xfrm>
          <a:prstGeom prst="line">
            <a:avLst/>
          </a:prstGeom>
          <a:ln w="19050"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/>
          <p:cNvCxnSpPr>
            <a:stCxn id="6" idx="6"/>
            <a:endCxn id="9" idx="2"/>
          </p:cNvCxnSpPr>
          <p:nvPr/>
        </p:nvCxnSpPr>
        <p:spPr>
          <a:xfrm>
            <a:off x="2507364" y="1104877"/>
            <a:ext cx="305867" cy="0"/>
          </a:xfrm>
          <a:prstGeom prst="line">
            <a:avLst/>
          </a:prstGeom>
          <a:ln w="19050"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/>
          <p:cNvCxnSpPr>
            <a:stCxn id="9" idx="6"/>
            <a:endCxn id="10" idx="2"/>
          </p:cNvCxnSpPr>
          <p:nvPr/>
        </p:nvCxnSpPr>
        <p:spPr>
          <a:xfrm>
            <a:off x="3145767" y="1104877"/>
            <a:ext cx="305867" cy="0"/>
          </a:xfrm>
          <a:prstGeom prst="line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/>
          <p:cNvCxnSpPr>
            <a:stCxn id="11" idx="6"/>
            <a:endCxn id="7" idx="2"/>
          </p:cNvCxnSpPr>
          <p:nvPr/>
        </p:nvCxnSpPr>
        <p:spPr>
          <a:xfrm>
            <a:off x="2504703" y="2051075"/>
            <a:ext cx="303206" cy="0"/>
          </a:xfrm>
          <a:prstGeom prst="line">
            <a:avLst/>
          </a:prstGeom>
          <a:ln w="19050">
            <a:head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椭圆 17"/>
          <p:cNvSpPr/>
          <p:nvPr/>
        </p:nvSpPr>
        <p:spPr>
          <a:xfrm>
            <a:off x="3451634" y="1887142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4</a:t>
            </a:r>
            <a:endParaRPr lang="zh-CN" altLang="en-US" dirty="0">
              <a:solidFill>
                <a:schemeClr val="tx1"/>
              </a:solidFill>
            </a:endParaRPr>
          </a:p>
        </p:txBody>
      </p:sp>
      <p:cxnSp>
        <p:nvCxnSpPr>
          <p:cNvPr id="19" name="直接连接符 18"/>
          <p:cNvCxnSpPr>
            <a:stCxn id="18" idx="0"/>
            <a:endCxn id="10" idx="4"/>
          </p:cNvCxnSpPr>
          <p:nvPr/>
        </p:nvCxnSpPr>
        <p:spPr>
          <a:xfrm flipV="1">
            <a:off x="3617902" y="1268810"/>
            <a:ext cx="0" cy="618332"/>
          </a:xfrm>
          <a:prstGeom prst="line">
            <a:avLst/>
          </a:prstGeom>
          <a:ln w="19050">
            <a:head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/>
          <p:cNvCxnSpPr>
            <a:stCxn id="7" idx="6"/>
            <a:endCxn id="18" idx="2"/>
          </p:cNvCxnSpPr>
          <p:nvPr/>
        </p:nvCxnSpPr>
        <p:spPr>
          <a:xfrm>
            <a:off x="3140445" y="2051075"/>
            <a:ext cx="311189" cy="0"/>
          </a:xfrm>
          <a:prstGeom prst="line">
            <a:avLst/>
          </a:prstGeom>
          <a:ln w="19050">
            <a:head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文本框 20"/>
          <p:cNvSpPr txBox="1"/>
          <p:nvPr/>
        </p:nvSpPr>
        <p:spPr>
          <a:xfrm>
            <a:off x="2324640" y="2262384"/>
            <a:ext cx="6495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 smtClean="0"/>
              <a:t>ring</a:t>
            </a:r>
            <a:endParaRPr lang="zh-CN" altLang="en-US" sz="2000" b="1" dirty="0"/>
          </a:p>
        </p:txBody>
      </p:sp>
      <p:grpSp>
        <p:nvGrpSpPr>
          <p:cNvPr id="22" name="组合 21"/>
          <p:cNvGrpSpPr/>
          <p:nvPr/>
        </p:nvGrpSpPr>
        <p:grpSpPr>
          <a:xfrm>
            <a:off x="5013207" y="777011"/>
            <a:ext cx="2260914" cy="1885483"/>
            <a:chOff x="3327282" y="427761"/>
            <a:chExt cx="2260914" cy="1885483"/>
          </a:xfrm>
        </p:grpSpPr>
        <p:sp>
          <p:nvSpPr>
            <p:cNvPr id="23" name="椭圆 22"/>
            <p:cNvSpPr/>
            <p:nvPr/>
          </p:nvSpPr>
          <p:spPr>
            <a:xfrm>
              <a:off x="4148482" y="427761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0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4" name="椭圆 23"/>
            <p:cNvSpPr/>
            <p:nvPr/>
          </p:nvSpPr>
          <p:spPr>
            <a:xfrm>
              <a:off x="3624538" y="938301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1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5" name="椭圆 24"/>
            <p:cNvSpPr/>
            <p:nvPr/>
          </p:nvSpPr>
          <p:spPr>
            <a:xfrm>
              <a:off x="4658232" y="938301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4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6" name="椭圆 25"/>
            <p:cNvSpPr/>
            <p:nvPr/>
          </p:nvSpPr>
          <p:spPr>
            <a:xfrm>
              <a:off x="3327282" y="1496856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2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7" name="椭圆 26"/>
            <p:cNvSpPr/>
            <p:nvPr/>
          </p:nvSpPr>
          <p:spPr>
            <a:xfrm>
              <a:off x="3900604" y="1496856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3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8" name="椭圆 27"/>
            <p:cNvSpPr/>
            <p:nvPr/>
          </p:nvSpPr>
          <p:spPr>
            <a:xfrm>
              <a:off x="4451717" y="1496856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5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9" name="椭圆 28"/>
            <p:cNvSpPr/>
            <p:nvPr/>
          </p:nvSpPr>
          <p:spPr>
            <a:xfrm>
              <a:off x="4990768" y="1496856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6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直接连接符 29"/>
            <p:cNvCxnSpPr>
              <a:stCxn id="23" idx="4"/>
              <a:endCxn id="24" idx="0"/>
            </p:cNvCxnSpPr>
            <p:nvPr/>
          </p:nvCxnSpPr>
          <p:spPr>
            <a:xfrm flipH="1">
              <a:off x="3790806" y="755627"/>
              <a:ext cx="523944" cy="182674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直接连接符 30"/>
            <p:cNvCxnSpPr>
              <a:stCxn id="23" idx="4"/>
              <a:endCxn id="25" idx="0"/>
            </p:cNvCxnSpPr>
            <p:nvPr/>
          </p:nvCxnSpPr>
          <p:spPr>
            <a:xfrm>
              <a:off x="4314750" y="755627"/>
              <a:ext cx="509750" cy="182674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直接连接符 31"/>
            <p:cNvCxnSpPr>
              <a:stCxn id="24" idx="4"/>
              <a:endCxn id="26" idx="0"/>
            </p:cNvCxnSpPr>
            <p:nvPr/>
          </p:nvCxnSpPr>
          <p:spPr>
            <a:xfrm flipH="1">
              <a:off x="3493550" y="1266167"/>
              <a:ext cx="297256" cy="230689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直接连接符 32"/>
            <p:cNvCxnSpPr>
              <a:stCxn id="24" idx="4"/>
              <a:endCxn id="27" idx="0"/>
            </p:cNvCxnSpPr>
            <p:nvPr/>
          </p:nvCxnSpPr>
          <p:spPr>
            <a:xfrm>
              <a:off x="3790806" y="1266167"/>
              <a:ext cx="276066" cy="230689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直接连接符 33"/>
            <p:cNvCxnSpPr>
              <a:stCxn id="25" idx="4"/>
              <a:endCxn id="28" idx="0"/>
            </p:cNvCxnSpPr>
            <p:nvPr/>
          </p:nvCxnSpPr>
          <p:spPr>
            <a:xfrm flipH="1">
              <a:off x="4617985" y="1266167"/>
              <a:ext cx="206515" cy="230689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直接连接符 34"/>
            <p:cNvCxnSpPr>
              <a:stCxn id="25" idx="4"/>
              <a:endCxn id="29" idx="0"/>
            </p:cNvCxnSpPr>
            <p:nvPr/>
          </p:nvCxnSpPr>
          <p:spPr>
            <a:xfrm>
              <a:off x="4824500" y="1266167"/>
              <a:ext cx="332536" cy="230689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6" name="椭圆 35"/>
            <p:cNvSpPr/>
            <p:nvPr/>
          </p:nvSpPr>
          <p:spPr>
            <a:xfrm>
              <a:off x="5255660" y="1985378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7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直接连接符 36"/>
            <p:cNvCxnSpPr>
              <a:stCxn id="29" idx="4"/>
              <a:endCxn id="36" idx="0"/>
            </p:cNvCxnSpPr>
            <p:nvPr/>
          </p:nvCxnSpPr>
          <p:spPr>
            <a:xfrm>
              <a:off x="5157036" y="1824722"/>
              <a:ext cx="264892" cy="16065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8" name="文本框 37"/>
          <p:cNvSpPr txBox="1"/>
          <p:nvPr/>
        </p:nvSpPr>
        <p:spPr>
          <a:xfrm>
            <a:off x="5677947" y="2262384"/>
            <a:ext cx="6447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 smtClean="0"/>
              <a:t>tree</a:t>
            </a:r>
            <a:endParaRPr lang="zh-CN" altLang="en-US" sz="2000" b="1" dirty="0"/>
          </a:p>
        </p:txBody>
      </p:sp>
      <p:sp>
        <p:nvSpPr>
          <p:cNvPr id="39" name="文本框 38"/>
          <p:cNvSpPr txBox="1"/>
          <p:nvPr/>
        </p:nvSpPr>
        <p:spPr>
          <a:xfrm>
            <a:off x="8688510" y="2771700"/>
            <a:ext cx="15536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 smtClean="0"/>
              <a:t>exponential</a:t>
            </a:r>
            <a:endParaRPr lang="zh-CN" altLang="en-US" sz="2000" b="1" dirty="0"/>
          </a:p>
        </p:txBody>
      </p:sp>
      <p:grpSp>
        <p:nvGrpSpPr>
          <p:cNvPr id="40" name="组合 39"/>
          <p:cNvGrpSpPr/>
          <p:nvPr/>
        </p:nvGrpSpPr>
        <p:grpSpPr>
          <a:xfrm>
            <a:off x="8317103" y="406685"/>
            <a:ext cx="2247745" cy="1965804"/>
            <a:chOff x="8317103" y="406685"/>
            <a:chExt cx="2247745" cy="1965804"/>
          </a:xfrm>
        </p:grpSpPr>
        <p:sp>
          <p:nvSpPr>
            <p:cNvPr id="41" name="椭圆 40"/>
            <p:cNvSpPr/>
            <p:nvPr/>
          </p:nvSpPr>
          <p:spPr>
            <a:xfrm>
              <a:off x="8317103" y="1622982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7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2" name="椭圆 41"/>
            <p:cNvSpPr/>
            <p:nvPr/>
          </p:nvSpPr>
          <p:spPr>
            <a:xfrm>
              <a:off x="8952845" y="406685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1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3" name="椭圆 42"/>
            <p:cNvSpPr/>
            <p:nvPr/>
          </p:nvSpPr>
          <p:spPr>
            <a:xfrm>
              <a:off x="9588587" y="2044622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5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4" name="椭圆 43"/>
            <p:cNvSpPr/>
            <p:nvPr/>
          </p:nvSpPr>
          <p:spPr>
            <a:xfrm>
              <a:off x="8317103" y="839344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</a:rPr>
                <a:t>0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5" name="椭圆 44"/>
            <p:cNvSpPr/>
            <p:nvPr/>
          </p:nvSpPr>
          <p:spPr>
            <a:xfrm>
              <a:off x="9588587" y="407904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2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6" name="椭圆 45"/>
            <p:cNvSpPr/>
            <p:nvPr/>
          </p:nvSpPr>
          <p:spPr>
            <a:xfrm>
              <a:off x="10232312" y="839344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3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7" name="椭圆 46"/>
            <p:cNvSpPr/>
            <p:nvPr/>
          </p:nvSpPr>
          <p:spPr>
            <a:xfrm>
              <a:off x="8952845" y="2044622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6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8" name="直接连接符 47"/>
            <p:cNvCxnSpPr>
              <a:stCxn id="41" idx="0"/>
              <a:endCxn id="44" idx="4"/>
            </p:cNvCxnSpPr>
            <p:nvPr/>
          </p:nvCxnSpPr>
          <p:spPr>
            <a:xfrm flipV="1">
              <a:off x="8483371" y="1167210"/>
              <a:ext cx="0" cy="455772"/>
            </a:xfrm>
            <a:prstGeom prst="line">
              <a:avLst/>
            </a:prstGeom>
            <a:ln w="19050"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直接连接符 48"/>
            <p:cNvCxnSpPr>
              <a:stCxn id="41" idx="5"/>
              <a:endCxn id="47" idx="2"/>
            </p:cNvCxnSpPr>
            <p:nvPr/>
          </p:nvCxnSpPr>
          <p:spPr>
            <a:xfrm>
              <a:off x="8600940" y="1902833"/>
              <a:ext cx="351905" cy="305722"/>
            </a:xfrm>
            <a:prstGeom prst="line">
              <a:avLst/>
            </a:prstGeom>
            <a:ln w="19050">
              <a:head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0" name="直接连接符 49"/>
            <p:cNvCxnSpPr>
              <a:stCxn id="42" idx="2"/>
              <a:endCxn id="44" idx="7"/>
            </p:cNvCxnSpPr>
            <p:nvPr/>
          </p:nvCxnSpPr>
          <p:spPr>
            <a:xfrm flipH="1">
              <a:off x="8600940" y="570618"/>
              <a:ext cx="351905" cy="316741"/>
            </a:xfrm>
            <a:prstGeom prst="line">
              <a:avLst/>
            </a:prstGeom>
            <a:ln w="19050">
              <a:solidFill>
                <a:srgbClr val="FF0000"/>
              </a:solidFill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直接连接符 50"/>
            <p:cNvCxnSpPr>
              <a:stCxn id="42" idx="6"/>
              <a:endCxn id="45" idx="2"/>
            </p:cNvCxnSpPr>
            <p:nvPr/>
          </p:nvCxnSpPr>
          <p:spPr>
            <a:xfrm>
              <a:off x="9285381" y="570618"/>
              <a:ext cx="303206" cy="1219"/>
            </a:xfrm>
            <a:prstGeom prst="line">
              <a:avLst/>
            </a:prstGeom>
            <a:ln w="19050"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直接连接符 51"/>
            <p:cNvCxnSpPr>
              <a:stCxn id="45" idx="6"/>
              <a:endCxn id="46" idx="1"/>
            </p:cNvCxnSpPr>
            <p:nvPr/>
          </p:nvCxnSpPr>
          <p:spPr>
            <a:xfrm>
              <a:off x="9921123" y="571837"/>
              <a:ext cx="359888" cy="315522"/>
            </a:xfrm>
            <a:prstGeom prst="line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直接连接符 52"/>
            <p:cNvCxnSpPr>
              <a:stCxn id="47" idx="6"/>
              <a:endCxn id="43" idx="2"/>
            </p:cNvCxnSpPr>
            <p:nvPr/>
          </p:nvCxnSpPr>
          <p:spPr>
            <a:xfrm>
              <a:off x="9285381" y="2208555"/>
              <a:ext cx="303206" cy="0"/>
            </a:xfrm>
            <a:prstGeom prst="line">
              <a:avLst/>
            </a:prstGeom>
            <a:ln w="19050">
              <a:head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4" name="椭圆 53"/>
            <p:cNvSpPr/>
            <p:nvPr/>
          </p:nvSpPr>
          <p:spPr>
            <a:xfrm>
              <a:off x="10232312" y="1622982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4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5" name="直接连接符 54"/>
            <p:cNvCxnSpPr>
              <a:stCxn id="54" idx="0"/>
              <a:endCxn id="46" idx="4"/>
            </p:cNvCxnSpPr>
            <p:nvPr/>
          </p:nvCxnSpPr>
          <p:spPr>
            <a:xfrm flipV="1">
              <a:off x="10398580" y="1167210"/>
              <a:ext cx="0" cy="455772"/>
            </a:xfrm>
            <a:prstGeom prst="line">
              <a:avLst/>
            </a:prstGeom>
            <a:ln w="19050">
              <a:head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直接连接符 55"/>
            <p:cNvCxnSpPr>
              <a:stCxn id="43" idx="6"/>
              <a:endCxn id="54" idx="3"/>
            </p:cNvCxnSpPr>
            <p:nvPr/>
          </p:nvCxnSpPr>
          <p:spPr>
            <a:xfrm flipV="1">
              <a:off x="9921123" y="1902833"/>
              <a:ext cx="359888" cy="305722"/>
            </a:xfrm>
            <a:prstGeom prst="line">
              <a:avLst/>
            </a:prstGeom>
            <a:ln w="19050">
              <a:head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曲线连接符 56"/>
            <p:cNvCxnSpPr>
              <a:stCxn id="44" idx="0"/>
              <a:endCxn id="45" idx="0"/>
            </p:cNvCxnSpPr>
            <p:nvPr/>
          </p:nvCxnSpPr>
          <p:spPr>
            <a:xfrm rot="5400000" flipH="1" flipV="1">
              <a:off x="8903393" y="-12118"/>
              <a:ext cx="431440" cy="1271484"/>
            </a:xfrm>
            <a:prstGeom prst="curvedConnector3">
              <a:avLst>
                <a:gd name="adj1" fmla="val 152985"/>
              </a:avLst>
            </a:prstGeom>
            <a:ln w="19050">
              <a:solidFill>
                <a:srgbClr val="FF0000"/>
              </a:solidFill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8" name="直接连接符 57"/>
            <p:cNvCxnSpPr>
              <a:stCxn id="54" idx="1"/>
              <a:endCxn id="44" idx="6"/>
            </p:cNvCxnSpPr>
            <p:nvPr/>
          </p:nvCxnSpPr>
          <p:spPr>
            <a:xfrm flipH="1" flipV="1">
              <a:off x="8649639" y="1003277"/>
              <a:ext cx="1631372" cy="667720"/>
            </a:xfrm>
            <a:prstGeom prst="line">
              <a:avLst/>
            </a:prstGeom>
            <a:ln w="19050">
              <a:solidFill>
                <a:srgbClr val="FF0000"/>
              </a:solidFill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曲线连接符 58"/>
            <p:cNvCxnSpPr>
              <a:stCxn id="42" idx="0"/>
              <a:endCxn id="46" idx="7"/>
            </p:cNvCxnSpPr>
            <p:nvPr/>
          </p:nvCxnSpPr>
          <p:spPr>
            <a:xfrm rot="16200000" flipH="1">
              <a:off x="9577294" y="-51496"/>
              <a:ext cx="480674" cy="1397036"/>
            </a:xfrm>
            <a:prstGeom prst="curvedConnector3">
              <a:avLst>
                <a:gd name="adj1" fmla="val -47558"/>
              </a:avLst>
            </a:prstGeom>
            <a:ln w="19050"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0" name="直接连接符 59"/>
            <p:cNvCxnSpPr>
              <a:stCxn id="43" idx="0"/>
              <a:endCxn id="42" idx="4"/>
            </p:cNvCxnSpPr>
            <p:nvPr/>
          </p:nvCxnSpPr>
          <p:spPr>
            <a:xfrm flipH="1" flipV="1">
              <a:off x="9119113" y="734551"/>
              <a:ext cx="635742" cy="1310071"/>
            </a:xfrm>
            <a:prstGeom prst="line">
              <a:avLst/>
            </a:prstGeom>
            <a:ln w="19050"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1" name="直接连接符 60"/>
            <p:cNvCxnSpPr>
              <a:stCxn id="47" idx="0"/>
              <a:endCxn id="45" idx="4"/>
            </p:cNvCxnSpPr>
            <p:nvPr/>
          </p:nvCxnSpPr>
          <p:spPr>
            <a:xfrm flipV="1">
              <a:off x="9119113" y="735770"/>
              <a:ext cx="635742" cy="1308852"/>
            </a:xfrm>
            <a:prstGeom prst="line">
              <a:avLst/>
            </a:prstGeom>
            <a:ln w="19050"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直接连接符 61"/>
            <p:cNvCxnSpPr>
              <a:stCxn id="41" idx="7"/>
              <a:endCxn id="46" idx="2"/>
            </p:cNvCxnSpPr>
            <p:nvPr/>
          </p:nvCxnSpPr>
          <p:spPr>
            <a:xfrm flipV="1">
              <a:off x="8600940" y="1003277"/>
              <a:ext cx="1631372" cy="667720"/>
            </a:xfrm>
            <a:prstGeom prst="line">
              <a:avLst/>
            </a:prstGeom>
            <a:ln w="19050"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3" name="曲线连接符 62"/>
            <p:cNvCxnSpPr>
              <a:stCxn id="45" idx="7"/>
              <a:endCxn id="54" idx="6"/>
            </p:cNvCxnSpPr>
            <p:nvPr/>
          </p:nvCxnSpPr>
          <p:spPr>
            <a:xfrm rot="16200000" flipH="1">
              <a:off x="9553138" y="775205"/>
              <a:ext cx="1330996" cy="692424"/>
            </a:xfrm>
            <a:prstGeom prst="curvedConnector4">
              <a:avLst>
                <a:gd name="adj1" fmla="val -20783"/>
                <a:gd name="adj2" fmla="val 133014"/>
              </a:avLst>
            </a:prstGeom>
            <a:ln w="19050"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曲线连接符 63"/>
            <p:cNvCxnSpPr>
              <a:stCxn id="54" idx="5"/>
              <a:endCxn id="47" idx="4"/>
            </p:cNvCxnSpPr>
            <p:nvPr/>
          </p:nvCxnSpPr>
          <p:spPr>
            <a:xfrm rot="5400000">
              <a:off x="9582804" y="1439142"/>
              <a:ext cx="469655" cy="1397036"/>
            </a:xfrm>
            <a:prstGeom prst="curvedConnector3">
              <a:avLst>
                <a:gd name="adj1" fmla="val 148674"/>
              </a:avLst>
            </a:prstGeom>
            <a:ln w="19050"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5" name="曲线连接符 64"/>
            <p:cNvCxnSpPr>
              <a:stCxn id="46" idx="6"/>
              <a:endCxn id="43" idx="5"/>
            </p:cNvCxnSpPr>
            <p:nvPr/>
          </p:nvCxnSpPr>
          <p:spPr>
            <a:xfrm flipH="1">
              <a:off x="9872424" y="1003277"/>
              <a:ext cx="692424" cy="1321196"/>
            </a:xfrm>
            <a:prstGeom prst="curvedConnector4">
              <a:avLst>
                <a:gd name="adj1" fmla="val -33014"/>
                <a:gd name="adj2" fmla="val 120937"/>
              </a:avLst>
            </a:prstGeom>
            <a:ln w="19050"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6" name="曲线连接符 65"/>
            <p:cNvCxnSpPr>
              <a:stCxn id="43" idx="4"/>
              <a:endCxn id="41" idx="3"/>
            </p:cNvCxnSpPr>
            <p:nvPr/>
          </p:nvCxnSpPr>
          <p:spPr>
            <a:xfrm rot="5400000" flipH="1">
              <a:off x="8825501" y="1443135"/>
              <a:ext cx="469655" cy="1389053"/>
            </a:xfrm>
            <a:prstGeom prst="curvedConnector3">
              <a:avLst>
                <a:gd name="adj1" fmla="val -48674"/>
              </a:avLst>
            </a:prstGeom>
            <a:ln w="19050"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7" name="曲线连接符 66"/>
            <p:cNvCxnSpPr>
              <a:stCxn id="47" idx="3"/>
              <a:endCxn id="44" idx="2"/>
            </p:cNvCxnSpPr>
            <p:nvPr/>
          </p:nvCxnSpPr>
          <p:spPr>
            <a:xfrm rot="5400000" flipH="1">
              <a:off x="7998726" y="1321655"/>
              <a:ext cx="1321196" cy="684441"/>
            </a:xfrm>
            <a:prstGeom prst="curvedConnector4">
              <a:avLst>
                <a:gd name="adj1" fmla="val -20937"/>
                <a:gd name="adj2" fmla="val 133400"/>
              </a:avLst>
            </a:prstGeom>
            <a:ln w="19050"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8" name="矩形 67"/>
          <p:cNvSpPr/>
          <p:nvPr/>
        </p:nvSpPr>
        <p:spPr>
          <a:xfrm>
            <a:off x="9895606" y="5776527"/>
            <a:ext cx="151996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b="1" dirty="0"/>
              <a:t>h</a:t>
            </a:r>
            <a:r>
              <a:rPr lang="zh-CN" altLang="en-US" sz="2000" b="1" dirty="0" smtClean="0"/>
              <a:t>ierarchical</a:t>
            </a:r>
            <a:endParaRPr lang="zh-CN" altLang="en-US" sz="2000" b="1" dirty="0"/>
          </a:p>
        </p:txBody>
      </p:sp>
      <p:grpSp>
        <p:nvGrpSpPr>
          <p:cNvPr id="69" name="组合 68"/>
          <p:cNvGrpSpPr/>
          <p:nvPr/>
        </p:nvGrpSpPr>
        <p:grpSpPr>
          <a:xfrm>
            <a:off x="10041185" y="3438941"/>
            <a:ext cx="1237639" cy="2173653"/>
            <a:chOff x="2041901" y="3639103"/>
            <a:chExt cx="1237639" cy="2173653"/>
          </a:xfrm>
        </p:grpSpPr>
        <p:sp>
          <p:nvSpPr>
            <p:cNvPr id="70" name="椭圆 69"/>
            <p:cNvSpPr/>
            <p:nvPr/>
          </p:nvSpPr>
          <p:spPr>
            <a:xfrm>
              <a:off x="2934304" y="5484890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7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1" name="椭圆 70"/>
            <p:cNvSpPr/>
            <p:nvPr/>
          </p:nvSpPr>
          <p:spPr>
            <a:xfrm>
              <a:off x="2938174" y="3639103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1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2" name="椭圆 71"/>
            <p:cNvSpPr/>
            <p:nvPr/>
          </p:nvSpPr>
          <p:spPr>
            <a:xfrm>
              <a:off x="2045771" y="3639103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</a:rPr>
                <a:t>0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3" name="椭圆 72"/>
            <p:cNvSpPr/>
            <p:nvPr/>
          </p:nvSpPr>
          <p:spPr>
            <a:xfrm>
              <a:off x="2041901" y="5484890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6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4" name="直接连接符 73"/>
            <p:cNvCxnSpPr>
              <a:stCxn id="70" idx="2"/>
              <a:endCxn id="73" idx="6"/>
            </p:cNvCxnSpPr>
            <p:nvPr/>
          </p:nvCxnSpPr>
          <p:spPr>
            <a:xfrm flipH="1">
              <a:off x="2374437" y="5648823"/>
              <a:ext cx="559867" cy="0"/>
            </a:xfrm>
            <a:prstGeom prst="line">
              <a:avLst/>
            </a:prstGeom>
            <a:ln w="19050">
              <a:head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5" name="直接连接符 74"/>
            <p:cNvCxnSpPr>
              <a:stCxn id="71" idx="2"/>
              <a:endCxn id="72" idx="6"/>
            </p:cNvCxnSpPr>
            <p:nvPr/>
          </p:nvCxnSpPr>
          <p:spPr>
            <a:xfrm flipH="1">
              <a:off x="2378307" y="3803036"/>
              <a:ext cx="559867" cy="0"/>
            </a:xfrm>
            <a:prstGeom prst="line">
              <a:avLst/>
            </a:prstGeom>
            <a:ln w="19050"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6" name="椭圆 75"/>
            <p:cNvSpPr/>
            <p:nvPr/>
          </p:nvSpPr>
          <p:spPr>
            <a:xfrm>
              <a:off x="2041901" y="4231288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2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7" name="椭圆 76"/>
            <p:cNvSpPr/>
            <p:nvPr/>
          </p:nvSpPr>
          <p:spPr>
            <a:xfrm>
              <a:off x="2934304" y="4231288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3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8" name="直接连接符 77"/>
            <p:cNvCxnSpPr>
              <a:stCxn id="76" idx="6"/>
              <a:endCxn id="77" idx="2"/>
            </p:cNvCxnSpPr>
            <p:nvPr/>
          </p:nvCxnSpPr>
          <p:spPr>
            <a:xfrm>
              <a:off x="2374437" y="4395221"/>
              <a:ext cx="559867" cy="0"/>
            </a:xfrm>
            <a:prstGeom prst="line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9" name="椭圆 78"/>
            <p:cNvSpPr/>
            <p:nvPr/>
          </p:nvSpPr>
          <p:spPr>
            <a:xfrm>
              <a:off x="2934304" y="4858089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5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0" name="椭圆 79"/>
            <p:cNvSpPr/>
            <p:nvPr/>
          </p:nvSpPr>
          <p:spPr>
            <a:xfrm>
              <a:off x="2041901" y="4858089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4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81" name="直接连接符 80"/>
            <p:cNvCxnSpPr>
              <a:stCxn id="79" idx="2"/>
              <a:endCxn id="80" idx="6"/>
            </p:cNvCxnSpPr>
            <p:nvPr/>
          </p:nvCxnSpPr>
          <p:spPr>
            <a:xfrm flipH="1">
              <a:off x="2374437" y="5022022"/>
              <a:ext cx="559867" cy="0"/>
            </a:xfrm>
            <a:prstGeom prst="line">
              <a:avLst/>
            </a:prstGeom>
            <a:ln w="19050">
              <a:head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直接连接符 81"/>
            <p:cNvCxnSpPr>
              <a:stCxn id="77" idx="0"/>
              <a:endCxn id="71" idx="4"/>
            </p:cNvCxnSpPr>
            <p:nvPr/>
          </p:nvCxnSpPr>
          <p:spPr>
            <a:xfrm flipV="1">
              <a:off x="3100572" y="3966969"/>
              <a:ext cx="3870" cy="264319"/>
            </a:xfrm>
            <a:prstGeom prst="line">
              <a:avLst/>
            </a:prstGeom>
            <a:ln w="19050">
              <a:solidFill>
                <a:schemeClr val="accent1">
                  <a:lumMod val="75000"/>
                </a:schemeClr>
              </a:solidFill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直接连接符 82"/>
            <p:cNvCxnSpPr>
              <a:stCxn id="70" idx="0"/>
              <a:endCxn id="79" idx="4"/>
            </p:cNvCxnSpPr>
            <p:nvPr/>
          </p:nvCxnSpPr>
          <p:spPr>
            <a:xfrm flipV="1">
              <a:off x="3100572" y="5185955"/>
              <a:ext cx="0" cy="298935"/>
            </a:xfrm>
            <a:prstGeom prst="line">
              <a:avLst/>
            </a:prstGeom>
            <a:ln w="19050">
              <a:solidFill>
                <a:schemeClr val="accent1">
                  <a:lumMod val="75000"/>
                </a:schemeClr>
              </a:solidFill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肘形连接符 83"/>
            <p:cNvCxnSpPr>
              <a:stCxn id="77" idx="6"/>
              <a:endCxn id="70" idx="6"/>
            </p:cNvCxnSpPr>
            <p:nvPr/>
          </p:nvCxnSpPr>
          <p:spPr>
            <a:xfrm>
              <a:off x="3266840" y="4395221"/>
              <a:ext cx="12700" cy="1253602"/>
            </a:xfrm>
            <a:prstGeom prst="bentConnector3">
              <a:avLst>
                <a:gd name="adj1" fmla="val 1800000"/>
              </a:avLst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005878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椭圆 41"/>
          <p:cNvSpPr/>
          <p:nvPr/>
        </p:nvSpPr>
        <p:spPr>
          <a:xfrm>
            <a:off x="2963886" y="1587240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0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3" name="椭圆 42"/>
          <p:cNvSpPr/>
          <p:nvPr/>
        </p:nvSpPr>
        <p:spPr>
          <a:xfrm>
            <a:off x="2439942" y="2097780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1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4" name="椭圆 43"/>
          <p:cNvSpPr/>
          <p:nvPr/>
        </p:nvSpPr>
        <p:spPr>
          <a:xfrm>
            <a:off x="3473636" y="2097780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4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5" name="椭圆 44"/>
          <p:cNvSpPr/>
          <p:nvPr/>
        </p:nvSpPr>
        <p:spPr>
          <a:xfrm>
            <a:off x="2142686" y="2656335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2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6" name="椭圆 45"/>
          <p:cNvSpPr/>
          <p:nvPr/>
        </p:nvSpPr>
        <p:spPr>
          <a:xfrm>
            <a:off x="2716008" y="2656335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3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7" name="椭圆 46"/>
          <p:cNvSpPr/>
          <p:nvPr/>
        </p:nvSpPr>
        <p:spPr>
          <a:xfrm>
            <a:off x="3267121" y="2656335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5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8" name="椭圆 47"/>
          <p:cNvSpPr/>
          <p:nvPr/>
        </p:nvSpPr>
        <p:spPr>
          <a:xfrm>
            <a:off x="3806172" y="2656335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6</a:t>
            </a:r>
            <a:endParaRPr lang="zh-CN" altLang="en-US" dirty="0">
              <a:solidFill>
                <a:schemeClr val="tx1"/>
              </a:solidFill>
            </a:endParaRPr>
          </a:p>
        </p:txBody>
      </p:sp>
      <p:cxnSp>
        <p:nvCxnSpPr>
          <p:cNvPr id="49" name="直接连接符 48"/>
          <p:cNvCxnSpPr>
            <a:stCxn id="42" idx="4"/>
            <a:endCxn id="43" idx="0"/>
          </p:cNvCxnSpPr>
          <p:nvPr/>
        </p:nvCxnSpPr>
        <p:spPr>
          <a:xfrm flipH="1">
            <a:off x="2606210" y="1915106"/>
            <a:ext cx="523944" cy="182674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/>
          <p:cNvCxnSpPr>
            <a:stCxn id="42" idx="4"/>
            <a:endCxn id="44" idx="0"/>
          </p:cNvCxnSpPr>
          <p:nvPr/>
        </p:nvCxnSpPr>
        <p:spPr>
          <a:xfrm>
            <a:off x="3130154" y="1915106"/>
            <a:ext cx="509750" cy="182674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/>
          <p:cNvCxnSpPr>
            <a:stCxn id="43" idx="4"/>
            <a:endCxn id="45" idx="0"/>
          </p:cNvCxnSpPr>
          <p:nvPr/>
        </p:nvCxnSpPr>
        <p:spPr>
          <a:xfrm flipH="1">
            <a:off x="2308954" y="2425646"/>
            <a:ext cx="297256" cy="23068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直接连接符 51"/>
          <p:cNvCxnSpPr>
            <a:stCxn id="43" idx="4"/>
            <a:endCxn id="46" idx="0"/>
          </p:cNvCxnSpPr>
          <p:nvPr/>
        </p:nvCxnSpPr>
        <p:spPr>
          <a:xfrm>
            <a:off x="2606210" y="2425646"/>
            <a:ext cx="276066" cy="23068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直接连接符 52"/>
          <p:cNvCxnSpPr>
            <a:stCxn id="44" idx="4"/>
            <a:endCxn id="47" idx="0"/>
          </p:cNvCxnSpPr>
          <p:nvPr/>
        </p:nvCxnSpPr>
        <p:spPr>
          <a:xfrm flipH="1">
            <a:off x="3433389" y="2425646"/>
            <a:ext cx="206515" cy="23068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/>
          <p:cNvCxnSpPr>
            <a:stCxn id="44" idx="4"/>
            <a:endCxn id="48" idx="0"/>
          </p:cNvCxnSpPr>
          <p:nvPr/>
        </p:nvCxnSpPr>
        <p:spPr>
          <a:xfrm>
            <a:off x="3639904" y="2425646"/>
            <a:ext cx="332536" cy="23068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5" name="椭圆 54"/>
          <p:cNvSpPr/>
          <p:nvPr/>
        </p:nvSpPr>
        <p:spPr>
          <a:xfrm>
            <a:off x="4071064" y="3144857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7</a:t>
            </a:r>
            <a:endParaRPr lang="zh-CN" altLang="en-US" dirty="0">
              <a:solidFill>
                <a:schemeClr val="tx1"/>
              </a:solidFill>
            </a:endParaRPr>
          </a:p>
        </p:txBody>
      </p:sp>
      <p:cxnSp>
        <p:nvCxnSpPr>
          <p:cNvPr id="56" name="直接连接符 55"/>
          <p:cNvCxnSpPr>
            <a:stCxn id="48" idx="4"/>
            <a:endCxn id="55" idx="0"/>
          </p:cNvCxnSpPr>
          <p:nvPr/>
        </p:nvCxnSpPr>
        <p:spPr>
          <a:xfrm>
            <a:off x="3972440" y="2984201"/>
            <a:ext cx="264892" cy="160656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91545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/>
          <p:cNvSpPr/>
          <p:nvPr/>
        </p:nvSpPr>
        <p:spPr>
          <a:xfrm>
            <a:off x="5639435" y="1714500"/>
            <a:ext cx="3437888" cy="42862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矩形 36"/>
          <p:cNvSpPr/>
          <p:nvPr/>
        </p:nvSpPr>
        <p:spPr>
          <a:xfrm>
            <a:off x="5280836" y="3369679"/>
            <a:ext cx="2623359" cy="46699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6" name="矩形 35"/>
          <p:cNvSpPr/>
          <p:nvPr/>
        </p:nvSpPr>
        <p:spPr>
          <a:xfrm>
            <a:off x="5280836" y="2143125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5" name="矩形 34"/>
          <p:cNvSpPr/>
          <p:nvPr/>
        </p:nvSpPr>
        <p:spPr>
          <a:xfrm>
            <a:off x="5280836" y="1246444"/>
            <a:ext cx="2623359" cy="46070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" name="矩形 31"/>
          <p:cNvSpPr/>
          <p:nvPr/>
        </p:nvSpPr>
        <p:spPr>
          <a:xfrm>
            <a:off x="2647952" y="3362326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矩形 30"/>
          <p:cNvSpPr/>
          <p:nvPr/>
        </p:nvSpPr>
        <p:spPr>
          <a:xfrm>
            <a:off x="2647952" y="2143126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0" name="矩形 29"/>
          <p:cNvSpPr/>
          <p:nvPr/>
        </p:nvSpPr>
        <p:spPr>
          <a:xfrm>
            <a:off x="2647952" y="1238252"/>
            <a:ext cx="2623359" cy="46889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" name="矩形 28"/>
          <p:cNvSpPr/>
          <p:nvPr/>
        </p:nvSpPr>
        <p:spPr>
          <a:xfrm>
            <a:off x="2019298" y="3369679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27"/>
          <p:cNvSpPr/>
          <p:nvPr/>
        </p:nvSpPr>
        <p:spPr>
          <a:xfrm>
            <a:off x="2019298" y="2143126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/>
          <p:cNvSpPr/>
          <p:nvPr/>
        </p:nvSpPr>
        <p:spPr>
          <a:xfrm>
            <a:off x="2019298" y="1238251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2019300" y="1238251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矩形 22"/>
          <p:cNvSpPr/>
          <p:nvPr/>
        </p:nvSpPr>
        <p:spPr>
          <a:xfrm>
            <a:off x="2019299" y="2143126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 23"/>
          <p:cNvSpPr/>
          <p:nvPr/>
        </p:nvSpPr>
        <p:spPr>
          <a:xfrm>
            <a:off x="2019298" y="3362326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1191825" y="1299903"/>
            <a:ext cx="8338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/>
              <a:t>GPU 0</a:t>
            </a:r>
            <a:endParaRPr lang="zh-CN" altLang="en-US" b="1" dirty="0"/>
          </a:p>
        </p:txBody>
      </p:sp>
      <p:sp>
        <p:nvSpPr>
          <p:cNvPr id="25" name="文本框 24"/>
          <p:cNvSpPr txBox="1"/>
          <p:nvPr/>
        </p:nvSpPr>
        <p:spPr>
          <a:xfrm>
            <a:off x="1191825" y="2191714"/>
            <a:ext cx="8338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/>
              <a:t>GPU 1</a:t>
            </a:r>
            <a:endParaRPr lang="zh-CN" altLang="en-US" b="1" dirty="0"/>
          </a:p>
        </p:txBody>
      </p:sp>
      <p:sp>
        <p:nvSpPr>
          <p:cNvPr id="26" name="文本框 25"/>
          <p:cNvSpPr txBox="1"/>
          <p:nvPr/>
        </p:nvSpPr>
        <p:spPr>
          <a:xfrm>
            <a:off x="1191825" y="3415785"/>
            <a:ext cx="840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/>
              <a:t>GPU n</a:t>
            </a:r>
            <a:endParaRPr lang="zh-CN" altLang="en-US" b="1" dirty="0"/>
          </a:p>
        </p:txBody>
      </p:sp>
      <p:sp>
        <p:nvSpPr>
          <p:cNvPr id="5" name="文本框 4"/>
          <p:cNvSpPr txBox="1"/>
          <p:nvPr/>
        </p:nvSpPr>
        <p:spPr>
          <a:xfrm>
            <a:off x="5271311" y="2694616"/>
            <a:ext cx="553998" cy="592470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cxnSp>
        <p:nvCxnSpPr>
          <p:cNvPr id="9" name="直接连接符 8"/>
          <p:cNvCxnSpPr/>
          <p:nvPr/>
        </p:nvCxnSpPr>
        <p:spPr>
          <a:xfrm>
            <a:off x="2638426" y="1245604"/>
            <a:ext cx="0" cy="2600325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/>
        </p:nvCxnSpPr>
        <p:spPr>
          <a:xfrm>
            <a:off x="5271311" y="1245604"/>
            <a:ext cx="0" cy="2600325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左大括号 9"/>
          <p:cNvSpPr/>
          <p:nvPr/>
        </p:nvSpPr>
        <p:spPr>
          <a:xfrm rot="-5400000">
            <a:off x="5187696" y="1313537"/>
            <a:ext cx="176756" cy="5256241"/>
          </a:xfrm>
          <a:prstGeom prst="leftBrace">
            <a:avLst>
              <a:gd name="adj1" fmla="val 68208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左大括号 38"/>
          <p:cNvSpPr/>
          <p:nvPr/>
        </p:nvSpPr>
        <p:spPr>
          <a:xfrm rot="16200000">
            <a:off x="2245248" y="3627331"/>
            <a:ext cx="176757" cy="628652"/>
          </a:xfrm>
          <a:prstGeom prst="leftBrace">
            <a:avLst>
              <a:gd name="adj1" fmla="val 24871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左大括号 44"/>
          <p:cNvSpPr/>
          <p:nvPr/>
        </p:nvSpPr>
        <p:spPr>
          <a:xfrm rot="16200000">
            <a:off x="7270001" y="2222714"/>
            <a:ext cx="176758" cy="3437886"/>
          </a:xfrm>
          <a:prstGeom prst="leftBrace">
            <a:avLst>
              <a:gd name="adj1" fmla="val 68208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8" name="对象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07589294"/>
              </p:ext>
            </p:extLst>
          </p:nvPr>
        </p:nvGraphicFramePr>
        <p:xfrm>
          <a:off x="2052436" y="4030036"/>
          <a:ext cx="562382" cy="4090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77" name="AxMath" r:id="rId3" imgW="315000" imgH="228600" progId="Equation.AxMath">
                  <p:embed/>
                </p:oleObj>
              </mc:Choice>
              <mc:Fallback>
                <p:oleObj name="AxMath" r:id="rId3" imgW="315000" imgH="22860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052436" y="4030036"/>
                        <a:ext cx="562382" cy="4090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3" name="对象 3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86014335"/>
              </p:ext>
            </p:extLst>
          </p:nvPr>
        </p:nvGraphicFramePr>
        <p:xfrm>
          <a:off x="4968875" y="4030663"/>
          <a:ext cx="623888" cy="4079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78" name="AxMath" r:id="rId5" imgW="347760" imgH="228600" progId="Equation.AxMath">
                  <p:embed/>
                </p:oleObj>
              </mc:Choice>
              <mc:Fallback>
                <p:oleObj name="AxMath" r:id="rId5" imgW="347760" imgH="228600" progId="Equation.AxMath">
                  <p:embed/>
                  <p:pic>
                    <p:nvPicPr>
                      <p:cNvPr id="8" name="对象 7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968875" y="4030663"/>
                        <a:ext cx="623888" cy="4079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8" name="对象 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1902971"/>
              </p:ext>
            </p:extLst>
          </p:nvPr>
        </p:nvGraphicFramePr>
        <p:xfrm>
          <a:off x="7019925" y="4030663"/>
          <a:ext cx="677863" cy="4079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79" name="AxMath" r:id="rId7" imgW="378000" imgH="228600" progId="Equation.AxMath">
                  <p:embed/>
                </p:oleObj>
              </mc:Choice>
              <mc:Fallback>
                <p:oleObj name="AxMath" r:id="rId7" imgW="378000" imgH="228600" progId="Equation.AxMath">
                  <p:embed/>
                  <p:pic>
                    <p:nvPicPr>
                      <p:cNvPr id="33" name="对象 32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7019925" y="4030663"/>
                        <a:ext cx="677863" cy="4079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2" name="矩形 41"/>
          <p:cNvSpPr/>
          <p:nvPr/>
        </p:nvSpPr>
        <p:spPr>
          <a:xfrm>
            <a:off x="1290148" y="4577436"/>
            <a:ext cx="589109" cy="21012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/>
          </a:p>
        </p:txBody>
      </p:sp>
      <p:sp>
        <p:nvSpPr>
          <p:cNvPr id="12" name="文本框 11"/>
          <p:cNvSpPr txBox="1"/>
          <p:nvPr/>
        </p:nvSpPr>
        <p:spPr>
          <a:xfrm>
            <a:off x="1919149" y="4512256"/>
            <a:ext cx="10983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 dirty="0" smtClean="0"/>
              <a:t>data copy</a:t>
            </a:r>
            <a:endParaRPr lang="zh-CN" altLang="en-US" sz="1600" b="1" dirty="0"/>
          </a:p>
        </p:txBody>
      </p:sp>
      <p:sp>
        <p:nvSpPr>
          <p:cNvPr id="43" name="矩形 42"/>
          <p:cNvSpPr/>
          <p:nvPr/>
        </p:nvSpPr>
        <p:spPr>
          <a:xfrm>
            <a:off x="3210252" y="4577436"/>
            <a:ext cx="589109" cy="210124"/>
          </a:xfrm>
          <a:prstGeom prst="rect">
            <a:avLst/>
          </a:prstGeom>
          <a:solidFill>
            <a:srgbClr val="F4B183"/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/>
          </a:p>
        </p:txBody>
      </p:sp>
      <p:sp>
        <p:nvSpPr>
          <p:cNvPr id="44" name="文本框 43"/>
          <p:cNvSpPr txBox="1"/>
          <p:nvPr/>
        </p:nvSpPr>
        <p:spPr>
          <a:xfrm>
            <a:off x="3839253" y="4512256"/>
            <a:ext cx="314220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 dirty="0" smtClean="0"/>
              <a:t>computation of neural network </a:t>
            </a:r>
            <a:endParaRPr lang="zh-CN" altLang="en-US" sz="1600" b="1" dirty="0"/>
          </a:p>
        </p:txBody>
      </p:sp>
      <p:sp>
        <p:nvSpPr>
          <p:cNvPr id="47" name="矩形 46"/>
          <p:cNvSpPr/>
          <p:nvPr/>
        </p:nvSpPr>
        <p:spPr>
          <a:xfrm>
            <a:off x="7108679" y="4576471"/>
            <a:ext cx="589109" cy="210124"/>
          </a:xfrm>
          <a:prstGeom prst="rect">
            <a:avLst/>
          </a:prstGeom>
          <a:solidFill>
            <a:srgbClr val="9DC3E6"/>
          </a:solidFill>
          <a:ln>
            <a:solidFill>
              <a:srgbClr val="9DC3E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/>
          </a:p>
        </p:txBody>
      </p:sp>
      <p:sp>
        <p:nvSpPr>
          <p:cNvPr id="48" name="文本框 47"/>
          <p:cNvSpPr txBox="1"/>
          <p:nvPr/>
        </p:nvSpPr>
        <p:spPr>
          <a:xfrm>
            <a:off x="7697788" y="4511291"/>
            <a:ext cx="16305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 dirty="0" smtClean="0"/>
              <a:t>communication</a:t>
            </a:r>
            <a:endParaRPr lang="zh-CN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35455749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3CD74299-1FF5-451F-B5F9-E74030E0CE57}"/>
              </a:ext>
            </a:extLst>
          </p:cNvPr>
          <p:cNvCxnSpPr>
            <a:cxnSpLocks/>
          </p:cNvCxnSpPr>
          <p:nvPr/>
        </p:nvCxnSpPr>
        <p:spPr>
          <a:xfrm flipV="1">
            <a:off x="3147504" y="3138885"/>
            <a:ext cx="6273356" cy="3173"/>
          </a:xfrm>
          <a:prstGeom prst="line">
            <a:avLst/>
          </a:prstGeom>
          <a:ln w="28575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9E7A2A5B-340F-01F4-15C2-0CC2C6C2BA54}"/>
              </a:ext>
            </a:extLst>
          </p:cNvPr>
          <p:cNvCxnSpPr>
            <a:cxnSpLocks/>
          </p:cNvCxnSpPr>
          <p:nvPr/>
        </p:nvCxnSpPr>
        <p:spPr>
          <a:xfrm flipV="1">
            <a:off x="3147504" y="2736994"/>
            <a:ext cx="6273356" cy="13037"/>
          </a:xfrm>
          <a:prstGeom prst="line">
            <a:avLst/>
          </a:prstGeom>
          <a:ln w="28575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3706781" y="1766173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4266451" y="1766173"/>
            <a:ext cx="727379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6305939" y="1765411"/>
            <a:ext cx="70349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9B1C0D6A-5A1B-8BDC-F110-543DE90C7C88}"/>
              </a:ext>
            </a:extLst>
          </p:cNvPr>
          <p:cNvSpPr/>
          <p:nvPr/>
        </p:nvSpPr>
        <p:spPr>
          <a:xfrm>
            <a:off x="2100710" y="1866606"/>
            <a:ext cx="695318" cy="663752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4FCA8EC-93A4-C70F-B599-B2B38B00D70B}"/>
              </a:ext>
            </a:extLst>
          </p:cNvPr>
          <p:cNvSpPr/>
          <p:nvPr/>
        </p:nvSpPr>
        <p:spPr>
          <a:xfrm>
            <a:off x="3735497" y="2746707"/>
            <a:ext cx="422482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0B87547-392A-21F2-5B4E-52DCF93C19FA}"/>
              </a:ext>
            </a:extLst>
          </p:cNvPr>
          <p:cNvSpPr/>
          <p:nvPr/>
        </p:nvSpPr>
        <p:spPr>
          <a:xfrm>
            <a:off x="4275778" y="2744679"/>
            <a:ext cx="496879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D08E8B7-989D-3EE2-D155-FEE7F435CEC4}"/>
              </a:ext>
            </a:extLst>
          </p:cNvPr>
          <p:cNvSpPr/>
          <p:nvPr/>
        </p:nvSpPr>
        <p:spPr>
          <a:xfrm>
            <a:off x="4996310" y="2744679"/>
            <a:ext cx="566928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163B787-97FC-293C-0229-504B0954DCE9}"/>
              </a:ext>
            </a:extLst>
          </p:cNvPr>
          <p:cNvSpPr/>
          <p:nvPr/>
        </p:nvSpPr>
        <p:spPr>
          <a:xfrm>
            <a:off x="7034896" y="2749504"/>
            <a:ext cx="608280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B5D904A-246E-2773-3A25-0719B2695BEC}"/>
              </a:ext>
            </a:extLst>
          </p:cNvPr>
          <p:cNvSpPr/>
          <p:nvPr/>
        </p:nvSpPr>
        <p:spPr>
          <a:xfrm>
            <a:off x="7643176" y="2749185"/>
            <a:ext cx="650615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57862A7D-F92B-169C-4C0A-5D05F6B3B99B}"/>
              </a:ext>
            </a:extLst>
          </p:cNvPr>
          <p:cNvSpPr/>
          <p:nvPr/>
        </p:nvSpPr>
        <p:spPr>
          <a:xfrm>
            <a:off x="8293791" y="2746707"/>
            <a:ext cx="508897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42B4F279-A32E-66FE-1468-D73E31C88FAA}"/>
              </a:ext>
            </a:extLst>
          </p:cNvPr>
          <p:cNvCxnSpPr>
            <a:cxnSpLocks/>
          </p:cNvCxnSpPr>
          <p:nvPr/>
        </p:nvCxnSpPr>
        <p:spPr>
          <a:xfrm>
            <a:off x="3147504" y="1765411"/>
            <a:ext cx="627335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矩形 62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47504" y="1766173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86" name="对象 85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19708787"/>
              </p:ext>
            </p:extLst>
          </p:nvPr>
        </p:nvGraphicFramePr>
        <p:xfrm>
          <a:off x="2107181" y="2008906"/>
          <a:ext cx="713752" cy="36641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53" name="AxMath" r:id="rId3" imgW="297360" imgH="151920" progId="Equation.AxMath">
                  <p:embed/>
                </p:oleObj>
              </mc:Choice>
              <mc:Fallback>
                <p:oleObj name="AxMath" r:id="rId3" imgW="297360" imgH="151920" progId="Equation.AxMath">
                  <p:embed/>
                  <p:pic>
                    <p:nvPicPr>
                      <p:cNvPr id="86" name="对象 8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07181" y="2008906"/>
                        <a:ext cx="713752" cy="36641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0" name="矩形 89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4993832" y="1766173"/>
            <a:ext cx="1312108" cy="38862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7007878" y="1765411"/>
            <a:ext cx="654737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7662615" y="1772262"/>
            <a:ext cx="650085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79A8D953-3563-6CF9-501A-6EA7D22D95C7}"/>
              </a:ext>
            </a:extLst>
          </p:cNvPr>
          <p:cNvCxnSpPr>
            <a:cxnSpLocks/>
          </p:cNvCxnSpPr>
          <p:nvPr/>
        </p:nvCxnSpPr>
        <p:spPr>
          <a:xfrm>
            <a:off x="3147504" y="2159222"/>
            <a:ext cx="627335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B6F0112D-D27E-1AA9-B0E7-2AA9C062F0F0}"/>
              </a:ext>
            </a:extLst>
          </p:cNvPr>
          <p:cNvCxnSpPr>
            <a:cxnSpLocks/>
          </p:cNvCxnSpPr>
          <p:nvPr/>
        </p:nvCxnSpPr>
        <p:spPr>
          <a:xfrm>
            <a:off x="3141408" y="3674518"/>
            <a:ext cx="627335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D23A3927-555F-F7AA-B50D-32E757F59748}"/>
              </a:ext>
            </a:extLst>
          </p:cNvPr>
          <p:cNvCxnSpPr>
            <a:cxnSpLocks/>
          </p:cNvCxnSpPr>
          <p:nvPr/>
        </p:nvCxnSpPr>
        <p:spPr>
          <a:xfrm>
            <a:off x="3147504" y="4068329"/>
            <a:ext cx="627335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841D5046-97E4-06F2-D5E4-AA4E754D18F7}"/>
              </a:ext>
            </a:extLst>
          </p:cNvPr>
          <p:cNvCxnSpPr>
            <a:cxnSpLocks/>
          </p:cNvCxnSpPr>
          <p:nvPr/>
        </p:nvCxnSpPr>
        <p:spPr>
          <a:xfrm>
            <a:off x="3142931" y="2749759"/>
            <a:ext cx="0" cy="397379"/>
          </a:xfrm>
          <a:prstGeom prst="line">
            <a:avLst/>
          </a:prstGeom>
          <a:ln w="28575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椭圆 119">
            <a:extLst>
              <a:ext uri="{FF2B5EF4-FFF2-40B4-BE49-F238E27FC236}">
                <a16:creationId xmlns:a16="http://schemas.microsoft.com/office/drawing/2014/main" id="{06FB9D98-5F2E-DE1A-59E7-3D8D32780455}"/>
              </a:ext>
            </a:extLst>
          </p:cNvPr>
          <p:cNvSpPr/>
          <p:nvPr/>
        </p:nvSpPr>
        <p:spPr>
          <a:xfrm>
            <a:off x="2097923" y="3287626"/>
            <a:ext cx="695318" cy="663752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4" name="直接箭头连接符 123">
            <a:extLst>
              <a:ext uri="{FF2B5EF4-FFF2-40B4-BE49-F238E27FC236}">
                <a16:creationId xmlns:a16="http://schemas.microsoft.com/office/drawing/2014/main" id="{263687E0-D9BC-57AD-123C-316339299C52}"/>
              </a:ext>
            </a:extLst>
          </p:cNvPr>
          <p:cNvCxnSpPr>
            <a:cxnSpLocks/>
            <a:stCxn id="19" idx="4"/>
            <a:endCxn id="120" idx="0"/>
          </p:cNvCxnSpPr>
          <p:nvPr/>
        </p:nvCxnSpPr>
        <p:spPr>
          <a:xfrm flipH="1">
            <a:off x="2445582" y="2530358"/>
            <a:ext cx="2787" cy="757268"/>
          </a:xfrm>
          <a:prstGeom prst="straightConnector1">
            <a:avLst/>
          </a:prstGeom>
          <a:ln w="28575">
            <a:solidFill>
              <a:schemeClr val="accent1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弧形 127">
            <a:extLst>
              <a:ext uri="{FF2B5EF4-FFF2-40B4-BE49-F238E27FC236}">
                <a16:creationId xmlns:a16="http://schemas.microsoft.com/office/drawing/2014/main" id="{F8A33E47-8301-AEDB-3CF8-92231BECC24F}"/>
              </a:ext>
            </a:extLst>
          </p:cNvPr>
          <p:cNvSpPr/>
          <p:nvPr/>
        </p:nvSpPr>
        <p:spPr>
          <a:xfrm>
            <a:off x="1047777" y="1765411"/>
            <a:ext cx="1773155" cy="1707722"/>
          </a:xfrm>
          <a:prstGeom prst="arc">
            <a:avLst>
              <a:gd name="adj1" fmla="val 10843985"/>
              <a:gd name="adj2" fmla="val 17876573"/>
            </a:avLst>
          </a:prstGeom>
          <a:ln w="285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1" name="弧形 130">
            <a:extLst>
              <a:ext uri="{FF2B5EF4-FFF2-40B4-BE49-F238E27FC236}">
                <a16:creationId xmlns:a16="http://schemas.microsoft.com/office/drawing/2014/main" id="{E7195A1C-0149-9691-4EF2-EB804CC83D4D}"/>
              </a:ext>
            </a:extLst>
          </p:cNvPr>
          <p:cNvSpPr/>
          <p:nvPr/>
        </p:nvSpPr>
        <p:spPr>
          <a:xfrm flipV="1">
            <a:off x="1047777" y="2227588"/>
            <a:ext cx="1705819" cy="1759053"/>
          </a:xfrm>
          <a:prstGeom prst="arc">
            <a:avLst>
              <a:gd name="adj1" fmla="val 11210357"/>
              <a:gd name="adj2" fmla="val 17694286"/>
            </a:avLst>
          </a:prstGeom>
          <a:ln w="285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D45DA694-884E-A3C3-3D4A-43E402159AA6}"/>
              </a:ext>
            </a:extLst>
          </p:cNvPr>
          <p:cNvSpPr txBox="1"/>
          <p:nvPr/>
        </p:nvSpPr>
        <p:spPr>
          <a:xfrm rot="5400000">
            <a:off x="699200" y="2631293"/>
            <a:ext cx="688009" cy="523220"/>
          </a:xfrm>
          <a:prstGeom prst="rect">
            <a:avLst/>
          </a:prstGeom>
          <a:noFill/>
          <a:ln w="28575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2800" dirty="0"/>
              <a:t>……</a:t>
            </a:r>
            <a:endParaRPr lang="zh-CN" altLang="en-US" sz="2800" dirty="0"/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65680E7A-EE6A-D4FE-231D-D72EB834DC3A}"/>
              </a:ext>
            </a:extLst>
          </p:cNvPr>
          <p:cNvSpPr/>
          <p:nvPr/>
        </p:nvSpPr>
        <p:spPr>
          <a:xfrm>
            <a:off x="7007860" y="2701297"/>
            <a:ext cx="1831340" cy="479011"/>
          </a:xfrm>
          <a:prstGeom prst="rect">
            <a:avLst/>
          </a:prstGeom>
          <a:noFill/>
          <a:ln w="28575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2B086B7A-0477-ED50-8EAF-F1107AC98B2E}"/>
              </a:ext>
            </a:extLst>
          </p:cNvPr>
          <p:cNvCxnSpPr>
            <a:cxnSpLocks/>
          </p:cNvCxnSpPr>
          <p:nvPr/>
        </p:nvCxnSpPr>
        <p:spPr>
          <a:xfrm flipV="1">
            <a:off x="8096800" y="2460967"/>
            <a:ext cx="351663" cy="20699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文本框 137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8370257" y="2197272"/>
            <a:ext cx="1281120" cy="369332"/>
          </a:xfrm>
          <a:prstGeom prst="rect">
            <a:avLst/>
          </a:prstGeom>
          <a:noFill/>
          <a:ln w="28575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critical path</a:t>
            </a:r>
            <a:endParaRPr lang="zh-CN" altLang="en-US">
              <a:solidFill>
                <a:srgbClr val="C00000"/>
              </a:solidFill>
            </a:endParaRPr>
          </a:p>
        </p:txBody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AF792EE3-2A02-CDCF-60EC-55882AD1BE01}"/>
              </a:ext>
            </a:extLst>
          </p:cNvPr>
          <p:cNvSpPr/>
          <p:nvPr/>
        </p:nvSpPr>
        <p:spPr>
          <a:xfrm>
            <a:off x="3114462" y="1718261"/>
            <a:ext cx="3918797" cy="479011"/>
          </a:xfrm>
          <a:prstGeom prst="rect">
            <a:avLst/>
          </a:prstGeom>
          <a:noFill/>
          <a:ln w="28575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6" name="对象 45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34813967"/>
              </p:ext>
            </p:extLst>
          </p:nvPr>
        </p:nvGraphicFramePr>
        <p:xfrm>
          <a:off x="2457445" y="2756421"/>
          <a:ext cx="670917" cy="37887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54" name="AxMath" r:id="rId5" imgW="270360" imgH="151920" progId="Equation.AxMath">
                  <p:embed/>
                </p:oleObj>
              </mc:Choice>
              <mc:Fallback>
                <p:oleObj name="AxMath" r:id="rId5" imgW="270360" imgH="151920" progId="Equation.AxMath">
                  <p:embed/>
                  <p:pic>
                    <p:nvPicPr>
                      <p:cNvPr id="86" name="对象 8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457445" y="2756421"/>
                        <a:ext cx="670917" cy="37887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7" name="对象 4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15943056"/>
              </p:ext>
            </p:extLst>
          </p:nvPr>
        </p:nvGraphicFramePr>
        <p:xfrm>
          <a:off x="3311640" y="1741497"/>
          <a:ext cx="305774" cy="39668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55" name="AxMath" r:id="rId7" imgW="118080" imgH="151920" progId="Equation.AxMath">
                  <p:embed/>
                </p:oleObj>
              </mc:Choice>
              <mc:Fallback>
                <p:oleObj name="AxMath" r:id="rId7" imgW="118080" imgH="151920" progId="Equation.AxMath">
                  <p:embed/>
                  <p:pic>
                    <p:nvPicPr>
                      <p:cNvPr id="86" name="对象 8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3311640" y="1741497"/>
                        <a:ext cx="305774" cy="39668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8" name="对象 47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83417516"/>
              </p:ext>
            </p:extLst>
          </p:nvPr>
        </p:nvGraphicFramePr>
        <p:xfrm>
          <a:off x="2086790" y="3435362"/>
          <a:ext cx="738188" cy="365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56" name="AxMath" r:id="rId9" imgW="306360" imgH="151920" progId="Equation.AxMath">
                  <p:embed/>
                </p:oleObj>
              </mc:Choice>
              <mc:Fallback>
                <p:oleObj name="AxMath" r:id="rId9" imgW="306360" imgH="151920" progId="Equation.AxMath">
                  <p:embed/>
                  <p:pic>
                    <p:nvPicPr>
                      <p:cNvPr id="86" name="对象 8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2086790" y="3435362"/>
                        <a:ext cx="738188" cy="3651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0" name="对象 49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67520725"/>
              </p:ext>
            </p:extLst>
          </p:nvPr>
        </p:nvGraphicFramePr>
        <p:xfrm>
          <a:off x="3857625" y="1741170"/>
          <a:ext cx="3222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57" name="AxMath" r:id="rId11" imgW="123120" imgH="151920" progId="Equation.AxMath">
                  <p:embed/>
                </p:oleObj>
              </mc:Choice>
              <mc:Fallback>
                <p:oleObj name="AxMath" r:id="rId11" imgW="123120" imgH="151920" progId="Equation.AxMath">
                  <p:embed/>
                  <p:pic>
                    <p:nvPicPr>
                      <p:cNvPr id="47" name="对象 4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3857625" y="1741170"/>
                        <a:ext cx="3222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" name="对象 5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27033643"/>
              </p:ext>
            </p:extLst>
          </p:nvPr>
        </p:nvGraphicFramePr>
        <p:xfrm>
          <a:off x="4504736" y="1747622"/>
          <a:ext cx="3222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58" name="AxMath" r:id="rId13" imgW="123840" imgH="151920" progId="Equation.AxMath">
                  <p:embed/>
                </p:oleObj>
              </mc:Choice>
              <mc:Fallback>
                <p:oleObj name="AxMath" r:id="rId13" imgW="123840" imgH="151920" progId="Equation.AxMath">
                  <p:embed/>
                  <p:pic>
                    <p:nvPicPr>
                      <p:cNvPr id="50" name="对象 4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504736" y="1747622"/>
                        <a:ext cx="3222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2" name="对象 5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8853358"/>
              </p:ext>
            </p:extLst>
          </p:nvPr>
        </p:nvGraphicFramePr>
        <p:xfrm>
          <a:off x="6384925" y="1741488"/>
          <a:ext cx="5429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59" name="AxMath" r:id="rId15" imgW="210240" imgH="151920" progId="Equation.AxMath">
                  <p:embed/>
                </p:oleObj>
              </mc:Choice>
              <mc:Fallback>
                <p:oleObj name="AxMath" r:id="rId15" imgW="210240" imgH="151920" progId="Equation.AxMath">
                  <p:embed/>
                  <p:pic>
                    <p:nvPicPr>
                      <p:cNvPr id="51" name="对象 5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6384925" y="1741488"/>
                        <a:ext cx="5429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3" name="对象 5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0747246"/>
              </p:ext>
            </p:extLst>
          </p:nvPr>
        </p:nvGraphicFramePr>
        <p:xfrm>
          <a:off x="7110413" y="1739900"/>
          <a:ext cx="53181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60" name="AxMath" r:id="rId17" imgW="205560" imgH="151920" progId="Equation.AxMath">
                  <p:embed/>
                </p:oleObj>
              </mc:Choice>
              <mc:Fallback>
                <p:oleObj name="AxMath" r:id="rId17" imgW="205560" imgH="151920" progId="Equation.AxMath">
                  <p:embed/>
                  <p:pic>
                    <p:nvPicPr>
                      <p:cNvPr id="52" name="对象 5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7110413" y="1739900"/>
                        <a:ext cx="53181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4" name="对象 5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3954160"/>
              </p:ext>
            </p:extLst>
          </p:nvPr>
        </p:nvGraphicFramePr>
        <p:xfrm>
          <a:off x="7862888" y="1739900"/>
          <a:ext cx="28416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61" name="AxMath" r:id="rId19" imgW="109440" imgH="151920" progId="Equation.AxMath">
                  <p:embed/>
                </p:oleObj>
              </mc:Choice>
              <mc:Fallback>
                <p:oleObj name="AxMath" r:id="rId19" imgW="109440" imgH="151920" progId="Equation.AxMath">
                  <p:embed/>
                  <p:pic>
                    <p:nvPicPr>
                      <p:cNvPr id="53" name="对象 5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862888" y="1739900"/>
                        <a:ext cx="28416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5" name="矩形 54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3715346" y="3679709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4275016" y="3679709"/>
            <a:ext cx="727379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6314504" y="3678947"/>
            <a:ext cx="70349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56069" y="3679709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5002397" y="3679709"/>
            <a:ext cx="1312108" cy="38862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7016443" y="3678947"/>
            <a:ext cx="654737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7671180" y="3685798"/>
            <a:ext cx="650085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62" name="对象 6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60420925"/>
              </p:ext>
            </p:extLst>
          </p:nvPr>
        </p:nvGraphicFramePr>
        <p:xfrm>
          <a:off x="3320205" y="3655033"/>
          <a:ext cx="305774" cy="39668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62" name="AxMath" r:id="rId21" imgW="118080" imgH="151920" progId="Equation.AxMath">
                  <p:embed/>
                </p:oleObj>
              </mc:Choice>
              <mc:Fallback>
                <p:oleObj name="AxMath" r:id="rId21" imgW="118080" imgH="151920" progId="Equation.AxMath">
                  <p:embed/>
                  <p:pic>
                    <p:nvPicPr>
                      <p:cNvPr id="47" name="对象 4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3320205" y="3655033"/>
                        <a:ext cx="305774" cy="39668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4" name="对象 6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13776783"/>
              </p:ext>
            </p:extLst>
          </p:nvPr>
        </p:nvGraphicFramePr>
        <p:xfrm>
          <a:off x="3866190" y="3654706"/>
          <a:ext cx="3222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63" name="AxMath" r:id="rId22" imgW="123120" imgH="151920" progId="Equation.AxMath">
                  <p:embed/>
                </p:oleObj>
              </mc:Choice>
              <mc:Fallback>
                <p:oleObj name="AxMath" r:id="rId22" imgW="123120" imgH="151920" progId="Equation.AxMath">
                  <p:embed/>
                  <p:pic>
                    <p:nvPicPr>
                      <p:cNvPr id="50" name="对象 4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3866190" y="3654706"/>
                        <a:ext cx="3222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5" name="对象 64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69902059"/>
              </p:ext>
            </p:extLst>
          </p:nvPr>
        </p:nvGraphicFramePr>
        <p:xfrm>
          <a:off x="4513301" y="3661158"/>
          <a:ext cx="3222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64" name="AxMath" r:id="rId23" imgW="123840" imgH="151920" progId="Equation.AxMath">
                  <p:embed/>
                </p:oleObj>
              </mc:Choice>
              <mc:Fallback>
                <p:oleObj name="AxMath" r:id="rId23" imgW="123840" imgH="151920" progId="Equation.AxMath">
                  <p:embed/>
                  <p:pic>
                    <p:nvPicPr>
                      <p:cNvPr id="51" name="对象 5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513301" y="3661158"/>
                        <a:ext cx="3222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6" name="对象 65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54690884"/>
              </p:ext>
            </p:extLst>
          </p:nvPr>
        </p:nvGraphicFramePr>
        <p:xfrm>
          <a:off x="6394450" y="3654425"/>
          <a:ext cx="54451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65" name="AxMath" r:id="rId24" imgW="210240" imgH="151920" progId="Equation.AxMath">
                  <p:embed/>
                </p:oleObj>
              </mc:Choice>
              <mc:Fallback>
                <p:oleObj name="AxMath" r:id="rId24" imgW="210240" imgH="151920" progId="Equation.AxMath">
                  <p:embed/>
                  <p:pic>
                    <p:nvPicPr>
                      <p:cNvPr id="52" name="对象 5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6394450" y="3654425"/>
                        <a:ext cx="54451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7" name="对象 6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50718592"/>
              </p:ext>
            </p:extLst>
          </p:nvPr>
        </p:nvGraphicFramePr>
        <p:xfrm>
          <a:off x="7118350" y="3652838"/>
          <a:ext cx="53181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66" name="AxMath" r:id="rId25" imgW="205560" imgH="151920" progId="Equation.AxMath">
                  <p:embed/>
                </p:oleObj>
              </mc:Choice>
              <mc:Fallback>
                <p:oleObj name="AxMath" r:id="rId25" imgW="205560" imgH="151920" progId="Equation.AxMath">
                  <p:embed/>
                  <p:pic>
                    <p:nvPicPr>
                      <p:cNvPr id="53" name="对象 5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7118350" y="3652838"/>
                        <a:ext cx="53181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8" name="对象 67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81210741"/>
              </p:ext>
            </p:extLst>
          </p:nvPr>
        </p:nvGraphicFramePr>
        <p:xfrm>
          <a:off x="7870825" y="3652838"/>
          <a:ext cx="2841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67" name="AxMath" r:id="rId26" imgW="109440" imgH="151920" progId="Equation.AxMath">
                  <p:embed/>
                </p:oleObj>
              </mc:Choice>
              <mc:Fallback>
                <p:oleObj name="AxMath" r:id="rId26" imgW="109440" imgH="151920" progId="Equation.AxMath">
                  <p:embed/>
                  <p:pic>
                    <p:nvPicPr>
                      <p:cNvPr id="54" name="对象 5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870825" y="3652838"/>
                        <a:ext cx="2841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9" name="对象 68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48812349"/>
              </p:ext>
            </p:extLst>
          </p:nvPr>
        </p:nvGraphicFramePr>
        <p:xfrm>
          <a:off x="3825875" y="2709863"/>
          <a:ext cx="28098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68" name="AxMath" r:id="rId27" imgW="107640" imgH="151920" progId="Equation.AxMath">
                  <p:embed/>
                </p:oleObj>
              </mc:Choice>
              <mc:Fallback>
                <p:oleObj name="AxMath" r:id="rId27" imgW="107640" imgH="151920" progId="Equation.AxMath">
                  <p:embed/>
                  <p:pic>
                    <p:nvPicPr>
                      <p:cNvPr id="62" name="对象 6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3825875" y="2709863"/>
                        <a:ext cx="28098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0" name="对象 69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58943657"/>
              </p:ext>
            </p:extLst>
          </p:nvPr>
        </p:nvGraphicFramePr>
        <p:xfrm>
          <a:off x="4406900" y="2716213"/>
          <a:ext cx="29210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69" name="AxMath" r:id="rId29" imgW="111960" imgH="151920" progId="Equation.AxMath">
                  <p:embed/>
                </p:oleObj>
              </mc:Choice>
              <mc:Fallback>
                <p:oleObj name="AxMath" r:id="rId29" imgW="111960" imgH="151920" progId="Equation.AxMath">
                  <p:embed/>
                  <p:pic>
                    <p:nvPicPr>
                      <p:cNvPr id="69" name="对象 68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4406900" y="2716213"/>
                        <a:ext cx="29210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1" name="对象 7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88083470"/>
              </p:ext>
            </p:extLst>
          </p:nvPr>
        </p:nvGraphicFramePr>
        <p:xfrm>
          <a:off x="5139834" y="2716203"/>
          <a:ext cx="29210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70" name="AxMath" r:id="rId31" imgW="113040" imgH="151920" progId="Equation.AxMath">
                  <p:embed/>
                </p:oleObj>
              </mc:Choice>
              <mc:Fallback>
                <p:oleObj name="AxMath" r:id="rId31" imgW="113040" imgH="151920" progId="Equation.AxMath">
                  <p:embed/>
                  <p:pic>
                    <p:nvPicPr>
                      <p:cNvPr id="70" name="对象 6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5139834" y="2716203"/>
                        <a:ext cx="29210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2" name="对象 7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7562616"/>
              </p:ext>
            </p:extLst>
          </p:nvPr>
        </p:nvGraphicFramePr>
        <p:xfrm>
          <a:off x="7092950" y="2716213"/>
          <a:ext cx="5175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71" name="AxMath" r:id="rId33" imgW="199440" imgH="151920" progId="Equation.AxMath">
                  <p:embed/>
                </p:oleObj>
              </mc:Choice>
              <mc:Fallback>
                <p:oleObj name="AxMath" r:id="rId33" imgW="199440" imgH="151920" progId="Equation.AxMath">
                  <p:embed/>
                  <p:pic>
                    <p:nvPicPr>
                      <p:cNvPr id="71" name="对象 7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7092950" y="2716213"/>
                        <a:ext cx="5175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3" name="对象 7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87471000"/>
              </p:ext>
            </p:extLst>
          </p:nvPr>
        </p:nvGraphicFramePr>
        <p:xfrm>
          <a:off x="7734300" y="2724150"/>
          <a:ext cx="50641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72" name="AxMath" r:id="rId35" imgW="194760" imgH="151920" progId="Equation.AxMath">
                  <p:embed/>
                </p:oleObj>
              </mc:Choice>
              <mc:Fallback>
                <p:oleObj name="AxMath" r:id="rId35" imgW="194760" imgH="151920" progId="Equation.AxMath">
                  <p:embed/>
                  <p:pic>
                    <p:nvPicPr>
                      <p:cNvPr id="72" name="对象 7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7734300" y="2724150"/>
                        <a:ext cx="50641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4" name="对象 7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40743422"/>
              </p:ext>
            </p:extLst>
          </p:nvPr>
        </p:nvGraphicFramePr>
        <p:xfrm>
          <a:off x="8432800" y="2738438"/>
          <a:ext cx="25558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73" name="AxMath" r:id="rId37" imgW="98280" imgH="151920" progId="Equation.AxMath">
                  <p:embed/>
                </p:oleObj>
              </mc:Choice>
              <mc:Fallback>
                <p:oleObj name="AxMath" r:id="rId37" imgW="98280" imgH="151920" progId="Equation.AxMath">
                  <p:embed/>
                  <p:pic>
                    <p:nvPicPr>
                      <p:cNvPr id="73" name="对象 7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8432800" y="2738438"/>
                        <a:ext cx="25558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186783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直接连接符 189"/>
          <p:cNvCxnSpPr/>
          <p:nvPr/>
        </p:nvCxnSpPr>
        <p:spPr>
          <a:xfrm>
            <a:off x="8716432" y="-14014755"/>
            <a:ext cx="856482" cy="0"/>
          </a:xfrm>
          <a:prstGeom prst="line">
            <a:avLst/>
          </a:prstGeom>
          <a:ln w="19050">
            <a:solidFill>
              <a:srgbClr val="FFFF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4" name="直接连接符 193"/>
          <p:cNvCxnSpPr/>
          <p:nvPr/>
        </p:nvCxnSpPr>
        <p:spPr>
          <a:xfrm>
            <a:off x="10126975" y="-4953406"/>
            <a:ext cx="114989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圆角矩形 55"/>
          <p:cNvSpPr/>
          <p:nvPr/>
        </p:nvSpPr>
        <p:spPr>
          <a:xfrm>
            <a:off x="685987" y="1899216"/>
            <a:ext cx="5605073" cy="1714283"/>
          </a:xfrm>
          <a:prstGeom prst="roundRect">
            <a:avLst/>
          </a:prstGeom>
          <a:noFill/>
          <a:ln w="19050">
            <a:solidFill>
              <a:schemeClr val="accent1">
                <a:lumMod val="50000"/>
              </a:schemeClr>
            </a:solidFill>
            <a:prstDash val="dash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82" name="文本框 81"/>
          <p:cNvSpPr txBox="1"/>
          <p:nvPr/>
        </p:nvSpPr>
        <p:spPr>
          <a:xfrm>
            <a:off x="627566" y="1882317"/>
            <a:ext cx="3864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 smtClean="0">
                <a:ln w="0"/>
              </a:rPr>
              <a:t>Computation-Communication </a:t>
            </a:r>
            <a:r>
              <a:rPr lang="en-US" altLang="zh-CN" b="1" dirty="0">
                <a:ln w="0"/>
              </a:rPr>
              <a:t>P</a:t>
            </a:r>
            <a:r>
              <a:rPr lang="en-US" altLang="zh-CN" b="1" dirty="0" smtClean="0">
                <a:ln w="0"/>
              </a:rPr>
              <a:t>attern Analysis</a:t>
            </a:r>
            <a:endParaRPr lang="zh-CN" altLang="en-US" b="1" dirty="0">
              <a:ln w="0"/>
            </a:endParaRPr>
          </a:p>
        </p:txBody>
      </p:sp>
      <p:sp>
        <p:nvSpPr>
          <p:cNvPr id="83" name="矩形 82"/>
          <p:cNvSpPr/>
          <p:nvPr/>
        </p:nvSpPr>
        <p:spPr>
          <a:xfrm>
            <a:off x="2604747" y="2573550"/>
            <a:ext cx="1373483" cy="6355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>
                <a:solidFill>
                  <a:schemeClr val="tx1"/>
                </a:solidFill>
              </a:rPr>
              <a:t>Critical path extraction</a:t>
            </a:r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84" name="矩形 83"/>
          <p:cNvSpPr/>
          <p:nvPr/>
        </p:nvSpPr>
        <p:spPr>
          <a:xfrm>
            <a:off x="904194" y="2692709"/>
            <a:ext cx="1442656" cy="39636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 smtClean="0">
                <a:solidFill>
                  <a:schemeClr val="tx1"/>
                </a:solidFill>
              </a:rPr>
              <a:t>Iteration time</a:t>
            </a:r>
            <a:endParaRPr lang="zh-CN" altLang="en-US" b="1" dirty="0">
              <a:solidFill>
                <a:schemeClr val="tx1"/>
              </a:solidFill>
            </a:endParaRPr>
          </a:p>
        </p:txBody>
      </p:sp>
      <p:cxnSp>
        <p:nvCxnSpPr>
          <p:cNvPr id="85" name="直接箭头连接符 84"/>
          <p:cNvCxnSpPr>
            <a:stCxn id="83" idx="1"/>
            <a:endCxn id="84" idx="3"/>
          </p:cNvCxnSpPr>
          <p:nvPr/>
        </p:nvCxnSpPr>
        <p:spPr>
          <a:xfrm flipH="1" flipV="1">
            <a:off x="2346850" y="2890894"/>
            <a:ext cx="257897" cy="436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文本框 87"/>
          <p:cNvSpPr txBox="1"/>
          <p:nvPr/>
        </p:nvSpPr>
        <p:spPr>
          <a:xfrm>
            <a:off x="6349481" y="2352336"/>
            <a:ext cx="17043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b="1" dirty="0"/>
              <a:t>Computation Time</a:t>
            </a:r>
            <a:endParaRPr lang="zh-CN" altLang="en-US" sz="1400" b="1" dirty="0"/>
          </a:p>
          <a:p>
            <a:endParaRPr lang="zh-CN" altLang="en-US" sz="1400" dirty="0"/>
          </a:p>
        </p:txBody>
      </p:sp>
      <p:sp>
        <p:nvSpPr>
          <p:cNvPr id="89" name="文本框 88"/>
          <p:cNvSpPr txBox="1"/>
          <p:nvPr/>
        </p:nvSpPr>
        <p:spPr>
          <a:xfrm>
            <a:off x="6349481" y="2879768"/>
            <a:ext cx="19271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b="1" dirty="0"/>
              <a:t>Communication Time</a:t>
            </a:r>
            <a:endParaRPr lang="zh-CN" altLang="en-US" sz="1400" b="1" dirty="0"/>
          </a:p>
          <a:p>
            <a:endParaRPr lang="zh-CN" altLang="en-US" sz="1400" dirty="0"/>
          </a:p>
        </p:txBody>
      </p:sp>
      <p:grpSp>
        <p:nvGrpSpPr>
          <p:cNvPr id="137" name="组合 136"/>
          <p:cNvGrpSpPr/>
          <p:nvPr/>
        </p:nvGrpSpPr>
        <p:grpSpPr>
          <a:xfrm>
            <a:off x="613063" y="289587"/>
            <a:ext cx="7614996" cy="1430755"/>
            <a:chOff x="1101436" y="-837492"/>
            <a:chExt cx="7614996" cy="1430755"/>
          </a:xfrm>
        </p:grpSpPr>
        <p:sp>
          <p:nvSpPr>
            <p:cNvPr id="55" name="圆角矩形 54"/>
            <p:cNvSpPr/>
            <p:nvPr/>
          </p:nvSpPr>
          <p:spPr>
            <a:xfrm>
              <a:off x="1101436" y="-837492"/>
              <a:ext cx="7614996" cy="1430755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 dirty="0"/>
            </a:p>
          </p:txBody>
        </p:sp>
        <p:sp>
          <p:nvSpPr>
            <p:cNvPr id="58" name="文本框 57"/>
            <p:cNvSpPr txBox="1"/>
            <p:nvPr/>
          </p:nvSpPr>
          <p:spPr>
            <a:xfrm>
              <a:off x="6269642" y="-778551"/>
              <a:ext cx="228333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 dirty="0" smtClean="0">
                  <a:ln w="0"/>
                </a:rPr>
                <a:t>Computation Time Prediction</a:t>
              </a:r>
              <a:endParaRPr lang="zh-CN" altLang="en-US" b="1" dirty="0">
                <a:ln w="0"/>
              </a:endParaRPr>
            </a:p>
          </p:txBody>
        </p:sp>
        <p:sp>
          <p:nvSpPr>
            <p:cNvPr id="59" name="矩形 58"/>
            <p:cNvSpPr/>
            <p:nvPr/>
          </p:nvSpPr>
          <p:spPr>
            <a:xfrm>
              <a:off x="1184088" y="-68580"/>
              <a:ext cx="1499432" cy="50033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>
                  <a:solidFill>
                    <a:schemeClr val="tx1"/>
                  </a:solidFill>
                </a:rPr>
                <a:t>Neural network decomposition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sp>
          <p:nvSpPr>
            <p:cNvPr id="64" name="矩形 63"/>
            <p:cNvSpPr/>
            <p:nvPr/>
          </p:nvSpPr>
          <p:spPr>
            <a:xfrm>
              <a:off x="3332448" y="-68580"/>
              <a:ext cx="1293539" cy="5003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>
                  <a:solidFill>
                    <a:schemeClr val="tx1"/>
                  </a:solidFill>
                </a:rPr>
                <a:t>Feature space sampling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cxnSp>
          <p:nvCxnSpPr>
            <p:cNvPr id="65" name="直接箭头连接符 64"/>
            <p:cNvCxnSpPr>
              <a:stCxn id="59" idx="3"/>
              <a:endCxn id="64" idx="1"/>
            </p:cNvCxnSpPr>
            <p:nvPr/>
          </p:nvCxnSpPr>
          <p:spPr>
            <a:xfrm flipV="1">
              <a:off x="2673792" y="181589"/>
              <a:ext cx="658656" cy="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 w="med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6" name="矩形 65"/>
            <p:cNvSpPr/>
            <p:nvPr/>
          </p:nvSpPr>
          <p:spPr>
            <a:xfrm>
              <a:off x="5718226" y="-68580"/>
              <a:ext cx="1100382" cy="5003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Training </a:t>
              </a:r>
            </a:p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MLP model 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2503178" y="-314556"/>
              <a:ext cx="99988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b="1" dirty="0" smtClean="0"/>
                <a:t>NN</a:t>
              </a:r>
            </a:p>
            <a:p>
              <a:pPr algn="ctr"/>
              <a:r>
                <a:rPr lang="en-US" altLang="zh-CN" sz="1400" b="1" dirty="0" smtClean="0"/>
                <a:t> layer</a:t>
              </a:r>
              <a:endParaRPr lang="zh-CN" altLang="en-US" sz="1400" b="1" dirty="0"/>
            </a:p>
          </p:txBody>
        </p:sp>
        <p:cxnSp>
          <p:nvCxnSpPr>
            <p:cNvPr id="68" name="直接箭头连接符 67"/>
            <p:cNvCxnSpPr>
              <a:stCxn id="64" idx="3"/>
              <a:endCxn id="66" idx="1"/>
            </p:cNvCxnSpPr>
            <p:nvPr/>
          </p:nvCxnSpPr>
          <p:spPr>
            <a:xfrm>
              <a:off x="4625987" y="181589"/>
              <a:ext cx="1053327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 w="med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9" name="矩形 68"/>
            <p:cNvSpPr/>
            <p:nvPr/>
          </p:nvSpPr>
          <p:spPr>
            <a:xfrm>
              <a:off x="7161911" y="-70116"/>
              <a:ext cx="1279018" cy="50187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Predicting </a:t>
              </a:r>
            </a:p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layer by layer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cxnSp>
          <p:nvCxnSpPr>
            <p:cNvPr id="70" name="直接箭头连接符 69"/>
            <p:cNvCxnSpPr>
              <a:endCxn id="69" idx="1"/>
            </p:cNvCxnSpPr>
            <p:nvPr/>
          </p:nvCxnSpPr>
          <p:spPr>
            <a:xfrm>
              <a:off x="6837854" y="176609"/>
              <a:ext cx="324057" cy="421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1" name="文本框 70"/>
            <p:cNvSpPr txBox="1"/>
            <p:nvPr/>
          </p:nvSpPr>
          <p:spPr>
            <a:xfrm>
              <a:off x="4634121" y="-309386"/>
              <a:ext cx="123264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b="1" dirty="0" smtClean="0"/>
                <a:t>Benchmark dataset</a:t>
              </a:r>
              <a:endParaRPr lang="zh-CN" altLang="en-US" sz="1400" b="1" dirty="0"/>
            </a:p>
          </p:txBody>
        </p:sp>
        <p:cxnSp>
          <p:nvCxnSpPr>
            <p:cNvPr id="3" name="肘形连接符 2"/>
            <p:cNvCxnSpPr>
              <a:stCxn id="60" idx="3"/>
            </p:cNvCxnSpPr>
            <p:nvPr/>
          </p:nvCxnSpPr>
          <p:spPr>
            <a:xfrm>
              <a:off x="4625987" y="-478020"/>
              <a:ext cx="135532" cy="642101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arrow" w="med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0" name="矩形 59"/>
            <p:cNvSpPr/>
            <p:nvPr/>
          </p:nvSpPr>
          <p:spPr>
            <a:xfrm>
              <a:off x="3332448" y="-728189"/>
              <a:ext cx="1293539" cy="5003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>
                  <a:solidFill>
                    <a:schemeClr val="tx1"/>
                  </a:solidFill>
                </a:rPr>
                <a:t>Feature expansion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36" name="组合 135"/>
          <p:cNvGrpSpPr/>
          <p:nvPr/>
        </p:nvGrpSpPr>
        <p:grpSpPr>
          <a:xfrm>
            <a:off x="613063" y="3844781"/>
            <a:ext cx="7614996" cy="1737781"/>
            <a:chOff x="1101436" y="4407606"/>
            <a:chExt cx="7614996" cy="1737781"/>
          </a:xfrm>
        </p:grpSpPr>
        <p:sp>
          <p:nvSpPr>
            <p:cNvPr id="57" name="圆角矩形 56"/>
            <p:cNvSpPr/>
            <p:nvPr/>
          </p:nvSpPr>
          <p:spPr>
            <a:xfrm>
              <a:off x="1101436" y="4407606"/>
              <a:ext cx="7614996" cy="1737781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40000"/>
                  <a:lumOff val="60000"/>
                </a:schemeClr>
              </a:solidFill>
            </a:ln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/>
            </a:p>
          </p:txBody>
        </p:sp>
        <p:sp>
          <p:nvSpPr>
            <p:cNvPr id="72" name="文本框 71"/>
            <p:cNvSpPr txBox="1"/>
            <p:nvPr/>
          </p:nvSpPr>
          <p:spPr>
            <a:xfrm>
              <a:off x="6140145" y="4415159"/>
              <a:ext cx="254233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 dirty="0" smtClean="0">
                  <a:ln w="0"/>
                </a:rPr>
                <a:t>Communication Time Prediction</a:t>
              </a:r>
              <a:endParaRPr lang="zh-CN" altLang="en-US" b="1" dirty="0">
                <a:ln w="0"/>
              </a:endParaRPr>
            </a:p>
          </p:txBody>
        </p:sp>
        <p:sp>
          <p:nvSpPr>
            <p:cNvPr id="73" name="矩形 72"/>
            <p:cNvSpPr/>
            <p:nvPr/>
          </p:nvSpPr>
          <p:spPr>
            <a:xfrm>
              <a:off x="1398616" y="4730606"/>
              <a:ext cx="1952055" cy="49334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Real-time throughput analysis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sp>
          <p:nvSpPr>
            <p:cNvPr id="75" name="矩形 74"/>
            <p:cNvSpPr/>
            <p:nvPr/>
          </p:nvSpPr>
          <p:spPr>
            <a:xfrm>
              <a:off x="3745811" y="4730606"/>
              <a:ext cx="2384825" cy="49334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Single-link </a:t>
              </a:r>
              <a:r>
                <a:rPr lang="en-US" altLang="zh-CN" sz="1400" b="1" dirty="0">
                  <a:solidFill>
                    <a:schemeClr val="tx1"/>
                  </a:solidFill>
                </a:rPr>
                <a:t>communication time prediction model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sp>
          <p:nvSpPr>
            <p:cNvPr id="76" name="矩形 75"/>
            <p:cNvSpPr/>
            <p:nvPr/>
          </p:nvSpPr>
          <p:spPr>
            <a:xfrm>
              <a:off x="3745810" y="5436732"/>
              <a:ext cx="2384826" cy="49334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Cluster communication </a:t>
              </a:r>
              <a:r>
                <a:rPr lang="en-US" altLang="zh-CN" sz="1400" b="1" dirty="0">
                  <a:solidFill>
                    <a:schemeClr val="tx1"/>
                  </a:solidFill>
                </a:rPr>
                <a:t>model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cxnSp>
          <p:nvCxnSpPr>
            <p:cNvPr id="77" name="直接箭头连接符 76"/>
            <p:cNvCxnSpPr>
              <a:stCxn id="73" idx="3"/>
              <a:endCxn id="75" idx="1"/>
            </p:cNvCxnSpPr>
            <p:nvPr/>
          </p:nvCxnSpPr>
          <p:spPr>
            <a:xfrm>
              <a:off x="3350671" y="4977279"/>
              <a:ext cx="39514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 w="med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直接箭头连接符 77"/>
            <p:cNvCxnSpPr>
              <a:stCxn id="90" idx="3"/>
              <a:endCxn id="76" idx="1"/>
            </p:cNvCxnSpPr>
            <p:nvPr/>
          </p:nvCxnSpPr>
          <p:spPr>
            <a:xfrm>
              <a:off x="3350670" y="5683405"/>
              <a:ext cx="39514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 w="med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9" name="矩形 78"/>
            <p:cNvSpPr/>
            <p:nvPr/>
          </p:nvSpPr>
          <p:spPr>
            <a:xfrm>
              <a:off x="6472436" y="5162811"/>
              <a:ext cx="1854164" cy="35519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Model combination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cxnSp>
          <p:nvCxnSpPr>
            <p:cNvPr id="80" name="肘形连接符 79"/>
            <p:cNvCxnSpPr>
              <a:stCxn id="75" idx="3"/>
              <a:endCxn id="76" idx="3"/>
            </p:cNvCxnSpPr>
            <p:nvPr/>
          </p:nvCxnSpPr>
          <p:spPr>
            <a:xfrm>
              <a:off x="6130636" y="4977279"/>
              <a:ext cx="12700" cy="706126"/>
            </a:xfrm>
            <a:prstGeom prst="bentConnector3">
              <a:avLst>
                <a:gd name="adj1" fmla="val 1160000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直接箭头连接符 80"/>
            <p:cNvCxnSpPr>
              <a:endCxn id="79" idx="1"/>
            </p:cNvCxnSpPr>
            <p:nvPr/>
          </p:nvCxnSpPr>
          <p:spPr>
            <a:xfrm flipV="1">
              <a:off x="6279226" y="5340410"/>
              <a:ext cx="193210" cy="551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 w="med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0" name="矩形 89"/>
            <p:cNvSpPr/>
            <p:nvPr/>
          </p:nvSpPr>
          <p:spPr>
            <a:xfrm>
              <a:off x="1398615" y="5436732"/>
              <a:ext cx="1952055" cy="49334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>
                  <a:solidFill>
                    <a:schemeClr val="tx1"/>
                  </a:solidFill>
                </a:rPr>
                <a:t>Communication topology analysis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</p:grpSp>
      <p:sp>
        <p:nvSpPr>
          <p:cNvPr id="116" name="矩形 115"/>
          <p:cNvSpPr/>
          <p:nvPr/>
        </p:nvSpPr>
        <p:spPr>
          <a:xfrm>
            <a:off x="4403423" y="2313337"/>
            <a:ext cx="1559977" cy="39636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 smtClean="0">
                <a:solidFill>
                  <a:schemeClr val="tx1"/>
                </a:solidFill>
              </a:rPr>
              <a:t>Operation queue</a:t>
            </a:r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117" name="矩形 116"/>
          <p:cNvSpPr/>
          <p:nvPr/>
        </p:nvSpPr>
        <p:spPr>
          <a:xfrm>
            <a:off x="4403423" y="3077773"/>
            <a:ext cx="1559977" cy="39636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 smtClean="0">
                <a:solidFill>
                  <a:schemeClr val="tx1"/>
                </a:solidFill>
              </a:rPr>
              <a:t>Device time</a:t>
            </a:r>
            <a:endParaRPr lang="zh-CN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122" name="肘形连接符 121"/>
          <p:cNvCxnSpPr>
            <a:stCxn id="116" idx="1"/>
            <a:endCxn id="117" idx="1"/>
          </p:cNvCxnSpPr>
          <p:nvPr/>
        </p:nvCxnSpPr>
        <p:spPr>
          <a:xfrm rot="10800000" flipV="1">
            <a:off x="4403423" y="2511522"/>
            <a:ext cx="12700" cy="764436"/>
          </a:xfrm>
          <a:prstGeom prst="bentConnector3">
            <a:avLst>
              <a:gd name="adj1" fmla="val 1253165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直接箭头连接符 125"/>
          <p:cNvCxnSpPr>
            <a:endCxn id="83" idx="3"/>
          </p:cNvCxnSpPr>
          <p:nvPr/>
        </p:nvCxnSpPr>
        <p:spPr>
          <a:xfrm flipH="1">
            <a:off x="3978230" y="2890893"/>
            <a:ext cx="273653" cy="437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肘形连接符 85"/>
          <p:cNvCxnSpPr>
            <a:stCxn id="69" idx="3"/>
          </p:cNvCxnSpPr>
          <p:nvPr/>
        </p:nvCxnSpPr>
        <p:spPr>
          <a:xfrm flipH="1">
            <a:off x="6286940" y="1307900"/>
            <a:ext cx="1665616" cy="1004416"/>
          </a:xfrm>
          <a:prstGeom prst="bentConnector3">
            <a:avLst>
              <a:gd name="adj1" fmla="val -13725"/>
            </a:avLst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肘形连接符 86"/>
          <p:cNvCxnSpPr>
            <a:stCxn id="79" idx="3"/>
          </p:cNvCxnSpPr>
          <p:nvPr/>
        </p:nvCxnSpPr>
        <p:spPr>
          <a:xfrm flipH="1" flipV="1">
            <a:off x="6305200" y="3252807"/>
            <a:ext cx="1533027" cy="1524778"/>
          </a:xfrm>
          <a:prstGeom prst="bentConnector3">
            <a:avLst>
              <a:gd name="adj1" fmla="val -21707"/>
            </a:avLst>
          </a:prstGeom>
          <a:ln w="19050">
            <a:solidFill>
              <a:schemeClr val="tx1"/>
            </a:solidFill>
            <a:headEnd type="none"/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加号 9"/>
          <p:cNvSpPr/>
          <p:nvPr/>
        </p:nvSpPr>
        <p:spPr>
          <a:xfrm>
            <a:off x="5015578" y="2733031"/>
            <a:ext cx="335666" cy="321416"/>
          </a:xfrm>
          <a:prstGeom prst="mathPlus">
            <a:avLst>
              <a:gd name="adj1" fmla="val 16318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40820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3" name="组合 242"/>
          <p:cNvGrpSpPr/>
          <p:nvPr/>
        </p:nvGrpSpPr>
        <p:grpSpPr>
          <a:xfrm>
            <a:off x="913103" y="534632"/>
            <a:ext cx="5812567" cy="2666232"/>
            <a:chOff x="913103" y="534632"/>
            <a:chExt cx="5812567" cy="2666232"/>
          </a:xfrm>
        </p:grpSpPr>
        <p:sp>
          <p:nvSpPr>
            <p:cNvPr id="244" name="椭圆 243"/>
            <p:cNvSpPr/>
            <p:nvPr/>
          </p:nvSpPr>
          <p:spPr>
            <a:xfrm>
              <a:off x="3696722" y="977520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5" name="椭圆 244"/>
            <p:cNvSpPr/>
            <p:nvPr/>
          </p:nvSpPr>
          <p:spPr>
            <a:xfrm>
              <a:off x="2386534" y="977522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6" name="椭圆 245"/>
            <p:cNvSpPr/>
            <p:nvPr/>
          </p:nvSpPr>
          <p:spPr>
            <a:xfrm>
              <a:off x="1076346" y="977524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7" name="椭圆 246"/>
            <p:cNvSpPr/>
            <p:nvPr/>
          </p:nvSpPr>
          <p:spPr>
            <a:xfrm>
              <a:off x="6183818" y="977520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48" name="直接箭头连接符 247"/>
            <p:cNvCxnSpPr>
              <a:stCxn id="246" idx="6"/>
              <a:endCxn id="245" idx="2"/>
            </p:cNvCxnSpPr>
            <p:nvPr/>
          </p:nvCxnSpPr>
          <p:spPr>
            <a:xfrm flipV="1">
              <a:off x="1504363" y="1191531"/>
              <a:ext cx="882171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直接箭头连接符 248"/>
            <p:cNvCxnSpPr>
              <a:stCxn id="245" idx="6"/>
              <a:endCxn id="244" idx="2"/>
            </p:cNvCxnSpPr>
            <p:nvPr/>
          </p:nvCxnSpPr>
          <p:spPr>
            <a:xfrm flipV="1">
              <a:off x="2814551" y="1191529"/>
              <a:ext cx="882171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直接箭头连接符 249"/>
            <p:cNvCxnSpPr>
              <a:stCxn id="251" idx="3"/>
              <a:endCxn id="247" idx="2"/>
            </p:cNvCxnSpPr>
            <p:nvPr/>
          </p:nvCxnSpPr>
          <p:spPr>
            <a:xfrm>
              <a:off x="5577496" y="1191527"/>
              <a:ext cx="606322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1" name="矩形 250"/>
            <p:cNvSpPr/>
            <p:nvPr/>
          </p:nvSpPr>
          <p:spPr>
            <a:xfrm>
              <a:off x="4694152" y="1019590"/>
              <a:ext cx="883344" cy="34387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52" name="直接箭头连接符 251"/>
            <p:cNvCxnSpPr>
              <a:stCxn id="244" idx="6"/>
              <a:endCxn id="251" idx="1"/>
            </p:cNvCxnSpPr>
            <p:nvPr/>
          </p:nvCxnSpPr>
          <p:spPr>
            <a:xfrm flipV="1">
              <a:off x="4124739" y="1191527"/>
              <a:ext cx="569413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3" name="组合 252"/>
            <p:cNvGrpSpPr/>
            <p:nvPr/>
          </p:nvGrpSpPr>
          <p:grpSpPr>
            <a:xfrm>
              <a:off x="4732881" y="1168665"/>
              <a:ext cx="783416" cy="45721"/>
              <a:chOff x="6808332" y="336939"/>
              <a:chExt cx="783416" cy="45721"/>
            </a:xfrm>
          </p:grpSpPr>
          <p:sp>
            <p:nvSpPr>
              <p:cNvPr id="335" name="椭圆 334"/>
              <p:cNvSpPr/>
              <p:nvPr/>
            </p:nvSpPr>
            <p:spPr>
              <a:xfrm>
                <a:off x="6808332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6" name="椭圆 335"/>
              <p:cNvSpPr/>
              <p:nvPr/>
            </p:nvSpPr>
            <p:spPr>
              <a:xfrm>
                <a:off x="6955869" y="336941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7" name="椭圆 336"/>
              <p:cNvSpPr/>
              <p:nvPr/>
            </p:nvSpPr>
            <p:spPr>
              <a:xfrm>
                <a:off x="7101225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8" name="椭圆 337"/>
              <p:cNvSpPr/>
              <p:nvPr/>
            </p:nvSpPr>
            <p:spPr>
              <a:xfrm>
                <a:off x="7247392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9" name="椭圆 338"/>
              <p:cNvSpPr/>
              <p:nvPr/>
            </p:nvSpPr>
            <p:spPr>
              <a:xfrm>
                <a:off x="7394929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0" name="椭圆 339"/>
              <p:cNvSpPr/>
              <p:nvPr/>
            </p:nvSpPr>
            <p:spPr>
              <a:xfrm>
                <a:off x="7546029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254" name="矩形 253"/>
            <p:cNvSpPr/>
            <p:nvPr/>
          </p:nvSpPr>
          <p:spPr>
            <a:xfrm>
              <a:off x="913103" y="542109"/>
              <a:ext cx="690093" cy="314675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255" name="直接连接符 254"/>
            <p:cNvCxnSpPr/>
            <p:nvPr/>
          </p:nvCxnSpPr>
          <p:spPr>
            <a:xfrm>
              <a:off x="1147925" y="542109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6" name="文本框 255"/>
            <p:cNvSpPr txBox="1"/>
            <p:nvPr/>
          </p:nvSpPr>
          <p:spPr>
            <a:xfrm>
              <a:off x="1186782" y="568728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257" name="直接连接符 256"/>
            <p:cNvCxnSpPr/>
            <p:nvPr/>
          </p:nvCxnSpPr>
          <p:spPr>
            <a:xfrm>
              <a:off x="1227935" y="543695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8" name="直接连接符 257"/>
            <p:cNvCxnSpPr/>
            <p:nvPr/>
          </p:nvCxnSpPr>
          <p:spPr>
            <a:xfrm>
              <a:off x="986371" y="540135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9" name="直接连接符 258"/>
            <p:cNvCxnSpPr/>
            <p:nvPr/>
          </p:nvCxnSpPr>
          <p:spPr>
            <a:xfrm>
              <a:off x="1067651" y="545215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0" name="直接连接符 259"/>
            <p:cNvCxnSpPr/>
            <p:nvPr/>
          </p:nvCxnSpPr>
          <p:spPr>
            <a:xfrm>
              <a:off x="1527391" y="542675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61" name="矩形 260"/>
            <p:cNvSpPr/>
            <p:nvPr/>
          </p:nvSpPr>
          <p:spPr>
            <a:xfrm>
              <a:off x="2218870" y="535621"/>
              <a:ext cx="690093" cy="31467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62" name="文本框 261"/>
            <p:cNvSpPr txBox="1"/>
            <p:nvPr/>
          </p:nvSpPr>
          <p:spPr>
            <a:xfrm>
              <a:off x="2492549" y="562240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263" name="直接连接符 262"/>
            <p:cNvCxnSpPr/>
            <p:nvPr/>
          </p:nvCxnSpPr>
          <p:spPr>
            <a:xfrm>
              <a:off x="2527987" y="537207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4" name="直接连接符 263"/>
            <p:cNvCxnSpPr/>
            <p:nvPr/>
          </p:nvCxnSpPr>
          <p:spPr>
            <a:xfrm>
              <a:off x="2833158" y="536187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65" name="矩形 264"/>
            <p:cNvSpPr/>
            <p:nvPr/>
          </p:nvSpPr>
          <p:spPr>
            <a:xfrm>
              <a:off x="3554584" y="535621"/>
              <a:ext cx="690093" cy="31467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266" name="直接连接符 265"/>
            <p:cNvCxnSpPr/>
            <p:nvPr/>
          </p:nvCxnSpPr>
          <p:spPr>
            <a:xfrm>
              <a:off x="3789406" y="53562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67" name="文本框 266"/>
            <p:cNvSpPr txBox="1"/>
            <p:nvPr/>
          </p:nvSpPr>
          <p:spPr>
            <a:xfrm>
              <a:off x="3828263" y="562240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268" name="直接连接符 267"/>
            <p:cNvCxnSpPr/>
            <p:nvPr/>
          </p:nvCxnSpPr>
          <p:spPr>
            <a:xfrm>
              <a:off x="3869416" y="537207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9" name="直接连接符 268"/>
            <p:cNvCxnSpPr/>
            <p:nvPr/>
          </p:nvCxnSpPr>
          <p:spPr>
            <a:xfrm>
              <a:off x="4168872" y="536187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70" name="矩形 269"/>
            <p:cNvSpPr/>
            <p:nvPr/>
          </p:nvSpPr>
          <p:spPr>
            <a:xfrm>
              <a:off x="6035577" y="540135"/>
              <a:ext cx="690093" cy="31467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271" name="直接连接符 270"/>
            <p:cNvCxnSpPr/>
            <p:nvPr/>
          </p:nvCxnSpPr>
          <p:spPr>
            <a:xfrm>
              <a:off x="6270399" y="540135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72" name="文本框 271"/>
            <p:cNvSpPr txBox="1"/>
            <p:nvPr/>
          </p:nvSpPr>
          <p:spPr>
            <a:xfrm>
              <a:off x="6309256" y="566754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273" name="直接连接符 272"/>
            <p:cNvCxnSpPr/>
            <p:nvPr/>
          </p:nvCxnSpPr>
          <p:spPr>
            <a:xfrm>
              <a:off x="6350409" y="54172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4" name="直接连接符 273"/>
            <p:cNvCxnSpPr/>
            <p:nvPr/>
          </p:nvCxnSpPr>
          <p:spPr>
            <a:xfrm>
              <a:off x="6108845" y="53816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5" name="直接连接符 274"/>
            <p:cNvCxnSpPr/>
            <p:nvPr/>
          </p:nvCxnSpPr>
          <p:spPr>
            <a:xfrm>
              <a:off x="6190125" y="54324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6" name="直接连接符 275"/>
            <p:cNvCxnSpPr/>
            <p:nvPr/>
          </p:nvCxnSpPr>
          <p:spPr>
            <a:xfrm>
              <a:off x="6649865" y="54070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77" name="矩形 276"/>
            <p:cNvSpPr/>
            <p:nvPr/>
          </p:nvSpPr>
          <p:spPr>
            <a:xfrm>
              <a:off x="2218988" y="534632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8" name="矩形 277"/>
            <p:cNvSpPr/>
            <p:nvPr/>
          </p:nvSpPr>
          <p:spPr>
            <a:xfrm>
              <a:off x="2292139" y="534632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9" name="矩形 278"/>
            <p:cNvSpPr/>
            <p:nvPr/>
          </p:nvSpPr>
          <p:spPr>
            <a:xfrm>
              <a:off x="2368686" y="534632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0" name="矩形 279"/>
            <p:cNvSpPr/>
            <p:nvPr/>
          </p:nvSpPr>
          <p:spPr>
            <a:xfrm>
              <a:off x="3554677" y="536889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1" name="矩形 280"/>
            <p:cNvSpPr/>
            <p:nvPr/>
          </p:nvSpPr>
          <p:spPr>
            <a:xfrm>
              <a:off x="3627828" y="536889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2" name="矩形 281"/>
            <p:cNvSpPr/>
            <p:nvPr/>
          </p:nvSpPr>
          <p:spPr>
            <a:xfrm>
              <a:off x="1883191" y="820675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3" name="矩形 282"/>
            <p:cNvSpPr/>
            <p:nvPr/>
          </p:nvSpPr>
          <p:spPr>
            <a:xfrm>
              <a:off x="3181370" y="820675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4" name="矩形 283"/>
            <p:cNvSpPr/>
            <p:nvPr/>
          </p:nvSpPr>
          <p:spPr>
            <a:xfrm>
              <a:off x="4414897" y="820675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5" name="椭圆 284"/>
            <p:cNvSpPr/>
            <p:nvPr/>
          </p:nvSpPr>
          <p:spPr>
            <a:xfrm>
              <a:off x="3696722" y="2772843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6" name="椭圆 285"/>
            <p:cNvSpPr/>
            <p:nvPr/>
          </p:nvSpPr>
          <p:spPr>
            <a:xfrm>
              <a:off x="2386534" y="2772845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7" name="椭圆 286"/>
            <p:cNvSpPr/>
            <p:nvPr/>
          </p:nvSpPr>
          <p:spPr>
            <a:xfrm>
              <a:off x="1076346" y="2772847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8" name="椭圆 287"/>
            <p:cNvSpPr/>
            <p:nvPr/>
          </p:nvSpPr>
          <p:spPr>
            <a:xfrm>
              <a:off x="6183818" y="2772843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89" name="直接箭头连接符 288"/>
            <p:cNvCxnSpPr>
              <a:stCxn id="287" idx="6"/>
              <a:endCxn id="286" idx="2"/>
            </p:cNvCxnSpPr>
            <p:nvPr/>
          </p:nvCxnSpPr>
          <p:spPr>
            <a:xfrm flipV="1">
              <a:off x="1504363" y="2986854"/>
              <a:ext cx="882171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直接箭头连接符 289"/>
            <p:cNvCxnSpPr>
              <a:stCxn id="286" idx="6"/>
              <a:endCxn id="285" idx="2"/>
            </p:cNvCxnSpPr>
            <p:nvPr/>
          </p:nvCxnSpPr>
          <p:spPr>
            <a:xfrm flipV="1">
              <a:off x="2814551" y="2986852"/>
              <a:ext cx="882171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直接箭头连接符 290"/>
            <p:cNvCxnSpPr>
              <a:stCxn id="292" idx="3"/>
              <a:endCxn id="288" idx="2"/>
            </p:cNvCxnSpPr>
            <p:nvPr/>
          </p:nvCxnSpPr>
          <p:spPr>
            <a:xfrm>
              <a:off x="5577496" y="2986850"/>
              <a:ext cx="606322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2" name="矩形 291"/>
            <p:cNvSpPr/>
            <p:nvPr/>
          </p:nvSpPr>
          <p:spPr>
            <a:xfrm>
              <a:off x="4694152" y="2814913"/>
              <a:ext cx="883344" cy="34387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93" name="直接箭头连接符 292"/>
            <p:cNvCxnSpPr>
              <a:stCxn id="285" idx="6"/>
              <a:endCxn id="292" idx="1"/>
            </p:cNvCxnSpPr>
            <p:nvPr/>
          </p:nvCxnSpPr>
          <p:spPr>
            <a:xfrm flipV="1">
              <a:off x="4124739" y="2986850"/>
              <a:ext cx="569413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94" name="组合 293"/>
            <p:cNvGrpSpPr/>
            <p:nvPr/>
          </p:nvGrpSpPr>
          <p:grpSpPr>
            <a:xfrm>
              <a:off x="4732881" y="2963988"/>
              <a:ext cx="783416" cy="45721"/>
              <a:chOff x="6808332" y="336939"/>
              <a:chExt cx="783416" cy="45721"/>
            </a:xfrm>
          </p:grpSpPr>
          <p:sp>
            <p:nvSpPr>
              <p:cNvPr id="329" name="椭圆 328"/>
              <p:cNvSpPr/>
              <p:nvPr/>
            </p:nvSpPr>
            <p:spPr>
              <a:xfrm>
                <a:off x="6808332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0" name="椭圆 329"/>
              <p:cNvSpPr/>
              <p:nvPr/>
            </p:nvSpPr>
            <p:spPr>
              <a:xfrm>
                <a:off x="6955869" y="336941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1" name="椭圆 330"/>
              <p:cNvSpPr/>
              <p:nvPr/>
            </p:nvSpPr>
            <p:spPr>
              <a:xfrm>
                <a:off x="7101225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2" name="椭圆 331"/>
              <p:cNvSpPr/>
              <p:nvPr/>
            </p:nvSpPr>
            <p:spPr>
              <a:xfrm>
                <a:off x="7247392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3" name="椭圆 332"/>
              <p:cNvSpPr/>
              <p:nvPr/>
            </p:nvSpPr>
            <p:spPr>
              <a:xfrm>
                <a:off x="7394929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4" name="椭圆 333"/>
              <p:cNvSpPr/>
              <p:nvPr/>
            </p:nvSpPr>
            <p:spPr>
              <a:xfrm>
                <a:off x="7546029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295" name="矩形 294"/>
            <p:cNvSpPr/>
            <p:nvPr/>
          </p:nvSpPr>
          <p:spPr>
            <a:xfrm>
              <a:off x="913103" y="2337432"/>
              <a:ext cx="690093" cy="314675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296" name="直接连接符 295"/>
            <p:cNvCxnSpPr/>
            <p:nvPr/>
          </p:nvCxnSpPr>
          <p:spPr>
            <a:xfrm>
              <a:off x="1147925" y="2337432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97" name="文本框 296"/>
            <p:cNvSpPr txBox="1"/>
            <p:nvPr/>
          </p:nvSpPr>
          <p:spPr>
            <a:xfrm>
              <a:off x="1186782" y="2364051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298" name="直接连接符 297"/>
            <p:cNvCxnSpPr/>
            <p:nvPr/>
          </p:nvCxnSpPr>
          <p:spPr>
            <a:xfrm>
              <a:off x="1227935" y="2339018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9" name="直接连接符 298"/>
            <p:cNvCxnSpPr/>
            <p:nvPr/>
          </p:nvCxnSpPr>
          <p:spPr>
            <a:xfrm>
              <a:off x="986371" y="2335458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0" name="直接连接符 299"/>
            <p:cNvCxnSpPr/>
            <p:nvPr/>
          </p:nvCxnSpPr>
          <p:spPr>
            <a:xfrm>
              <a:off x="1067651" y="2340538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1" name="直接连接符 300"/>
            <p:cNvCxnSpPr/>
            <p:nvPr/>
          </p:nvCxnSpPr>
          <p:spPr>
            <a:xfrm>
              <a:off x="1527391" y="2337998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2" name="矩形 301"/>
            <p:cNvSpPr/>
            <p:nvPr/>
          </p:nvSpPr>
          <p:spPr>
            <a:xfrm>
              <a:off x="2218870" y="2330944"/>
              <a:ext cx="690093" cy="314675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03" name="文本框 302"/>
            <p:cNvSpPr txBox="1"/>
            <p:nvPr/>
          </p:nvSpPr>
          <p:spPr>
            <a:xfrm>
              <a:off x="2492549" y="2357563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304" name="直接连接符 303"/>
            <p:cNvCxnSpPr/>
            <p:nvPr/>
          </p:nvCxnSpPr>
          <p:spPr>
            <a:xfrm>
              <a:off x="2527987" y="2332530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5" name="直接连接符 304"/>
            <p:cNvCxnSpPr/>
            <p:nvPr/>
          </p:nvCxnSpPr>
          <p:spPr>
            <a:xfrm>
              <a:off x="2833158" y="2331510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6" name="矩形 305"/>
            <p:cNvSpPr/>
            <p:nvPr/>
          </p:nvSpPr>
          <p:spPr>
            <a:xfrm>
              <a:off x="3554584" y="2330944"/>
              <a:ext cx="690093" cy="314675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307" name="直接连接符 306"/>
            <p:cNvCxnSpPr/>
            <p:nvPr/>
          </p:nvCxnSpPr>
          <p:spPr>
            <a:xfrm>
              <a:off x="3789406" y="2330944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8" name="文本框 307"/>
            <p:cNvSpPr txBox="1"/>
            <p:nvPr/>
          </p:nvSpPr>
          <p:spPr>
            <a:xfrm>
              <a:off x="3828263" y="2357563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309" name="直接连接符 308"/>
            <p:cNvCxnSpPr/>
            <p:nvPr/>
          </p:nvCxnSpPr>
          <p:spPr>
            <a:xfrm>
              <a:off x="3869416" y="2332530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0" name="直接连接符 309"/>
            <p:cNvCxnSpPr/>
            <p:nvPr/>
          </p:nvCxnSpPr>
          <p:spPr>
            <a:xfrm>
              <a:off x="4168872" y="2331510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11" name="矩形 310"/>
            <p:cNvSpPr/>
            <p:nvPr/>
          </p:nvSpPr>
          <p:spPr>
            <a:xfrm>
              <a:off x="6035577" y="2335458"/>
              <a:ext cx="690093" cy="314675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312" name="直接连接符 311"/>
            <p:cNvCxnSpPr/>
            <p:nvPr/>
          </p:nvCxnSpPr>
          <p:spPr>
            <a:xfrm>
              <a:off x="6270399" y="2335458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13" name="文本框 312"/>
            <p:cNvSpPr txBox="1"/>
            <p:nvPr/>
          </p:nvSpPr>
          <p:spPr>
            <a:xfrm>
              <a:off x="6309256" y="2362077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314" name="直接连接符 313"/>
            <p:cNvCxnSpPr/>
            <p:nvPr/>
          </p:nvCxnSpPr>
          <p:spPr>
            <a:xfrm>
              <a:off x="6350409" y="2337044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5" name="直接连接符 314"/>
            <p:cNvCxnSpPr/>
            <p:nvPr/>
          </p:nvCxnSpPr>
          <p:spPr>
            <a:xfrm>
              <a:off x="6108845" y="2333484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6" name="直接连接符 315"/>
            <p:cNvCxnSpPr/>
            <p:nvPr/>
          </p:nvCxnSpPr>
          <p:spPr>
            <a:xfrm>
              <a:off x="6190125" y="2338564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7" name="直接连接符 316"/>
            <p:cNvCxnSpPr/>
            <p:nvPr/>
          </p:nvCxnSpPr>
          <p:spPr>
            <a:xfrm>
              <a:off x="6649865" y="2336024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18" name="矩形 317"/>
            <p:cNvSpPr/>
            <p:nvPr/>
          </p:nvSpPr>
          <p:spPr>
            <a:xfrm>
              <a:off x="2218988" y="2329955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9" name="矩形 318"/>
            <p:cNvSpPr/>
            <p:nvPr/>
          </p:nvSpPr>
          <p:spPr>
            <a:xfrm>
              <a:off x="2292139" y="2329955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0" name="矩形 319"/>
            <p:cNvSpPr/>
            <p:nvPr/>
          </p:nvSpPr>
          <p:spPr>
            <a:xfrm>
              <a:off x="2368686" y="2329955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1" name="矩形 320"/>
            <p:cNvSpPr/>
            <p:nvPr/>
          </p:nvSpPr>
          <p:spPr>
            <a:xfrm>
              <a:off x="3554677" y="2332212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2" name="矩形 321"/>
            <p:cNvSpPr/>
            <p:nvPr/>
          </p:nvSpPr>
          <p:spPr>
            <a:xfrm>
              <a:off x="3627828" y="2332212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3" name="矩形 322"/>
            <p:cNvSpPr/>
            <p:nvPr/>
          </p:nvSpPr>
          <p:spPr>
            <a:xfrm>
              <a:off x="1883191" y="2615998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4" name="矩形 323"/>
            <p:cNvSpPr/>
            <p:nvPr/>
          </p:nvSpPr>
          <p:spPr>
            <a:xfrm>
              <a:off x="3181370" y="2615998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5" name="矩形 324"/>
            <p:cNvSpPr/>
            <p:nvPr/>
          </p:nvSpPr>
          <p:spPr>
            <a:xfrm>
              <a:off x="4414897" y="2615998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6" name="矩形 325"/>
            <p:cNvSpPr/>
            <p:nvPr/>
          </p:nvSpPr>
          <p:spPr>
            <a:xfrm>
              <a:off x="5840256" y="2612706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27" name="直接箭头连接符 326"/>
            <p:cNvCxnSpPr/>
            <p:nvPr/>
          </p:nvCxnSpPr>
          <p:spPr>
            <a:xfrm rot="5400000">
              <a:off x="3713226" y="1867624"/>
              <a:ext cx="396240" cy="1232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28" name="文本框 327"/>
            <p:cNvSpPr txBox="1"/>
            <p:nvPr/>
          </p:nvSpPr>
          <p:spPr>
            <a:xfrm>
              <a:off x="958186" y="1614868"/>
              <a:ext cx="29322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communication S+n-2 times</a:t>
              </a:r>
              <a:endPara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2109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弧形 202">
            <a:extLst>
              <a:ext uri="{FF2B5EF4-FFF2-40B4-BE49-F238E27FC236}">
                <a16:creationId xmlns:a16="http://schemas.microsoft.com/office/drawing/2014/main" id="{F8A33E47-8301-AEDB-3CF8-92231BECC24F}"/>
              </a:ext>
            </a:extLst>
          </p:cNvPr>
          <p:cNvSpPr/>
          <p:nvPr/>
        </p:nvSpPr>
        <p:spPr>
          <a:xfrm>
            <a:off x="1047777" y="1765411"/>
            <a:ext cx="1773155" cy="1707722"/>
          </a:xfrm>
          <a:prstGeom prst="arc">
            <a:avLst>
              <a:gd name="adj1" fmla="val 10843985"/>
              <a:gd name="adj2" fmla="val 17370414"/>
            </a:avLst>
          </a:prstGeom>
          <a:ln w="285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4" name="弧形 203">
            <a:extLst>
              <a:ext uri="{FF2B5EF4-FFF2-40B4-BE49-F238E27FC236}">
                <a16:creationId xmlns:a16="http://schemas.microsoft.com/office/drawing/2014/main" id="{E7195A1C-0149-9691-4EF2-EB804CC83D4D}"/>
              </a:ext>
            </a:extLst>
          </p:cNvPr>
          <p:cNvSpPr/>
          <p:nvPr/>
        </p:nvSpPr>
        <p:spPr>
          <a:xfrm flipV="1">
            <a:off x="1047777" y="2227588"/>
            <a:ext cx="1705819" cy="1759053"/>
          </a:xfrm>
          <a:prstGeom prst="arc">
            <a:avLst>
              <a:gd name="adj1" fmla="val 11210357"/>
              <a:gd name="adj2" fmla="val 17133077"/>
            </a:avLst>
          </a:prstGeom>
          <a:ln w="285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79" name="直接连接符 178">
            <a:extLst>
              <a:ext uri="{FF2B5EF4-FFF2-40B4-BE49-F238E27FC236}">
                <a16:creationId xmlns:a16="http://schemas.microsoft.com/office/drawing/2014/main" id="{3CD74299-1FF5-451F-B5F9-E74030E0CE57}"/>
              </a:ext>
            </a:extLst>
          </p:cNvPr>
          <p:cNvCxnSpPr>
            <a:cxnSpLocks/>
          </p:cNvCxnSpPr>
          <p:nvPr/>
        </p:nvCxnSpPr>
        <p:spPr>
          <a:xfrm flipV="1">
            <a:off x="3147504" y="3138885"/>
            <a:ext cx="6273356" cy="3173"/>
          </a:xfrm>
          <a:prstGeom prst="line">
            <a:avLst/>
          </a:prstGeom>
          <a:ln w="28575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直接连接符 179">
            <a:extLst>
              <a:ext uri="{FF2B5EF4-FFF2-40B4-BE49-F238E27FC236}">
                <a16:creationId xmlns:a16="http://schemas.microsoft.com/office/drawing/2014/main" id="{9E7A2A5B-340F-01F4-15C2-0CC2C6C2BA54}"/>
              </a:ext>
            </a:extLst>
          </p:cNvPr>
          <p:cNvCxnSpPr>
            <a:cxnSpLocks/>
          </p:cNvCxnSpPr>
          <p:nvPr/>
        </p:nvCxnSpPr>
        <p:spPr>
          <a:xfrm flipV="1">
            <a:off x="3147504" y="2736994"/>
            <a:ext cx="6273356" cy="13037"/>
          </a:xfrm>
          <a:prstGeom prst="line">
            <a:avLst/>
          </a:prstGeom>
          <a:ln w="28575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矩形 180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3706781" y="1766173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2" name="矩形 181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4266451" y="1766173"/>
            <a:ext cx="727379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3" name="矩形 182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6305939" y="1765411"/>
            <a:ext cx="70349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4" name="椭圆 183">
            <a:extLst>
              <a:ext uri="{FF2B5EF4-FFF2-40B4-BE49-F238E27FC236}">
                <a16:creationId xmlns:a16="http://schemas.microsoft.com/office/drawing/2014/main" id="{9B1C0D6A-5A1B-8BDC-F110-543DE90C7C88}"/>
              </a:ext>
            </a:extLst>
          </p:cNvPr>
          <p:cNvSpPr/>
          <p:nvPr/>
        </p:nvSpPr>
        <p:spPr>
          <a:xfrm>
            <a:off x="2001879" y="1772262"/>
            <a:ext cx="794149" cy="758096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85" name="矩形 184">
            <a:extLst>
              <a:ext uri="{FF2B5EF4-FFF2-40B4-BE49-F238E27FC236}">
                <a16:creationId xmlns:a16="http://schemas.microsoft.com/office/drawing/2014/main" id="{F4FCA8EC-93A4-C70F-B599-B2B38B00D70B}"/>
              </a:ext>
            </a:extLst>
          </p:cNvPr>
          <p:cNvSpPr/>
          <p:nvPr/>
        </p:nvSpPr>
        <p:spPr>
          <a:xfrm>
            <a:off x="3735497" y="2746707"/>
            <a:ext cx="422482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6" name="矩形 185">
            <a:extLst>
              <a:ext uri="{FF2B5EF4-FFF2-40B4-BE49-F238E27FC236}">
                <a16:creationId xmlns:a16="http://schemas.microsoft.com/office/drawing/2014/main" id="{50B87547-392A-21F2-5B4E-52DCF93C19FA}"/>
              </a:ext>
            </a:extLst>
          </p:cNvPr>
          <p:cNvSpPr/>
          <p:nvPr/>
        </p:nvSpPr>
        <p:spPr>
          <a:xfrm>
            <a:off x="4275778" y="2744679"/>
            <a:ext cx="496879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7" name="矩形 186">
            <a:extLst>
              <a:ext uri="{FF2B5EF4-FFF2-40B4-BE49-F238E27FC236}">
                <a16:creationId xmlns:a16="http://schemas.microsoft.com/office/drawing/2014/main" id="{6D08E8B7-989D-3EE2-D155-FEE7F435CEC4}"/>
              </a:ext>
            </a:extLst>
          </p:cNvPr>
          <p:cNvSpPr/>
          <p:nvPr/>
        </p:nvSpPr>
        <p:spPr>
          <a:xfrm>
            <a:off x="4996310" y="2744679"/>
            <a:ext cx="566928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8" name="矩形 187">
            <a:extLst>
              <a:ext uri="{FF2B5EF4-FFF2-40B4-BE49-F238E27FC236}">
                <a16:creationId xmlns:a16="http://schemas.microsoft.com/office/drawing/2014/main" id="{1163B787-97FC-293C-0229-504B0954DCE9}"/>
              </a:ext>
            </a:extLst>
          </p:cNvPr>
          <p:cNvSpPr/>
          <p:nvPr/>
        </p:nvSpPr>
        <p:spPr>
          <a:xfrm>
            <a:off x="7034896" y="2749504"/>
            <a:ext cx="608280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9" name="矩形 188">
            <a:extLst>
              <a:ext uri="{FF2B5EF4-FFF2-40B4-BE49-F238E27FC236}">
                <a16:creationId xmlns:a16="http://schemas.microsoft.com/office/drawing/2014/main" id="{4B5D904A-246E-2773-3A25-0719B2695BEC}"/>
              </a:ext>
            </a:extLst>
          </p:cNvPr>
          <p:cNvSpPr/>
          <p:nvPr/>
        </p:nvSpPr>
        <p:spPr>
          <a:xfrm>
            <a:off x="7643176" y="2749185"/>
            <a:ext cx="650615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0" name="矩形 189">
            <a:extLst>
              <a:ext uri="{FF2B5EF4-FFF2-40B4-BE49-F238E27FC236}">
                <a16:creationId xmlns:a16="http://schemas.microsoft.com/office/drawing/2014/main" id="{57862A7D-F92B-169C-4C0A-5D05F6B3B99B}"/>
              </a:ext>
            </a:extLst>
          </p:cNvPr>
          <p:cNvSpPr/>
          <p:nvPr/>
        </p:nvSpPr>
        <p:spPr>
          <a:xfrm>
            <a:off x="8293791" y="2746707"/>
            <a:ext cx="508897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91" name="直接连接符 190">
            <a:extLst>
              <a:ext uri="{FF2B5EF4-FFF2-40B4-BE49-F238E27FC236}">
                <a16:creationId xmlns:a16="http://schemas.microsoft.com/office/drawing/2014/main" id="{42B4F279-A32E-66FE-1468-D73E31C88FAA}"/>
              </a:ext>
            </a:extLst>
          </p:cNvPr>
          <p:cNvCxnSpPr>
            <a:cxnSpLocks/>
          </p:cNvCxnSpPr>
          <p:nvPr/>
        </p:nvCxnSpPr>
        <p:spPr>
          <a:xfrm>
            <a:off x="3147504" y="1765411"/>
            <a:ext cx="627335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矩形 191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47504" y="1766173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4" name="矩形 193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4993832" y="1766173"/>
            <a:ext cx="1312108" cy="38862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5" name="矩形 194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7007878" y="1765411"/>
            <a:ext cx="654737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6" name="矩形 195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7662615" y="1772262"/>
            <a:ext cx="650085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97" name="直接连接符 196">
            <a:extLst>
              <a:ext uri="{FF2B5EF4-FFF2-40B4-BE49-F238E27FC236}">
                <a16:creationId xmlns:a16="http://schemas.microsoft.com/office/drawing/2014/main" id="{79A8D953-3563-6CF9-501A-6EA7D22D95C7}"/>
              </a:ext>
            </a:extLst>
          </p:cNvPr>
          <p:cNvCxnSpPr>
            <a:cxnSpLocks/>
          </p:cNvCxnSpPr>
          <p:nvPr/>
        </p:nvCxnSpPr>
        <p:spPr>
          <a:xfrm>
            <a:off x="3147504" y="2159222"/>
            <a:ext cx="627335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直接连接符 197">
            <a:extLst>
              <a:ext uri="{FF2B5EF4-FFF2-40B4-BE49-F238E27FC236}">
                <a16:creationId xmlns:a16="http://schemas.microsoft.com/office/drawing/2014/main" id="{B6F0112D-D27E-1AA9-B0E7-2AA9C062F0F0}"/>
              </a:ext>
            </a:extLst>
          </p:cNvPr>
          <p:cNvCxnSpPr>
            <a:cxnSpLocks/>
          </p:cNvCxnSpPr>
          <p:nvPr/>
        </p:nvCxnSpPr>
        <p:spPr>
          <a:xfrm>
            <a:off x="3141408" y="3674518"/>
            <a:ext cx="627335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直接连接符 198">
            <a:extLst>
              <a:ext uri="{FF2B5EF4-FFF2-40B4-BE49-F238E27FC236}">
                <a16:creationId xmlns:a16="http://schemas.microsoft.com/office/drawing/2014/main" id="{D23A3927-555F-F7AA-B50D-32E757F59748}"/>
              </a:ext>
            </a:extLst>
          </p:cNvPr>
          <p:cNvCxnSpPr>
            <a:cxnSpLocks/>
          </p:cNvCxnSpPr>
          <p:nvPr/>
        </p:nvCxnSpPr>
        <p:spPr>
          <a:xfrm>
            <a:off x="3147504" y="4068329"/>
            <a:ext cx="627335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直接连接符 199">
            <a:extLst>
              <a:ext uri="{FF2B5EF4-FFF2-40B4-BE49-F238E27FC236}">
                <a16:creationId xmlns:a16="http://schemas.microsoft.com/office/drawing/2014/main" id="{841D5046-97E4-06F2-D5E4-AA4E754D18F7}"/>
              </a:ext>
            </a:extLst>
          </p:cNvPr>
          <p:cNvCxnSpPr>
            <a:cxnSpLocks/>
          </p:cNvCxnSpPr>
          <p:nvPr/>
        </p:nvCxnSpPr>
        <p:spPr>
          <a:xfrm>
            <a:off x="3142931" y="2749759"/>
            <a:ext cx="0" cy="397379"/>
          </a:xfrm>
          <a:prstGeom prst="line">
            <a:avLst/>
          </a:prstGeom>
          <a:ln w="28575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1" name="椭圆 200">
            <a:extLst>
              <a:ext uri="{FF2B5EF4-FFF2-40B4-BE49-F238E27FC236}">
                <a16:creationId xmlns:a16="http://schemas.microsoft.com/office/drawing/2014/main" id="{06FB9D98-5F2E-DE1A-59E7-3D8D32780455}"/>
              </a:ext>
            </a:extLst>
          </p:cNvPr>
          <p:cNvSpPr/>
          <p:nvPr/>
        </p:nvSpPr>
        <p:spPr>
          <a:xfrm>
            <a:off x="1996376" y="3287625"/>
            <a:ext cx="796865" cy="760689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02" name="直接箭头连接符 201">
            <a:extLst>
              <a:ext uri="{FF2B5EF4-FFF2-40B4-BE49-F238E27FC236}">
                <a16:creationId xmlns:a16="http://schemas.microsoft.com/office/drawing/2014/main" id="{263687E0-D9BC-57AD-123C-316339299C52}"/>
              </a:ext>
            </a:extLst>
          </p:cNvPr>
          <p:cNvCxnSpPr>
            <a:cxnSpLocks/>
            <a:stCxn id="184" idx="4"/>
            <a:endCxn id="201" idx="0"/>
          </p:cNvCxnSpPr>
          <p:nvPr/>
        </p:nvCxnSpPr>
        <p:spPr>
          <a:xfrm flipH="1">
            <a:off x="2394809" y="2530358"/>
            <a:ext cx="4145" cy="757267"/>
          </a:xfrm>
          <a:prstGeom prst="straightConnector1">
            <a:avLst/>
          </a:prstGeom>
          <a:ln w="28575">
            <a:solidFill>
              <a:schemeClr val="accent1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文本框 204">
            <a:extLst>
              <a:ext uri="{FF2B5EF4-FFF2-40B4-BE49-F238E27FC236}">
                <a16:creationId xmlns:a16="http://schemas.microsoft.com/office/drawing/2014/main" id="{D45DA694-884E-A3C3-3D4A-43E402159AA6}"/>
              </a:ext>
            </a:extLst>
          </p:cNvPr>
          <p:cNvSpPr txBox="1"/>
          <p:nvPr/>
        </p:nvSpPr>
        <p:spPr>
          <a:xfrm rot="5400000">
            <a:off x="699200" y="2631293"/>
            <a:ext cx="688009" cy="523220"/>
          </a:xfrm>
          <a:prstGeom prst="rect">
            <a:avLst/>
          </a:prstGeom>
          <a:noFill/>
          <a:ln w="28575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2800" dirty="0"/>
              <a:t>……</a:t>
            </a:r>
            <a:endParaRPr lang="zh-CN" altLang="en-US" sz="2800" dirty="0"/>
          </a:p>
        </p:txBody>
      </p:sp>
      <p:sp>
        <p:nvSpPr>
          <p:cNvPr id="206" name="矩形 205">
            <a:extLst>
              <a:ext uri="{FF2B5EF4-FFF2-40B4-BE49-F238E27FC236}">
                <a16:creationId xmlns:a16="http://schemas.microsoft.com/office/drawing/2014/main" id="{65680E7A-EE6A-D4FE-231D-D72EB834DC3A}"/>
              </a:ext>
            </a:extLst>
          </p:cNvPr>
          <p:cNvSpPr/>
          <p:nvPr/>
        </p:nvSpPr>
        <p:spPr>
          <a:xfrm>
            <a:off x="7007860" y="2701297"/>
            <a:ext cx="1831340" cy="479011"/>
          </a:xfrm>
          <a:prstGeom prst="rect">
            <a:avLst/>
          </a:prstGeom>
          <a:noFill/>
          <a:ln w="28575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07" name="直接连接符 206">
            <a:extLst>
              <a:ext uri="{FF2B5EF4-FFF2-40B4-BE49-F238E27FC236}">
                <a16:creationId xmlns:a16="http://schemas.microsoft.com/office/drawing/2014/main" id="{2B086B7A-0477-ED50-8EAF-F1107AC98B2E}"/>
              </a:ext>
            </a:extLst>
          </p:cNvPr>
          <p:cNvCxnSpPr>
            <a:cxnSpLocks/>
          </p:cNvCxnSpPr>
          <p:nvPr/>
        </p:nvCxnSpPr>
        <p:spPr>
          <a:xfrm flipV="1">
            <a:off x="8096800" y="2460967"/>
            <a:ext cx="351663" cy="20699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8" name="文本框 207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8370257" y="2197272"/>
            <a:ext cx="1383712" cy="369332"/>
          </a:xfrm>
          <a:prstGeom prst="rect">
            <a:avLst/>
          </a:prstGeom>
          <a:noFill/>
          <a:ln w="28575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critical path</a:t>
            </a:r>
            <a:endParaRPr lang="zh-CN" altLang="en-US" b="1" dirty="0">
              <a:solidFill>
                <a:srgbClr val="C00000"/>
              </a:solidFill>
            </a:endParaRPr>
          </a:p>
        </p:txBody>
      </p:sp>
      <p:sp>
        <p:nvSpPr>
          <p:cNvPr id="209" name="矩形 208">
            <a:extLst>
              <a:ext uri="{FF2B5EF4-FFF2-40B4-BE49-F238E27FC236}">
                <a16:creationId xmlns:a16="http://schemas.microsoft.com/office/drawing/2014/main" id="{AF792EE3-2A02-CDCF-60EC-55882AD1BE01}"/>
              </a:ext>
            </a:extLst>
          </p:cNvPr>
          <p:cNvSpPr/>
          <p:nvPr/>
        </p:nvSpPr>
        <p:spPr>
          <a:xfrm>
            <a:off x="3114462" y="1718261"/>
            <a:ext cx="3918797" cy="479011"/>
          </a:xfrm>
          <a:prstGeom prst="rect">
            <a:avLst/>
          </a:prstGeom>
          <a:noFill/>
          <a:ln w="28575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211" name="对象 21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3311640" y="1741497"/>
          <a:ext cx="305774" cy="39668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305" name="AxMath" r:id="rId3" imgW="118080" imgH="151920" progId="Equation.AxMath">
                  <p:embed/>
                </p:oleObj>
              </mc:Choice>
              <mc:Fallback>
                <p:oleObj name="AxMath" r:id="rId3" imgW="118080" imgH="151920" progId="Equation.AxMath">
                  <p:embed/>
                  <p:pic>
                    <p:nvPicPr>
                      <p:cNvPr id="211" name="对象 21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311640" y="1741497"/>
                        <a:ext cx="305774" cy="39668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3" name="对象 21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3857625" y="1741170"/>
          <a:ext cx="3222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306" name="AxMath" r:id="rId5" imgW="123120" imgH="151920" progId="Equation.AxMath">
                  <p:embed/>
                </p:oleObj>
              </mc:Choice>
              <mc:Fallback>
                <p:oleObj name="AxMath" r:id="rId5" imgW="123120" imgH="151920" progId="Equation.AxMath">
                  <p:embed/>
                  <p:pic>
                    <p:nvPicPr>
                      <p:cNvPr id="213" name="对象 21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3857625" y="1741170"/>
                        <a:ext cx="3222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4" name="对象 21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4504736" y="1747622"/>
          <a:ext cx="3222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307" name="AxMath" r:id="rId7" imgW="123840" imgH="151920" progId="Equation.AxMath">
                  <p:embed/>
                </p:oleObj>
              </mc:Choice>
              <mc:Fallback>
                <p:oleObj name="AxMath" r:id="rId7" imgW="123840" imgH="151920" progId="Equation.AxMath">
                  <p:embed/>
                  <p:pic>
                    <p:nvPicPr>
                      <p:cNvPr id="214" name="对象 21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4504736" y="1747622"/>
                        <a:ext cx="3222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5" name="对象 214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6350505" y="1741169"/>
          <a:ext cx="61436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308" name="AxMath" r:id="rId9" imgW="236160" imgH="151920" progId="Equation.AxMath">
                  <p:embed/>
                </p:oleObj>
              </mc:Choice>
              <mc:Fallback>
                <p:oleObj name="AxMath" r:id="rId9" imgW="236160" imgH="151920" progId="Equation.AxMath">
                  <p:embed/>
                  <p:pic>
                    <p:nvPicPr>
                      <p:cNvPr id="215" name="对象 214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6350505" y="1741169"/>
                        <a:ext cx="61436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6" name="对象 215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074853" y="1739900"/>
          <a:ext cx="60166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309" name="AxMath" r:id="rId11" imgW="231840" imgH="151920" progId="Equation.AxMath">
                  <p:embed/>
                </p:oleObj>
              </mc:Choice>
              <mc:Fallback>
                <p:oleObj name="AxMath" r:id="rId11" imgW="231840" imgH="151920" progId="Equation.AxMath">
                  <p:embed/>
                  <p:pic>
                    <p:nvPicPr>
                      <p:cNvPr id="216" name="对象 21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7074853" y="1739900"/>
                        <a:ext cx="60166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7" name="对象 21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829550" y="1739900"/>
          <a:ext cx="35083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310" name="AxMath" r:id="rId13" imgW="135360" imgH="151920" progId="Equation.AxMath">
                  <p:embed/>
                </p:oleObj>
              </mc:Choice>
              <mc:Fallback>
                <p:oleObj name="AxMath" r:id="rId13" imgW="135360" imgH="151920" progId="Equation.AxMath">
                  <p:embed/>
                  <p:pic>
                    <p:nvPicPr>
                      <p:cNvPr id="217" name="对象 21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7829550" y="1739900"/>
                        <a:ext cx="35083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8" name="矩形 217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3715346" y="3679709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9" name="矩形 218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4275016" y="3679709"/>
            <a:ext cx="727379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0" name="矩形 219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6314504" y="3678947"/>
            <a:ext cx="70349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1" name="矩形 220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56069" y="3679709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2" name="矩形 221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5002397" y="3679709"/>
            <a:ext cx="1312108" cy="38862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3" name="矩形 222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7016443" y="3678947"/>
            <a:ext cx="654737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4" name="矩形 223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7671180" y="3685798"/>
            <a:ext cx="650085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25" name="对象 224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3320205" y="3655033"/>
          <a:ext cx="305774" cy="39668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311" name="AxMath" r:id="rId15" imgW="118080" imgH="151920" progId="Equation.AxMath">
                  <p:embed/>
                </p:oleObj>
              </mc:Choice>
              <mc:Fallback>
                <p:oleObj name="AxMath" r:id="rId15" imgW="118080" imgH="151920" progId="Equation.AxMath">
                  <p:embed/>
                  <p:pic>
                    <p:nvPicPr>
                      <p:cNvPr id="225" name="对象 224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320205" y="3655033"/>
                        <a:ext cx="305774" cy="39668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6" name="对象 225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3866190" y="3654706"/>
          <a:ext cx="3222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312" name="AxMath" r:id="rId16" imgW="123120" imgH="151920" progId="Equation.AxMath">
                  <p:embed/>
                </p:oleObj>
              </mc:Choice>
              <mc:Fallback>
                <p:oleObj name="AxMath" r:id="rId16" imgW="123120" imgH="151920" progId="Equation.AxMath">
                  <p:embed/>
                  <p:pic>
                    <p:nvPicPr>
                      <p:cNvPr id="226" name="对象 22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3866190" y="3654706"/>
                        <a:ext cx="3222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7" name="对象 22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4513301" y="3661158"/>
          <a:ext cx="3222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313" name="AxMath" r:id="rId17" imgW="123840" imgH="151920" progId="Equation.AxMath">
                  <p:embed/>
                </p:oleObj>
              </mc:Choice>
              <mc:Fallback>
                <p:oleObj name="AxMath" r:id="rId17" imgW="123840" imgH="151920" progId="Equation.AxMath">
                  <p:embed/>
                  <p:pic>
                    <p:nvPicPr>
                      <p:cNvPr id="227" name="对象 22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4513301" y="3661158"/>
                        <a:ext cx="3222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8" name="对象 227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6359070" y="3654705"/>
          <a:ext cx="61436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314" name="AxMath" r:id="rId18" imgW="236160" imgH="151920" progId="Equation.AxMath">
                  <p:embed/>
                </p:oleObj>
              </mc:Choice>
              <mc:Fallback>
                <p:oleObj name="AxMath" r:id="rId18" imgW="236160" imgH="151920" progId="Equation.AxMath">
                  <p:embed/>
                  <p:pic>
                    <p:nvPicPr>
                      <p:cNvPr id="228" name="对象 227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6359070" y="3654705"/>
                        <a:ext cx="61436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9" name="对象 228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083418" y="3653436"/>
          <a:ext cx="60166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315" name="AxMath" r:id="rId19" imgW="231840" imgH="151920" progId="Equation.AxMath">
                  <p:embed/>
                </p:oleObj>
              </mc:Choice>
              <mc:Fallback>
                <p:oleObj name="AxMath" r:id="rId19" imgW="231840" imgH="151920" progId="Equation.AxMath">
                  <p:embed/>
                  <p:pic>
                    <p:nvPicPr>
                      <p:cNvPr id="229" name="对象 228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7083418" y="3653436"/>
                        <a:ext cx="60166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0" name="对象 229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838115" y="3653436"/>
          <a:ext cx="35083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316" name="AxMath" r:id="rId20" imgW="135360" imgH="151920" progId="Equation.AxMath">
                  <p:embed/>
                </p:oleObj>
              </mc:Choice>
              <mc:Fallback>
                <p:oleObj name="AxMath" r:id="rId20" imgW="135360" imgH="151920" progId="Equation.AxMath">
                  <p:embed/>
                  <p:pic>
                    <p:nvPicPr>
                      <p:cNvPr id="230" name="对象 22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7838115" y="3653436"/>
                        <a:ext cx="35083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1" name="对象 23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3825875" y="2709863"/>
          <a:ext cx="28098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317" name="AxMath" r:id="rId21" imgW="107640" imgH="151920" progId="Equation.AxMath">
                  <p:embed/>
                </p:oleObj>
              </mc:Choice>
              <mc:Fallback>
                <p:oleObj name="AxMath" r:id="rId21" imgW="107640" imgH="151920" progId="Equation.AxMath">
                  <p:embed/>
                  <p:pic>
                    <p:nvPicPr>
                      <p:cNvPr id="231" name="对象 23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3825875" y="2709863"/>
                        <a:ext cx="28098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2" name="对象 23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4406900" y="2716213"/>
          <a:ext cx="29210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318" name="AxMath" r:id="rId23" imgW="111960" imgH="151920" progId="Equation.AxMath">
                  <p:embed/>
                </p:oleObj>
              </mc:Choice>
              <mc:Fallback>
                <p:oleObj name="AxMath" r:id="rId23" imgW="111960" imgH="151920" progId="Equation.AxMath">
                  <p:embed/>
                  <p:pic>
                    <p:nvPicPr>
                      <p:cNvPr id="232" name="对象 23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4406900" y="2716213"/>
                        <a:ext cx="29210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3" name="对象 23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5139834" y="2716203"/>
          <a:ext cx="29210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319" name="AxMath" r:id="rId25" imgW="113040" imgH="151920" progId="Equation.AxMath">
                  <p:embed/>
                </p:oleObj>
              </mc:Choice>
              <mc:Fallback>
                <p:oleObj name="AxMath" r:id="rId25" imgW="113040" imgH="151920" progId="Equation.AxMath">
                  <p:embed/>
                  <p:pic>
                    <p:nvPicPr>
                      <p:cNvPr id="233" name="对象 23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5139834" y="2716203"/>
                        <a:ext cx="29210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4" name="对象 23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058976" y="2716212"/>
          <a:ext cx="58420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320" name="AxMath" r:id="rId27" imgW="225720" imgH="151920" progId="Equation.AxMath">
                  <p:embed/>
                </p:oleObj>
              </mc:Choice>
              <mc:Fallback>
                <p:oleObj name="AxMath" r:id="rId27" imgW="225720" imgH="151920" progId="Equation.AxMath">
                  <p:embed/>
                  <p:pic>
                    <p:nvPicPr>
                      <p:cNvPr id="234" name="对象 23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7058976" y="2716212"/>
                        <a:ext cx="58420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5" name="对象 234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702550" y="2724150"/>
          <a:ext cx="57150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321" name="AxMath" r:id="rId29" imgW="220680" imgH="151920" progId="Equation.AxMath">
                  <p:embed/>
                </p:oleObj>
              </mc:Choice>
              <mc:Fallback>
                <p:oleObj name="AxMath" r:id="rId29" imgW="220680" imgH="151920" progId="Equation.AxMath">
                  <p:embed/>
                  <p:pic>
                    <p:nvPicPr>
                      <p:cNvPr id="235" name="对象 234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7702550" y="2724150"/>
                        <a:ext cx="57150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6" name="对象 235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8398002" y="2738438"/>
          <a:ext cx="32543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322" name="AxMath" r:id="rId31" imgW="124920" imgH="151920" progId="Equation.AxMath">
                  <p:embed/>
                </p:oleObj>
              </mc:Choice>
              <mc:Fallback>
                <p:oleObj name="AxMath" r:id="rId31" imgW="124920" imgH="151920" progId="Equation.AxMath">
                  <p:embed/>
                  <p:pic>
                    <p:nvPicPr>
                      <p:cNvPr id="236" name="对象 23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8398002" y="2738438"/>
                        <a:ext cx="32543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文本框 3"/>
          <p:cNvSpPr txBox="1"/>
          <p:nvPr/>
        </p:nvSpPr>
        <p:spPr>
          <a:xfrm>
            <a:off x="1984681" y="1946059"/>
            <a:ext cx="7120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node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7" name="文本框 236"/>
          <p:cNvSpPr txBox="1"/>
          <p:nvPr/>
        </p:nvSpPr>
        <p:spPr>
          <a:xfrm>
            <a:off x="1982476" y="3465512"/>
            <a:ext cx="7120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node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8" name="文本框 237"/>
          <p:cNvSpPr txBox="1"/>
          <p:nvPr/>
        </p:nvSpPr>
        <p:spPr>
          <a:xfrm>
            <a:off x="2339960" y="2708245"/>
            <a:ext cx="6110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link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" name="对象 6"/>
          <p:cNvGraphicFramePr>
            <a:graphicFrameLocks noChangeAspect="1"/>
          </p:cNvGraphicFramePr>
          <p:nvPr/>
        </p:nvGraphicFramePr>
        <p:xfrm>
          <a:off x="2610832" y="1999180"/>
          <a:ext cx="148772" cy="34876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323" name="AxMath" r:id="rId33" imgW="96840" imgH="226800" progId="Equation.AxMath">
                  <p:embed/>
                </p:oleObj>
              </mc:Choice>
              <mc:Fallback>
                <p:oleObj name="AxMath" r:id="rId33" imgW="96840" imgH="226800" progId="Equation.AxMath">
                  <p:embed/>
                  <p:pic>
                    <p:nvPicPr>
                      <p:cNvPr id="7" name="对象 6"/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2610832" y="1999180"/>
                        <a:ext cx="148772" cy="34876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0" name="对象 239"/>
          <p:cNvGraphicFramePr>
            <a:graphicFrameLocks noChangeAspect="1"/>
          </p:cNvGraphicFramePr>
          <p:nvPr/>
        </p:nvGraphicFramePr>
        <p:xfrm>
          <a:off x="2612580" y="3512812"/>
          <a:ext cx="177800" cy="349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324" name="AxMath" r:id="rId35" imgW="117360" imgH="226800" progId="Equation.AxMath">
                  <p:embed/>
                </p:oleObj>
              </mc:Choice>
              <mc:Fallback>
                <p:oleObj name="AxMath" r:id="rId35" imgW="117360" imgH="226800" progId="Equation.AxMath">
                  <p:embed/>
                  <p:pic>
                    <p:nvPicPr>
                      <p:cNvPr id="240" name="对象 239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2612580" y="3512812"/>
                        <a:ext cx="177800" cy="3492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1" name="对象 240"/>
          <p:cNvGraphicFramePr>
            <a:graphicFrameLocks noChangeAspect="1"/>
          </p:cNvGraphicFramePr>
          <p:nvPr/>
        </p:nvGraphicFramePr>
        <p:xfrm>
          <a:off x="2865044" y="2756170"/>
          <a:ext cx="233363" cy="347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325" name="AxMath" r:id="rId37" imgW="152280" imgH="226800" progId="Equation.AxMath">
                  <p:embed/>
                </p:oleObj>
              </mc:Choice>
              <mc:Fallback>
                <p:oleObj name="AxMath" r:id="rId37" imgW="152280" imgH="226800" progId="Equation.AxMath">
                  <p:embed/>
                  <p:pic>
                    <p:nvPicPr>
                      <p:cNvPr id="241" name="对象 240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2865044" y="2756170"/>
                        <a:ext cx="233363" cy="34766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2" name="文本框 241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1061475" y="2530358"/>
            <a:ext cx="748923" cy="646331"/>
          </a:xfrm>
          <a:prstGeom prst="rect">
            <a:avLst/>
          </a:prstGeom>
          <a:noFill/>
          <a:ln w="28575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other</a:t>
            </a:r>
          </a:p>
          <a:p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nodes</a:t>
            </a:r>
            <a:endParaRPr lang="zh-CN" altLang="en-US" b="1" dirty="0"/>
          </a:p>
        </p:txBody>
      </p:sp>
    </p:spTree>
    <p:extLst>
      <p:ext uri="{BB962C8B-B14F-4D97-AF65-F5344CB8AC3E}">
        <p14:creationId xmlns:p14="http://schemas.microsoft.com/office/powerpoint/2010/main" val="18261471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21672</TotalTime>
  <Words>498</Words>
  <Application>Microsoft Office PowerPoint</Application>
  <PresentationFormat>宽屏</PresentationFormat>
  <Paragraphs>260</Paragraphs>
  <Slides>19</Slides>
  <Notes>6</Notes>
  <HiddenSlides>0</HiddenSlides>
  <MMClips>0</MMClips>
  <ScaleCrop>false</ScaleCrop>
  <HeadingPairs>
    <vt:vector size="8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6" baseType="lpstr">
      <vt:lpstr>等线</vt:lpstr>
      <vt:lpstr>等线 Light</vt:lpstr>
      <vt:lpstr>宋体</vt:lpstr>
      <vt:lpstr>Arial</vt:lpstr>
      <vt:lpstr>Times New Roman</vt:lpstr>
      <vt:lpstr>Office 主题​​</vt:lpstr>
      <vt:lpstr>AxMath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ZJU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YanChangzhi</dc:creator>
  <cp:lastModifiedBy>ycz</cp:lastModifiedBy>
  <cp:revision>69</cp:revision>
  <dcterms:created xsi:type="dcterms:W3CDTF">2023-02-24T06:41:17Z</dcterms:created>
  <dcterms:modified xsi:type="dcterms:W3CDTF">2023-12-12T14:55:46Z</dcterms:modified>
</cp:coreProperties>
</file>