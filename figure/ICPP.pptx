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5" r:id="rId2"/>
    <p:sldId id="264" r:id="rId3"/>
    <p:sldId id="262" r:id="rId4"/>
    <p:sldId id="257" r:id="rId5"/>
    <p:sldId id="271" r:id="rId6"/>
    <p:sldId id="272" r:id="rId7"/>
    <p:sldId id="258" r:id="rId8"/>
    <p:sldId id="259" r:id="rId9"/>
    <p:sldId id="261" r:id="rId10"/>
    <p:sldId id="263" r:id="rId11"/>
    <p:sldId id="266" r:id="rId12"/>
    <p:sldId id="267" r:id="rId13"/>
    <p:sldId id="270" r:id="rId14"/>
    <p:sldId id="269" r:id="rId15"/>
    <p:sldId id="268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F4B183"/>
    <a:srgbClr val="947CFC"/>
    <a:srgbClr val="C9C9C9"/>
    <a:srgbClr val="ED7D31"/>
    <a:srgbClr val="5B9BD5"/>
    <a:srgbClr val="00B050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951" autoAdjust="0"/>
  </p:normalViewPr>
  <p:slideViewPr>
    <p:cSldViewPr snapToGrid="0">
      <p:cViewPr varScale="1">
        <p:scale>
          <a:sx n="155" d="100"/>
          <a:sy n="155" d="100"/>
        </p:scale>
        <p:origin x="64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4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5" Type="http://schemas.openxmlformats.org/officeDocument/2006/relationships/image" Target="../media/image2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Relationship Id="rId1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33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12" Type="http://schemas.openxmlformats.org/officeDocument/2006/relationships/image" Target="../media/image32.wmf"/><Relationship Id="rId2" Type="http://schemas.openxmlformats.org/officeDocument/2006/relationships/image" Target="../media/image16.wmf"/><Relationship Id="rId1" Type="http://schemas.openxmlformats.org/officeDocument/2006/relationships/image" Target="../media/image14.wmf"/><Relationship Id="rId6" Type="http://schemas.openxmlformats.org/officeDocument/2006/relationships/image" Target="../media/image29.wmf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5.wmf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image" Target="../media/image23.wmf"/><Relationship Id="rId14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91CFC-8265-4471-8BD5-BB46E1DDD31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519D-9BD0-4B4B-B77F-7A9E40FF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09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243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169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13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028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52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519D-9BD0-4B4B-B77F-7A9E40FF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07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72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25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0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1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59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50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089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10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67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95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C62D4-A96C-41D8-B31A-4F9640C07160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FEC41-FA9C-4E0B-ABEA-AFB807E7F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9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9.wmf"/><Relationship Id="rId26" Type="http://schemas.openxmlformats.org/officeDocument/2006/relationships/oleObject" Target="../embeddings/oleObject18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24.w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7.bin"/><Relationship Id="rId33" Type="http://schemas.openxmlformats.org/officeDocument/2006/relationships/oleObject" Target="../embeddings/oleObject22.bin"/><Relationship Id="rId38" Type="http://schemas.openxmlformats.org/officeDocument/2006/relationships/image" Target="../media/image26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29" Type="http://schemas.openxmlformats.org/officeDocument/2006/relationships/oleObject" Target="../embeddings/oleObject20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16.bin"/><Relationship Id="rId32" Type="http://schemas.openxmlformats.org/officeDocument/2006/relationships/image" Target="../media/image23.wmf"/><Relationship Id="rId37" Type="http://schemas.openxmlformats.org/officeDocument/2006/relationships/oleObject" Target="../embeddings/oleObject24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5.bin"/><Relationship Id="rId28" Type="http://schemas.openxmlformats.org/officeDocument/2006/relationships/image" Target="../media/image21.wmf"/><Relationship Id="rId36" Type="http://schemas.openxmlformats.org/officeDocument/2006/relationships/image" Target="../media/image25.wmf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21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4.bin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22.wmf"/><Relationship Id="rId35" Type="http://schemas.openxmlformats.org/officeDocument/2006/relationships/oleObject" Target="../embeddings/oleObject23.bin"/><Relationship Id="rId8" Type="http://schemas.openxmlformats.org/officeDocument/2006/relationships/image" Target="../media/image14.wmf"/><Relationship Id="rId3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.bin"/><Relationship Id="rId18" Type="http://schemas.openxmlformats.org/officeDocument/2006/relationships/oleObject" Target="../embeddings/oleObject34.bin"/><Relationship Id="rId26" Type="http://schemas.openxmlformats.org/officeDocument/2006/relationships/image" Target="../media/image23.wmf"/><Relationship Id="rId21" Type="http://schemas.openxmlformats.org/officeDocument/2006/relationships/oleObject" Target="../embeddings/oleObject37.bin"/><Relationship Id="rId34" Type="http://schemas.openxmlformats.org/officeDocument/2006/relationships/image" Target="../media/image33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3.bin"/><Relationship Id="rId25" Type="http://schemas.openxmlformats.org/officeDocument/2006/relationships/oleObject" Target="../embeddings/oleObject39.bin"/><Relationship Id="rId33" Type="http://schemas.openxmlformats.org/officeDocument/2006/relationships/oleObject" Target="../embeddings/oleObject43.bin"/><Relationship Id="rId38" Type="http://schemas.openxmlformats.org/officeDocument/2006/relationships/image" Target="../media/image35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6.bin"/><Relationship Id="rId29" Type="http://schemas.openxmlformats.org/officeDocument/2006/relationships/oleObject" Target="../embeddings/oleObject41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22.wmf"/><Relationship Id="rId32" Type="http://schemas.openxmlformats.org/officeDocument/2006/relationships/image" Target="../media/image32.wmf"/><Relationship Id="rId37" Type="http://schemas.openxmlformats.org/officeDocument/2006/relationships/oleObject" Target="../embeddings/oleObject45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8.bin"/><Relationship Id="rId28" Type="http://schemas.openxmlformats.org/officeDocument/2006/relationships/image" Target="../media/image30.wmf"/><Relationship Id="rId36" Type="http://schemas.openxmlformats.org/officeDocument/2006/relationships/image" Target="../media/image34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42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Relationship Id="rId22" Type="http://schemas.openxmlformats.org/officeDocument/2006/relationships/image" Target="../media/image21.wmf"/><Relationship Id="rId27" Type="http://schemas.openxmlformats.org/officeDocument/2006/relationships/oleObject" Target="../embeddings/oleObject40.bin"/><Relationship Id="rId30" Type="http://schemas.openxmlformats.org/officeDocument/2006/relationships/image" Target="../media/image31.wmf"/><Relationship Id="rId35" Type="http://schemas.openxmlformats.org/officeDocument/2006/relationships/oleObject" Target="../embeddings/oleObject44.bin"/><Relationship Id="rId8" Type="http://schemas.openxmlformats.org/officeDocument/2006/relationships/image" Target="../media/image17.wmf"/><Relationship Id="rId3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685987" y="1899216"/>
            <a:ext cx="5605073" cy="1714283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2" name="文本框 81"/>
          <p:cNvSpPr txBox="1"/>
          <p:nvPr/>
        </p:nvSpPr>
        <p:spPr>
          <a:xfrm>
            <a:off x="683336" y="1961148"/>
            <a:ext cx="3864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ln w="0"/>
              </a:rPr>
              <a:t>Computation-Communication </a:t>
            </a:r>
            <a:r>
              <a:rPr lang="en-US" altLang="zh-CN" sz="1600" b="1" dirty="0">
                <a:ln w="0"/>
              </a:rPr>
              <a:t>P</a:t>
            </a:r>
            <a:r>
              <a:rPr lang="en-US" altLang="zh-CN" sz="1600" b="1" dirty="0" smtClean="0">
                <a:ln w="0"/>
              </a:rPr>
              <a:t>attern Analysis</a:t>
            </a:r>
            <a:endParaRPr lang="zh-CN" altLang="en-US" sz="1600" b="1" dirty="0">
              <a:ln w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04747" y="2573550"/>
            <a:ext cx="1373483" cy="635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Critical path extraction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04194" y="2692709"/>
            <a:ext cx="1442656" cy="3963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chemeClr val="tx1"/>
                </a:solidFill>
              </a:rPr>
              <a:t>Iteration time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stCxn id="83" idx="1"/>
            <a:endCxn id="84" idx="3"/>
          </p:cNvCxnSpPr>
          <p:nvPr/>
        </p:nvCxnSpPr>
        <p:spPr>
          <a:xfrm flipH="1" flipV="1">
            <a:off x="2346850" y="2890894"/>
            <a:ext cx="257897" cy="436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6349481" y="2352336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Computation Time</a:t>
            </a:r>
            <a:endParaRPr lang="zh-CN" altLang="en-US" sz="1400" b="1" dirty="0"/>
          </a:p>
          <a:p>
            <a:endParaRPr lang="zh-CN" altLang="en-US" sz="1400" dirty="0"/>
          </a:p>
        </p:txBody>
      </p:sp>
      <p:sp>
        <p:nvSpPr>
          <p:cNvPr id="89" name="文本框 88"/>
          <p:cNvSpPr txBox="1"/>
          <p:nvPr/>
        </p:nvSpPr>
        <p:spPr>
          <a:xfrm>
            <a:off x="6349481" y="2879768"/>
            <a:ext cx="192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Communication Time</a:t>
            </a:r>
            <a:endParaRPr lang="zh-CN" altLang="en-US" sz="1400" b="1" dirty="0"/>
          </a:p>
          <a:p>
            <a:endParaRPr lang="zh-CN" altLang="en-US" sz="1400" dirty="0"/>
          </a:p>
        </p:txBody>
      </p:sp>
      <p:grpSp>
        <p:nvGrpSpPr>
          <p:cNvPr id="137" name="组合 136"/>
          <p:cNvGrpSpPr/>
          <p:nvPr/>
        </p:nvGrpSpPr>
        <p:grpSpPr>
          <a:xfrm>
            <a:off x="613063" y="289587"/>
            <a:ext cx="7614996" cy="1430755"/>
            <a:chOff x="1101436" y="-837492"/>
            <a:chExt cx="7614996" cy="1430755"/>
          </a:xfrm>
        </p:grpSpPr>
        <p:sp>
          <p:nvSpPr>
            <p:cNvPr id="55" name="圆角矩形 54"/>
            <p:cNvSpPr/>
            <p:nvPr/>
          </p:nvSpPr>
          <p:spPr>
            <a:xfrm>
              <a:off x="1101436" y="-837492"/>
              <a:ext cx="7614996" cy="143075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363641" y="-780281"/>
              <a:ext cx="20630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ln w="0"/>
                </a:rPr>
                <a:t>Computation Time Prediction</a:t>
              </a:r>
              <a:endParaRPr lang="zh-CN" altLang="en-US" sz="1600" b="1" dirty="0">
                <a:ln w="0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174360" y="-68580"/>
              <a:ext cx="1499432" cy="500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Neural network decomposition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3332448" y="-68580"/>
              <a:ext cx="1293539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Feature space sampling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箭头连接符 64"/>
            <p:cNvCxnSpPr>
              <a:stCxn id="59" idx="3"/>
              <a:endCxn id="64" idx="1"/>
            </p:cNvCxnSpPr>
            <p:nvPr/>
          </p:nvCxnSpPr>
          <p:spPr>
            <a:xfrm flipV="1">
              <a:off x="2673792" y="181589"/>
              <a:ext cx="65865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5679314" y="-68580"/>
              <a:ext cx="1100382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Training </a:t>
              </a:r>
            </a:p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MLP model 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503178" y="-138500"/>
              <a:ext cx="999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smtClean="0"/>
                <a:t>NN layer</a:t>
              </a:r>
              <a:endParaRPr lang="zh-CN" altLang="en-US" sz="1200" b="1" dirty="0"/>
            </a:p>
          </p:txBody>
        </p:sp>
        <p:cxnSp>
          <p:nvCxnSpPr>
            <p:cNvPr id="68" name="直接箭头连接符 67"/>
            <p:cNvCxnSpPr>
              <a:stCxn id="64" idx="3"/>
              <a:endCxn id="66" idx="1"/>
            </p:cNvCxnSpPr>
            <p:nvPr/>
          </p:nvCxnSpPr>
          <p:spPr>
            <a:xfrm>
              <a:off x="4625987" y="181589"/>
              <a:ext cx="10533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7161911" y="-70116"/>
              <a:ext cx="1279018" cy="5018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Predicting </a:t>
              </a:r>
            </a:p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layer by layer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>
              <a:stCxn id="66" idx="3"/>
              <a:endCxn id="69" idx="1"/>
            </p:cNvCxnSpPr>
            <p:nvPr/>
          </p:nvCxnSpPr>
          <p:spPr>
            <a:xfrm flipV="1">
              <a:off x="6779696" y="180821"/>
              <a:ext cx="382215" cy="76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4748781" y="-270903"/>
              <a:ext cx="9732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 smtClean="0"/>
                <a:t>Benchmark dataset</a:t>
              </a:r>
              <a:endParaRPr lang="zh-CN" altLang="en-US" sz="1200" b="1" dirty="0"/>
            </a:p>
          </p:txBody>
        </p:sp>
        <p:cxnSp>
          <p:nvCxnSpPr>
            <p:cNvPr id="3" name="肘形连接符 2"/>
            <p:cNvCxnSpPr>
              <a:stCxn id="60" idx="3"/>
            </p:cNvCxnSpPr>
            <p:nvPr/>
          </p:nvCxnSpPr>
          <p:spPr>
            <a:xfrm>
              <a:off x="4625987" y="-478020"/>
              <a:ext cx="135532" cy="64210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3332448" y="-728189"/>
              <a:ext cx="1293539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Feature expansion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613063" y="3844781"/>
            <a:ext cx="7614996" cy="1737781"/>
            <a:chOff x="1101436" y="4407606"/>
            <a:chExt cx="7614996" cy="1737781"/>
          </a:xfrm>
        </p:grpSpPr>
        <p:sp>
          <p:nvSpPr>
            <p:cNvPr id="57" name="圆角矩形 56"/>
            <p:cNvSpPr/>
            <p:nvPr/>
          </p:nvSpPr>
          <p:spPr>
            <a:xfrm>
              <a:off x="1101436" y="4407606"/>
              <a:ext cx="7614996" cy="173778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6272075" y="4415159"/>
              <a:ext cx="23131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smtClean="0">
                  <a:ln w="0"/>
                </a:rPr>
                <a:t>Communication Time Prediction</a:t>
              </a:r>
              <a:endParaRPr lang="zh-CN" altLang="en-US" sz="1600" b="1" dirty="0">
                <a:ln w="0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1398616" y="4730606"/>
              <a:ext cx="195205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Real-time throughput analysis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745811" y="4730606"/>
              <a:ext cx="238482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Single-link 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communication time prediction model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745810" y="5436732"/>
              <a:ext cx="2384826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Cluster communication 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model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接箭头连接符 76"/>
            <p:cNvCxnSpPr>
              <a:stCxn id="73" idx="3"/>
              <a:endCxn id="75" idx="1"/>
            </p:cNvCxnSpPr>
            <p:nvPr/>
          </p:nvCxnSpPr>
          <p:spPr>
            <a:xfrm>
              <a:off x="3350671" y="4977279"/>
              <a:ext cx="3951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90" idx="3"/>
              <a:endCxn id="76" idx="1"/>
            </p:cNvCxnSpPr>
            <p:nvPr/>
          </p:nvCxnSpPr>
          <p:spPr>
            <a:xfrm>
              <a:off x="3350670" y="5683405"/>
              <a:ext cx="3951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6472436" y="5162811"/>
              <a:ext cx="1854164" cy="355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Model combination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肘形连接符 79"/>
            <p:cNvCxnSpPr>
              <a:stCxn id="75" idx="3"/>
              <a:endCxn id="76" idx="3"/>
            </p:cNvCxnSpPr>
            <p:nvPr/>
          </p:nvCxnSpPr>
          <p:spPr>
            <a:xfrm>
              <a:off x="6130636" y="4977279"/>
              <a:ext cx="12700" cy="706126"/>
            </a:xfrm>
            <a:prstGeom prst="bentConnector3">
              <a:avLst>
                <a:gd name="adj1" fmla="val 116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endCxn id="79" idx="1"/>
            </p:cNvCxnSpPr>
            <p:nvPr/>
          </p:nvCxnSpPr>
          <p:spPr>
            <a:xfrm flipV="1">
              <a:off x="6279226" y="5340410"/>
              <a:ext cx="193210" cy="55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1398615" y="5436732"/>
              <a:ext cx="195205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Communication topology analysis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6" name="矩形 115"/>
          <p:cNvSpPr/>
          <p:nvPr/>
        </p:nvSpPr>
        <p:spPr>
          <a:xfrm>
            <a:off x="4403423" y="2313337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</a:rPr>
              <a:t>Operation queue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403423" y="3077773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</a:rPr>
              <a:t>Device time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22" name="肘形连接符 121"/>
          <p:cNvCxnSpPr>
            <a:stCxn id="116" idx="1"/>
            <a:endCxn id="117" idx="1"/>
          </p:cNvCxnSpPr>
          <p:nvPr/>
        </p:nvCxnSpPr>
        <p:spPr>
          <a:xfrm rot="10800000" flipV="1">
            <a:off x="4403423" y="2511522"/>
            <a:ext cx="12700" cy="764436"/>
          </a:xfrm>
          <a:prstGeom prst="bentConnector3">
            <a:avLst>
              <a:gd name="adj1" fmla="val 125316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83" idx="3"/>
          </p:cNvCxnSpPr>
          <p:nvPr/>
        </p:nvCxnSpPr>
        <p:spPr>
          <a:xfrm flipH="1">
            <a:off x="3978230" y="2890893"/>
            <a:ext cx="273653" cy="437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stCxn id="69" idx="3"/>
          </p:cNvCxnSpPr>
          <p:nvPr/>
        </p:nvCxnSpPr>
        <p:spPr>
          <a:xfrm flipH="1">
            <a:off x="6286940" y="1307900"/>
            <a:ext cx="1665616" cy="1004416"/>
          </a:xfrm>
          <a:prstGeom prst="bentConnector3">
            <a:avLst>
              <a:gd name="adj1" fmla="val -13725"/>
            </a:avLst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79" idx="3"/>
          </p:cNvCxnSpPr>
          <p:nvPr/>
        </p:nvCxnSpPr>
        <p:spPr>
          <a:xfrm flipH="1" flipV="1">
            <a:off x="6305200" y="3252807"/>
            <a:ext cx="1533027" cy="1524778"/>
          </a:xfrm>
          <a:prstGeom prst="bentConnector3">
            <a:avLst>
              <a:gd name="adj1" fmla="val -21707"/>
            </a:avLst>
          </a:prstGeom>
          <a:ln w="1905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加号 9"/>
          <p:cNvSpPr/>
          <p:nvPr/>
        </p:nvSpPr>
        <p:spPr>
          <a:xfrm>
            <a:off x="5015578" y="2733031"/>
            <a:ext cx="335666" cy="321416"/>
          </a:xfrm>
          <a:prstGeom prst="mathPlus">
            <a:avLst>
              <a:gd name="adj1" fmla="val 1631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8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-1131269" y="-1226273"/>
            <a:ext cx="13170869" cy="8944004"/>
            <a:chOff x="-978869" y="-281393"/>
            <a:chExt cx="13170869" cy="8944004"/>
          </a:xfrm>
        </p:grpSpPr>
        <p:sp>
          <p:nvSpPr>
            <p:cNvPr id="55" name="圆角矩形 54"/>
            <p:cNvSpPr/>
            <p:nvPr/>
          </p:nvSpPr>
          <p:spPr>
            <a:xfrm>
              <a:off x="-978869" y="-281393"/>
              <a:ext cx="13170869" cy="217243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1748963" y="2284341"/>
              <a:ext cx="7315200" cy="2557382"/>
            </a:xfrm>
            <a:prstGeom prst="round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-978869" y="5240560"/>
              <a:ext cx="13170869" cy="342205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640321" y="-205164"/>
              <a:ext cx="43011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Computation Time Prediction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-653111" y="673977"/>
              <a:ext cx="2304943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Neural network decomposition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3469608" y="673977"/>
              <a:ext cx="1936955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Feature space sampling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箭头连接符 64"/>
            <p:cNvCxnSpPr>
              <a:stCxn id="59" idx="3"/>
              <a:endCxn id="64" idx="1"/>
            </p:cNvCxnSpPr>
            <p:nvPr/>
          </p:nvCxnSpPr>
          <p:spPr>
            <a:xfrm>
              <a:off x="1651832" y="1091454"/>
              <a:ext cx="18177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7224339" y="673977"/>
              <a:ext cx="1846185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Training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MLP model 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593002" y="342020"/>
              <a:ext cx="19209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/>
                <a:t>Neural network layer</a:t>
              </a:r>
              <a:endParaRPr lang="zh-CN" altLang="en-US" sz="2000" b="1" dirty="0"/>
            </a:p>
          </p:txBody>
        </p:sp>
        <p:cxnSp>
          <p:nvCxnSpPr>
            <p:cNvPr id="68" name="直接箭头连接符 67"/>
            <p:cNvCxnSpPr>
              <a:stCxn id="64" idx="3"/>
              <a:endCxn id="66" idx="1"/>
            </p:cNvCxnSpPr>
            <p:nvPr/>
          </p:nvCxnSpPr>
          <p:spPr>
            <a:xfrm>
              <a:off x="5406563" y="1091454"/>
              <a:ext cx="18177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9998240" y="673977"/>
              <a:ext cx="1983093" cy="8349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Predicting </a:t>
              </a:r>
            </a:p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layer by layer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>
              <a:stCxn id="66" idx="3"/>
              <a:endCxn id="69" idx="1"/>
            </p:cNvCxnSpPr>
            <p:nvPr/>
          </p:nvCxnSpPr>
          <p:spPr>
            <a:xfrm>
              <a:off x="9070524" y="1091454"/>
              <a:ext cx="9277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5331763" y="342020"/>
              <a:ext cx="19209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 smtClean="0"/>
                <a:t>Benchmark dataset</a:t>
              </a:r>
              <a:endParaRPr lang="zh-CN" altLang="en-US" sz="2000" b="1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450364" y="5297604"/>
              <a:ext cx="46810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Communication Time Prediction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-111492" y="6097265"/>
              <a:ext cx="2482647" cy="876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Real-time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throughput analysis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-111492" y="7254594"/>
              <a:ext cx="2482647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Communication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topology analysis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657852" y="6097265"/>
              <a:ext cx="3722220" cy="876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Single-link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communication time prediction model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657852" y="7254593"/>
              <a:ext cx="3722220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Cluster communication 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model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接箭头连接符 76"/>
            <p:cNvCxnSpPr>
              <a:stCxn id="73" idx="3"/>
              <a:endCxn id="75" idx="1"/>
            </p:cNvCxnSpPr>
            <p:nvPr/>
          </p:nvCxnSpPr>
          <p:spPr>
            <a:xfrm>
              <a:off x="2371155" y="6535715"/>
              <a:ext cx="1286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74" idx="3"/>
              <a:endCxn id="76" idx="1"/>
            </p:cNvCxnSpPr>
            <p:nvPr/>
          </p:nvCxnSpPr>
          <p:spPr>
            <a:xfrm flipV="1">
              <a:off x="2371155" y="7710475"/>
              <a:ext cx="12866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8834162" y="6657925"/>
              <a:ext cx="2644934" cy="876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smtClean="0">
                  <a:solidFill>
                    <a:schemeClr val="tx1"/>
                  </a:solidFill>
                </a:rPr>
                <a:t>Model combination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肘形连接符 79"/>
            <p:cNvCxnSpPr>
              <a:stCxn id="75" idx="3"/>
              <a:endCxn id="76" idx="3"/>
            </p:cNvCxnSpPr>
            <p:nvPr/>
          </p:nvCxnSpPr>
          <p:spPr>
            <a:xfrm>
              <a:off x="7380072" y="6535715"/>
              <a:ext cx="12700" cy="1174760"/>
            </a:xfrm>
            <a:prstGeom prst="bentConnector3">
              <a:avLst>
                <a:gd name="adj1" fmla="val 416506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endCxn id="79" idx="1"/>
            </p:cNvCxnSpPr>
            <p:nvPr/>
          </p:nvCxnSpPr>
          <p:spPr>
            <a:xfrm>
              <a:off x="7903322" y="7090267"/>
              <a:ext cx="930840" cy="61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2125244" y="2437700"/>
              <a:ext cx="67874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Computation-Communication Overlap Analysis</a:t>
              </a:r>
              <a:endParaRPr lang="zh-CN" alt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6066476" y="3284197"/>
              <a:ext cx="2372543" cy="11411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Critical path extraction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469836" y="3284196"/>
              <a:ext cx="2372543" cy="11411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 smtClean="0">
                  <a:solidFill>
                    <a:schemeClr val="tx1"/>
                  </a:solidFill>
                </a:rPr>
                <a:t>Iteration time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接箭头连接符 84"/>
            <p:cNvCxnSpPr>
              <a:stCxn id="83" idx="1"/>
              <a:endCxn id="84" idx="3"/>
            </p:cNvCxnSpPr>
            <p:nvPr/>
          </p:nvCxnSpPr>
          <p:spPr>
            <a:xfrm flipH="1" flipV="1">
              <a:off x="4842379" y="3854783"/>
              <a:ext cx="12240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肘形连接符 85"/>
            <p:cNvCxnSpPr>
              <a:stCxn id="69" idx="3"/>
            </p:cNvCxnSpPr>
            <p:nvPr/>
          </p:nvCxnSpPr>
          <p:spPr>
            <a:xfrm flipH="1">
              <a:off x="8439019" y="1091454"/>
              <a:ext cx="3542314" cy="2591035"/>
            </a:xfrm>
            <a:prstGeom prst="bentConnector3">
              <a:avLst>
                <a:gd name="adj1" fmla="val -18930"/>
              </a:avLst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肘形连接符 86"/>
            <p:cNvCxnSpPr/>
            <p:nvPr/>
          </p:nvCxnSpPr>
          <p:spPr>
            <a:xfrm rot="10800000">
              <a:off x="8439022" y="4081329"/>
              <a:ext cx="3045963" cy="3008937"/>
            </a:xfrm>
            <a:prstGeom prst="bentConnector3">
              <a:avLst>
                <a:gd name="adj1" fmla="val -39060"/>
              </a:avLst>
            </a:prstGeom>
            <a:ln w="28575" cap="flat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文本框 87"/>
            <p:cNvSpPr txBox="1"/>
            <p:nvPr/>
          </p:nvSpPr>
          <p:spPr>
            <a:xfrm>
              <a:off x="9560839" y="3123640"/>
              <a:ext cx="2361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Computation Time</a:t>
              </a:r>
              <a:endParaRPr lang="zh-CN" altLang="en-US" sz="2000" b="1" dirty="0"/>
            </a:p>
            <a:p>
              <a:endParaRPr lang="zh-CN" altLang="en-US" sz="2000" dirty="0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9392499" y="4224677"/>
              <a:ext cx="26789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Communication Time</a:t>
              </a:r>
              <a:endParaRPr lang="zh-CN" altLang="en-US" sz="2000" b="1" dirty="0"/>
            </a:p>
            <a:p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7294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3" name="组合 92"/>
          <p:cNvGrpSpPr/>
          <p:nvPr/>
        </p:nvGrpSpPr>
        <p:grpSpPr>
          <a:xfrm>
            <a:off x="-917909" y="-1425771"/>
            <a:ext cx="12901252" cy="8619051"/>
            <a:chOff x="-1085549" y="-1425771"/>
            <a:chExt cx="12901252" cy="8619051"/>
          </a:xfrm>
        </p:grpSpPr>
        <p:sp>
          <p:nvSpPr>
            <p:cNvPr id="55" name="圆角矩形 54"/>
            <p:cNvSpPr/>
            <p:nvPr/>
          </p:nvSpPr>
          <p:spPr>
            <a:xfrm>
              <a:off x="-1085549" y="-1425771"/>
              <a:ext cx="12901252" cy="250078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2286468" y="1445340"/>
              <a:ext cx="6429964" cy="2004083"/>
            </a:xfrm>
            <a:prstGeom prst="roundRect">
              <a:avLst/>
            </a:prstGeom>
            <a:noFill/>
            <a:ln w="28575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-696909" y="3848263"/>
              <a:ext cx="12012629" cy="3345017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880754" y="-1363263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计算时间预测</a:t>
              </a:r>
              <a:endPara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-716280" y="-65766"/>
              <a:ext cx="2253381" cy="7294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神经网络分解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3362928" y="-65767"/>
              <a:ext cx="2246981" cy="7294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特征空间采样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箭头连接符 64"/>
            <p:cNvCxnSpPr>
              <a:stCxn id="59" idx="3"/>
              <a:endCxn id="64" idx="1"/>
            </p:cNvCxnSpPr>
            <p:nvPr/>
          </p:nvCxnSpPr>
          <p:spPr>
            <a:xfrm>
              <a:off x="1545152" y="298974"/>
              <a:ext cx="181777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7194416" y="-207085"/>
              <a:ext cx="2148261" cy="10208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训练多层感知器模型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1484281" y="-236749"/>
              <a:ext cx="1920985" cy="46166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zh-CN" altLang="en-US" sz="2400" b="1" dirty="0" smtClean="0"/>
                <a:t>神经网络层</a:t>
              </a:r>
              <a:endParaRPr lang="zh-CN" altLang="en-US" sz="2400" b="1" dirty="0"/>
            </a:p>
          </p:txBody>
        </p:sp>
        <p:cxnSp>
          <p:nvCxnSpPr>
            <p:cNvPr id="68" name="直接箭头连接符 67"/>
            <p:cNvCxnSpPr>
              <a:stCxn id="64" idx="3"/>
              <a:endCxn id="66" idx="1"/>
            </p:cNvCxnSpPr>
            <p:nvPr/>
          </p:nvCxnSpPr>
          <p:spPr>
            <a:xfrm>
              <a:off x="5609909" y="298972"/>
              <a:ext cx="1584507" cy="436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10040816" y="-34212"/>
              <a:ext cx="1444827" cy="6707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逐层预测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>
              <a:stCxn id="66" idx="3"/>
              <a:endCxn id="69" idx="1"/>
            </p:cNvCxnSpPr>
            <p:nvPr/>
          </p:nvCxnSpPr>
          <p:spPr>
            <a:xfrm flipV="1">
              <a:off x="9342677" y="301154"/>
              <a:ext cx="698139" cy="21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5580399" y="-590878"/>
              <a:ext cx="16749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 smtClean="0"/>
                <a:t>基准测试数据集</a:t>
              </a:r>
              <a:endParaRPr lang="zh-CN" altLang="en-US" sz="2400" b="1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4573290" y="3952680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通信时间预测</a:t>
              </a:r>
              <a:endPara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24784" y="4704968"/>
              <a:ext cx="2482647" cy="876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实时吞吐量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24784" y="5862297"/>
              <a:ext cx="2482647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通信拓扑分析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794128" y="4704968"/>
              <a:ext cx="3722220" cy="8768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单链路通信时间预测模型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794128" y="5862296"/>
              <a:ext cx="3722220" cy="9117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集群通信模型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接箭头连接符 76"/>
            <p:cNvCxnSpPr>
              <a:stCxn id="73" idx="3"/>
              <a:endCxn id="75" idx="1"/>
            </p:cNvCxnSpPr>
            <p:nvPr/>
          </p:nvCxnSpPr>
          <p:spPr>
            <a:xfrm>
              <a:off x="2507431" y="5143418"/>
              <a:ext cx="1286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74" idx="3"/>
              <a:endCxn id="76" idx="1"/>
            </p:cNvCxnSpPr>
            <p:nvPr/>
          </p:nvCxnSpPr>
          <p:spPr>
            <a:xfrm flipV="1">
              <a:off x="2507431" y="6318178"/>
              <a:ext cx="1286697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8970438" y="5308946"/>
              <a:ext cx="1659482" cy="7780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模型结合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肘形连接符 79"/>
            <p:cNvCxnSpPr>
              <a:stCxn id="75" idx="3"/>
              <a:endCxn id="76" idx="3"/>
            </p:cNvCxnSpPr>
            <p:nvPr/>
          </p:nvCxnSpPr>
          <p:spPr>
            <a:xfrm>
              <a:off x="7516348" y="5143418"/>
              <a:ext cx="12700" cy="1174760"/>
            </a:xfrm>
            <a:prstGeom prst="bentConnector3">
              <a:avLst>
                <a:gd name="adj1" fmla="val 4165063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endCxn id="79" idx="1"/>
            </p:cNvCxnSpPr>
            <p:nvPr/>
          </p:nvCxnSpPr>
          <p:spPr>
            <a:xfrm>
              <a:off x="8039598" y="5697970"/>
              <a:ext cx="9308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3793289" y="1568446"/>
              <a:ext cx="34163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计算通信并行性分析</a:t>
              </a:r>
              <a:endParaRPr lang="zh-CN" alt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6077341" y="2377693"/>
              <a:ext cx="2264538" cy="65439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关键路径提取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2718319" y="2377693"/>
              <a:ext cx="1916299" cy="6543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 smtClean="0">
                  <a:solidFill>
                    <a:schemeClr val="tx1"/>
                  </a:solidFill>
                </a:rPr>
                <a:t>迭代时间</a:t>
              </a:r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接箭头连接符 84"/>
            <p:cNvCxnSpPr>
              <a:stCxn id="83" idx="1"/>
              <a:endCxn id="84" idx="3"/>
            </p:cNvCxnSpPr>
            <p:nvPr/>
          </p:nvCxnSpPr>
          <p:spPr>
            <a:xfrm flipH="1">
              <a:off x="4634618" y="2704889"/>
              <a:ext cx="1442723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肘形连接符 85"/>
            <p:cNvCxnSpPr>
              <a:stCxn id="69" idx="3"/>
            </p:cNvCxnSpPr>
            <p:nvPr/>
          </p:nvCxnSpPr>
          <p:spPr>
            <a:xfrm flipH="1">
              <a:off x="8341879" y="301154"/>
              <a:ext cx="3143764" cy="2286310"/>
            </a:xfrm>
            <a:prstGeom prst="bentConnector3">
              <a:avLst>
                <a:gd name="adj1" fmla="val -22300"/>
              </a:avLst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肘形连接符 86"/>
            <p:cNvCxnSpPr/>
            <p:nvPr/>
          </p:nvCxnSpPr>
          <p:spPr>
            <a:xfrm flipH="1" flipV="1">
              <a:off x="8375435" y="2801939"/>
              <a:ext cx="2274805" cy="2896031"/>
            </a:xfrm>
            <a:prstGeom prst="bentConnector4">
              <a:avLst>
                <a:gd name="adj1" fmla="val -66994"/>
                <a:gd name="adj2" fmla="val 99517"/>
              </a:avLst>
            </a:prstGeom>
            <a:ln w="28575" cap="flat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文本框 87"/>
            <p:cNvSpPr txBox="1"/>
            <p:nvPr/>
          </p:nvSpPr>
          <p:spPr>
            <a:xfrm>
              <a:off x="9574181" y="2135758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计算时间</a:t>
              </a:r>
              <a:endParaRPr lang="zh-CN" altLang="en-US" sz="2000" dirty="0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9574181" y="286821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/>
                <a:t>通信时间</a:t>
              </a:r>
              <a:endParaRPr lang="zh-CN" altLang="en-US" sz="2000" dirty="0"/>
            </a:p>
          </p:txBody>
        </p:sp>
        <p:cxnSp>
          <p:nvCxnSpPr>
            <p:cNvPr id="51" name="直接箭头连接符 50"/>
            <p:cNvCxnSpPr/>
            <p:nvPr/>
          </p:nvCxnSpPr>
          <p:spPr>
            <a:xfrm flipH="1">
              <a:off x="8336799" y="2813574"/>
              <a:ext cx="176280" cy="31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009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组合 178"/>
          <p:cNvGrpSpPr/>
          <p:nvPr/>
        </p:nvGrpSpPr>
        <p:grpSpPr>
          <a:xfrm>
            <a:off x="380717" y="58568"/>
            <a:ext cx="9221822" cy="2587557"/>
            <a:chOff x="380717" y="58568"/>
            <a:chExt cx="9221822" cy="2587557"/>
          </a:xfrm>
        </p:grpSpPr>
        <p:grpSp>
          <p:nvGrpSpPr>
            <p:cNvPr id="173" name="组合 172"/>
            <p:cNvGrpSpPr/>
            <p:nvPr/>
          </p:nvGrpSpPr>
          <p:grpSpPr>
            <a:xfrm>
              <a:off x="380717" y="58568"/>
              <a:ext cx="9221822" cy="2587557"/>
              <a:chOff x="2231849" y="1649486"/>
              <a:chExt cx="9221822" cy="2587557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2231849" y="1649486"/>
                <a:ext cx="9221822" cy="25875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70" name="组合 169"/>
              <p:cNvGrpSpPr/>
              <p:nvPr/>
            </p:nvGrpSpPr>
            <p:grpSpPr>
              <a:xfrm>
                <a:off x="2345511" y="1782498"/>
                <a:ext cx="9023061" cy="2433737"/>
                <a:chOff x="2345511" y="1782498"/>
                <a:chExt cx="9023061" cy="2433737"/>
              </a:xfrm>
            </p:grpSpPr>
            <p:grpSp>
              <p:nvGrpSpPr>
                <p:cNvPr id="161" name="组合 160"/>
                <p:cNvGrpSpPr/>
                <p:nvPr/>
              </p:nvGrpSpPr>
              <p:grpSpPr>
                <a:xfrm>
                  <a:off x="2345511" y="1782498"/>
                  <a:ext cx="4083493" cy="2433737"/>
                  <a:chOff x="2345511" y="1782498"/>
                  <a:chExt cx="4083493" cy="2433737"/>
                </a:xfrm>
              </p:grpSpPr>
              <p:sp>
                <p:nvSpPr>
                  <p:cNvPr id="3" name="椭圆 2"/>
                  <p:cNvSpPr/>
                  <p:nvPr/>
                </p:nvSpPr>
                <p:spPr>
                  <a:xfrm>
                    <a:off x="3309800" y="1804885"/>
                    <a:ext cx="2137050" cy="213705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" name="椭圆 1"/>
                  <p:cNvSpPr/>
                  <p:nvPr/>
                </p:nvSpPr>
                <p:spPr>
                  <a:xfrm>
                    <a:off x="4831612" y="3509539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" name="椭圆 3"/>
                  <p:cNvSpPr/>
                  <p:nvPr/>
                </p:nvSpPr>
                <p:spPr>
                  <a:xfrm>
                    <a:off x="3541096" y="3513918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椭圆 5"/>
                  <p:cNvSpPr/>
                  <p:nvPr/>
                </p:nvSpPr>
                <p:spPr>
                  <a:xfrm>
                    <a:off x="3113079" y="2515249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椭圆 6"/>
                  <p:cNvSpPr/>
                  <p:nvPr/>
                </p:nvSpPr>
                <p:spPr>
                  <a:xfrm>
                    <a:off x="5215554" y="2515248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矩形 7"/>
                  <p:cNvSpPr/>
                  <p:nvPr/>
                </p:nvSpPr>
                <p:spPr>
                  <a:xfrm>
                    <a:off x="3882569" y="1782498"/>
                    <a:ext cx="991512" cy="3344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800" b="1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0" name="直接箭头连接符 9"/>
                  <p:cNvCxnSpPr/>
                  <p:nvPr/>
                </p:nvCxnSpPr>
                <p:spPr>
                  <a:xfrm rot="-480000" flipV="1">
                    <a:off x="4771581" y="3841015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箭头连接符 15"/>
                  <p:cNvCxnSpPr/>
                  <p:nvPr/>
                </p:nvCxnSpPr>
                <p:spPr>
                  <a:xfrm rot="17340000" flipV="1">
                    <a:off x="5395455" y="2981214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16"/>
                  <p:cNvCxnSpPr/>
                  <p:nvPr/>
                </p:nvCxnSpPr>
                <p:spPr>
                  <a:xfrm rot="25320000" flipV="1">
                    <a:off x="3516347" y="3549819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接箭头连接符 18"/>
                  <p:cNvCxnSpPr/>
                  <p:nvPr/>
                </p:nvCxnSpPr>
                <p:spPr>
                  <a:xfrm rot="29220000" flipV="1">
                    <a:off x="3341665" y="2464377"/>
                    <a:ext cx="88426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箭头连接符 19"/>
                  <p:cNvCxnSpPr/>
                  <p:nvPr/>
                </p:nvCxnSpPr>
                <p:spPr>
                  <a:xfrm rot="13440000" flipV="1">
                    <a:off x="4844055" y="1923257"/>
                    <a:ext cx="87548" cy="1867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椭圆 20"/>
                  <p:cNvSpPr/>
                  <p:nvPr/>
                </p:nvSpPr>
                <p:spPr>
                  <a:xfrm>
                    <a:off x="3985342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椭圆 21"/>
                  <p:cNvSpPr/>
                  <p:nvPr/>
                </p:nvSpPr>
                <p:spPr>
                  <a:xfrm>
                    <a:off x="4132879" y="1849754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>
                    <a:off x="4278235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椭圆 23"/>
                  <p:cNvSpPr/>
                  <p:nvPr/>
                </p:nvSpPr>
                <p:spPr>
                  <a:xfrm>
                    <a:off x="4424402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椭圆 24"/>
                  <p:cNvSpPr/>
                  <p:nvPr/>
                </p:nvSpPr>
                <p:spPr>
                  <a:xfrm>
                    <a:off x="4571939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椭圆 25"/>
                  <p:cNvSpPr/>
                  <p:nvPr/>
                </p:nvSpPr>
                <p:spPr>
                  <a:xfrm>
                    <a:off x="4723039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矩形 30"/>
                  <p:cNvSpPr/>
                  <p:nvPr/>
                </p:nvSpPr>
                <p:spPr>
                  <a:xfrm>
                    <a:off x="3432283" y="1918689"/>
                    <a:ext cx="59406" cy="200224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矩形 45"/>
                  <p:cNvSpPr/>
                  <p:nvPr/>
                </p:nvSpPr>
                <p:spPr>
                  <a:xfrm>
                    <a:off x="2782916" y="3676093"/>
                    <a:ext cx="690093" cy="314675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7" name="矩形 46"/>
                  <p:cNvSpPr/>
                  <p:nvPr/>
                </p:nvSpPr>
                <p:spPr>
                  <a:xfrm>
                    <a:off x="2791460" y="3683068"/>
                    <a:ext cx="67376" cy="151949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8" name="直接连接符 47"/>
                  <p:cNvCxnSpPr/>
                  <p:nvPr/>
                </p:nvCxnSpPr>
                <p:spPr>
                  <a:xfrm>
                    <a:off x="2861528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直接连接符 48"/>
                  <p:cNvCxnSpPr/>
                  <p:nvPr/>
                </p:nvCxnSpPr>
                <p:spPr>
                  <a:xfrm>
                    <a:off x="2939633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/>
                  <p:cNvCxnSpPr/>
                  <p:nvPr/>
                </p:nvCxnSpPr>
                <p:spPr>
                  <a:xfrm>
                    <a:off x="3017738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/>
                  <p:cNvCxnSpPr/>
                  <p:nvPr/>
                </p:nvCxnSpPr>
                <p:spPr>
                  <a:xfrm>
                    <a:off x="3400643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文本框 52"/>
                  <p:cNvSpPr txBox="1"/>
                  <p:nvPr/>
                </p:nvSpPr>
                <p:spPr>
                  <a:xfrm>
                    <a:off x="3056595" y="3702712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77" name="直接连接符 76"/>
                  <p:cNvCxnSpPr/>
                  <p:nvPr/>
                </p:nvCxnSpPr>
                <p:spPr>
                  <a:xfrm>
                    <a:off x="3097748" y="3677679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" name="矩形 78"/>
                  <p:cNvSpPr/>
                  <p:nvPr/>
                </p:nvSpPr>
                <p:spPr>
                  <a:xfrm>
                    <a:off x="2345511" y="2576254"/>
                    <a:ext cx="690093" cy="314675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2968448" y="2583229"/>
                    <a:ext cx="62878" cy="151949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" name="直接连接符 80"/>
                  <p:cNvCxnSpPr/>
                  <p:nvPr/>
                </p:nvCxnSpPr>
                <p:spPr>
                  <a:xfrm>
                    <a:off x="242412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/>
                  <p:cNvCxnSpPr/>
                  <p:nvPr/>
                </p:nvCxnSpPr>
                <p:spPr>
                  <a:xfrm>
                    <a:off x="250222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/>
                  <p:cNvCxnSpPr/>
                  <p:nvPr/>
                </p:nvCxnSpPr>
                <p:spPr>
                  <a:xfrm>
                    <a:off x="258033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直接连接符 83"/>
                  <p:cNvCxnSpPr/>
                  <p:nvPr/>
                </p:nvCxnSpPr>
                <p:spPr>
                  <a:xfrm>
                    <a:off x="296323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文本框 84"/>
                  <p:cNvSpPr txBox="1"/>
                  <p:nvPr/>
                </p:nvSpPr>
                <p:spPr>
                  <a:xfrm>
                    <a:off x="2619190" y="2602873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86" name="直接连接符 85"/>
                  <p:cNvCxnSpPr/>
                  <p:nvPr/>
                </p:nvCxnSpPr>
                <p:spPr>
                  <a:xfrm>
                    <a:off x="2660343" y="2577840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矩形 86"/>
                  <p:cNvSpPr/>
                  <p:nvPr/>
                </p:nvSpPr>
                <p:spPr>
                  <a:xfrm>
                    <a:off x="5322407" y="3683846"/>
                    <a:ext cx="690093" cy="314675"/>
                  </a:xfrm>
                  <a:prstGeom prst="rect">
                    <a:avLst/>
                  </a:prstGeom>
                  <a:solidFill>
                    <a:srgbClr val="ED7D3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>
                  <a:xfrm>
                    <a:off x="5402417" y="3690821"/>
                    <a:ext cx="74803" cy="151949"/>
                  </a:xfrm>
                  <a:prstGeom prst="rect">
                    <a:avLst/>
                  </a:prstGeom>
                  <a:solidFill>
                    <a:srgbClr val="5B9BD5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9" name="直接连接符 88"/>
                  <p:cNvCxnSpPr/>
                  <p:nvPr/>
                </p:nvCxnSpPr>
                <p:spPr>
                  <a:xfrm>
                    <a:off x="5401019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连接符 89"/>
                  <p:cNvCxnSpPr/>
                  <p:nvPr/>
                </p:nvCxnSpPr>
                <p:spPr>
                  <a:xfrm>
                    <a:off x="5479124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直接连接符 90"/>
                  <p:cNvCxnSpPr/>
                  <p:nvPr/>
                </p:nvCxnSpPr>
                <p:spPr>
                  <a:xfrm>
                    <a:off x="5557229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接连接符 91"/>
                  <p:cNvCxnSpPr/>
                  <p:nvPr/>
                </p:nvCxnSpPr>
                <p:spPr>
                  <a:xfrm>
                    <a:off x="5940134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文本框 92"/>
                  <p:cNvSpPr txBox="1"/>
                  <p:nvPr/>
                </p:nvSpPr>
                <p:spPr>
                  <a:xfrm>
                    <a:off x="5596086" y="3710465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94" name="直接连接符 93"/>
                  <p:cNvCxnSpPr/>
                  <p:nvPr/>
                </p:nvCxnSpPr>
                <p:spPr>
                  <a:xfrm>
                    <a:off x="5637239" y="3685432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5" name="矩形 94"/>
                  <p:cNvSpPr/>
                  <p:nvPr/>
                </p:nvSpPr>
                <p:spPr>
                  <a:xfrm>
                    <a:off x="5738911" y="2576254"/>
                    <a:ext cx="690093" cy="314675"/>
                  </a:xfrm>
                  <a:prstGeom prst="rect">
                    <a:avLst/>
                  </a:prstGeom>
                  <a:solidFill>
                    <a:srgbClr val="FFFF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5899568" y="2583229"/>
                    <a:ext cx="73536" cy="151949"/>
                  </a:xfrm>
                  <a:prstGeom prst="rect">
                    <a:avLst/>
                  </a:prstGeom>
                  <a:solidFill>
                    <a:srgbClr val="ED7D31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97" name="直接连接符 96"/>
                  <p:cNvCxnSpPr/>
                  <p:nvPr/>
                </p:nvCxnSpPr>
                <p:spPr>
                  <a:xfrm>
                    <a:off x="581752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直接连接符 97"/>
                  <p:cNvCxnSpPr/>
                  <p:nvPr/>
                </p:nvCxnSpPr>
                <p:spPr>
                  <a:xfrm>
                    <a:off x="589562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接连接符 98"/>
                  <p:cNvCxnSpPr/>
                  <p:nvPr/>
                </p:nvCxnSpPr>
                <p:spPr>
                  <a:xfrm>
                    <a:off x="597373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连接符 99"/>
                  <p:cNvCxnSpPr/>
                  <p:nvPr/>
                </p:nvCxnSpPr>
                <p:spPr>
                  <a:xfrm>
                    <a:off x="635663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6012590" y="2602873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102" name="直接连接符 101"/>
                  <p:cNvCxnSpPr/>
                  <p:nvPr/>
                </p:nvCxnSpPr>
                <p:spPr>
                  <a:xfrm>
                    <a:off x="6053743" y="2577840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" name="矩形 102"/>
                  <p:cNvSpPr/>
                  <p:nvPr/>
                </p:nvSpPr>
                <p:spPr>
                  <a:xfrm>
                    <a:off x="3234566" y="3170176"/>
                    <a:ext cx="59406" cy="20022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>
                  <a:xfrm>
                    <a:off x="4318919" y="4016011"/>
                    <a:ext cx="59406" cy="200224"/>
                  </a:xfrm>
                  <a:prstGeom prst="rect">
                    <a:avLst/>
                  </a:prstGeom>
                  <a:solidFill>
                    <a:srgbClr val="5B9BD5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>
                  <a:xfrm>
                    <a:off x="5462678" y="3170176"/>
                    <a:ext cx="59406" cy="200224"/>
                  </a:xfrm>
                  <a:prstGeom prst="rect">
                    <a:avLst/>
                  </a:prstGeom>
                  <a:solidFill>
                    <a:srgbClr val="ED7D3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>
                  <a:xfrm>
                    <a:off x="5275834" y="1918689"/>
                    <a:ext cx="59406" cy="200224"/>
                  </a:xfrm>
                  <a:prstGeom prst="rect">
                    <a:avLst/>
                  </a:prstGeom>
                  <a:solidFill>
                    <a:srgbClr val="FFFF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69" name="组合 168"/>
                <p:cNvGrpSpPr/>
                <p:nvPr/>
              </p:nvGrpSpPr>
              <p:grpSpPr>
                <a:xfrm>
                  <a:off x="7245831" y="1782498"/>
                  <a:ext cx="4122741" cy="2433737"/>
                  <a:chOff x="7474731" y="1782498"/>
                  <a:chExt cx="4122741" cy="2433737"/>
                </a:xfrm>
              </p:grpSpPr>
              <p:sp>
                <p:nvSpPr>
                  <p:cNvPr id="107" name="椭圆 106"/>
                  <p:cNvSpPr/>
                  <p:nvPr/>
                </p:nvSpPr>
                <p:spPr>
                  <a:xfrm>
                    <a:off x="8439020" y="1804885"/>
                    <a:ext cx="2137050" cy="2137050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" name="椭圆 107"/>
                  <p:cNvSpPr/>
                  <p:nvPr/>
                </p:nvSpPr>
                <p:spPr>
                  <a:xfrm>
                    <a:off x="9960832" y="3509539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9" name="椭圆 108"/>
                  <p:cNvSpPr/>
                  <p:nvPr/>
                </p:nvSpPr>
                <p:spPr>
                  <a:xfrm>
                    <a:off x="8670316" y="3513918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8242299" y="2515249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10344774" y="2515248"/>
                    <a:ext cx="428017" cy="428017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>
                  <a:xfrm>
                    <a:off x="9011789" y="1782498"/>
                    <a:ext cx="991512" cy="3344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2800" b="1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13" name="直接箭头连接符 112"/>
                  <p:cNvCxnSpPr/>
                  <p:nvPr/>
                </p:nvCxnSpPr>
                <p:spPr>
                  <a:xfrm rot="21120000" flipV="1">
                    <a:off x="9900801" y="3841015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直接箭头连接符 113"/>
                  <p:cNvCxnSpPr/>
                  <p:nvPr/>
                </p:nvCxnSpPr>
                <p:spPr>
                  <a:xfrm rot="17340000" flipV="1">
                    <a:off x="10524675" y="2981214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直接箭头连接符 114"/>
                  <p:cNvCxnSpPr/>
                  <p:nvPr/>
                </p:nvCxnSpPr>
                <p:spPr>
                  <a:xfrm rot="3720000" flipV="1">
                    <a:off x="8645567" y="3549819"/>
                    <a:ext cx="87548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直接箭头连接符 115"/>
                  <p:cNvCxnSpPr/>
                  <p:nvPr/>
                </p:nvCxnSpPr>
                <p:spPr>
                  <a:xfrm rot="7620000" flipV="1">
                    <a:off x="8470885" y="2464377"/>
                    <a:ext cx="88426" cy="19454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直接箭头连接符 116"/>
                  <p:cNvCxnSpPr/>
                  <p:nvPr/>
                </p:nvCxnSpPr>
                <p:spPr>
                  <a:xfrm rot="13440000" flipV="1">
                    <a:off x="9973275" y="1923257"/>
                    <a:ext cx="87548" cy="1867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椭圆 117"/>
                  <p:cNvSpPr/>
                  <p:nvPr/>
                </p:nvSpPr>
                <p:spPr>
                  <a:xfrm>
                    <a:off x="9114562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9" name="椭圆 118"/>
                  <p:cNvSpPr/>
                  <p:nvPr/>
                </p:nvSpPr>
                <p:spPr>
                  <a:xfrm>
                    <a:off x="9262099" y="1849754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0" name="椭圆 119"/>
                  <p:cNvSpPr/>
                  <p:nvPr/>
                </p:nvSpPr>
                <p:spPr>
                  <a:xfrm>
                    <a:off x="9407455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1" name="椭圆 120"/>
                  <p:cNvSpPr/>
                  <p:nvPr/>
                </p:nvSpPr>
                <p:spPr>
                  <a:xfrm>
                    <a:off x="9553622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2" name="椭圆 121"/>
                  <p:cNvSpPr/>
                  <p:nvPr/>
                </p:nvSpPr>
                <p:spPr>
                  <a:xfrm>
                    <a:off x="9701159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" name="椭圆 122"/>
                  <p:cNvSpPr/>
                  <p:nvPr/>
                </p:nvSpPr>
                <p:spPr>
                  <a:xfrm>
                    <a:off x="9852259" y="1849752"/>
                    <a:ext cx="45719" cy="457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4" name="矩形 123"/>
                  <p:cNvSpPr/>
                  <p:nvPr/>
                </p:nvSpPr>
                <p:spPr>
                  <a:xfrm>
                    <a:off x="8561503" y="1918689"/>
                    <a:ext cx="59406" cy="200224"/>
                  </a:xfrm>
                  <a:prstGeom prst="rect">
                    <a:avLst/>
                  </a:prstGeom>
                  <a:solidFill>
                    <a:srgbClr val="FF0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5" name="矩形 124"/>
                  <p:cNvSpPr/>
                  <p:nvPr/>
                </p:nvSpPr>
                <p:spPr>
                  <a:xfrm>
                    <a:off x="7912136" y="3676093"/>
                    <a:ext cx="690093" cy="314675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27" name="直接连接符 126"/>
                  <p:cNvCxnSpPr/>
                  <p:nvPr/>
                </p:nvCxnSpPr>
                <p:spPr>
                  <a:xfrm>
                    <a:off x="7990748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直接连接符 129"/>
                  <p:cNvCxnSpPr/>
                  <p:nvPr/>
                </p:nvCxnSpPr>
                <p:spPr>
                  <a:xfrm>
                    <a:off x="8529863" y="3676093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" name="文本框 130"/>
                  <p:cNvSpPr txBox="1"/>
                  <p:nvPr/>
                </p:nvSpPr>
                <p:spPr>
                  <a:xfrm>
                    <a:off x="8185815" y="3702712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132" name="直接连接符 131"/>
                  <p:cNvCxnSpPr/>
                  <p:nvPr/>
                </p:nvCxnSpPr>
                <p:spPr>
                  <a:xfrm>
                    <a:off x="8226968" y="3677679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3" name="矩形 132"/>
                  <p:cNvSpPr/>
                  <p:nvPr/>
                </p:nvSpPr>
                <p:spPr>
                  <a:xfrm>
                    <a:off x="7474731" y="2576254"/>
                    <a:ext cx="690093" cy="314675"/>
                  </a:xfrm>
                  <a:prstGeom prst="rect">
                    <a:avLst/>
                  </a:prstGeom>
                  <a:solidFill>
                    <a:schemeClr val="accent6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>
                  <a:xfrm>
                    <a:off x="7554549" y="2576438"/>
                    <a:ext cx="75383" cy="313690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7" name="直接连接符 136"/>
                  <p:cNvCxnSpPr/>
                  <p:nvPr/>
                </p:nvCxnSpPr>
                <p:spPr>
                  <a:xfrm>
                    <a:off x="770955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直接连接符 137"/>
                  <p:cNvCxnSpPr/>
                  <p:nvPr/>
                </p:nvCxnSpPr>
                <p:spPr>
                  <a:xfrm>
                    <a:off x="809245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9" name="文本框 138"/>
                  <p:cNvSpPr txBox="1"/>
                  <p:nvPr/>
                </p:nvSpPr>
                <p:spPr>
                  <a:xfrm>
                    <a:off x="7748410" y="2602873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cxnSp>
                <p:nvCxnSpPr>
                  <p:cNvPr id="140" name="直接连接符 139"/>
                  <p:cNvCxnSpPr/>
                  <p:nvPr/>
                </p:nvCxnSpPr>
                <p:spPr>
                  <a:xfrm>
                    <a:off x="7789563" y="2577840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1" name="矩形 140"/>
                  <p:cNvSpPr/>
                  <p:nvPr/>
                </p:nvSpPr>
                <p:spPr>
                  <a:xfrm>
                    <a:off x="10451627" y="3683846"/>
                    <a:ext cx="690093" cy="314675"/>
                  </a:xfrm>
                  <a:prstGeom prst="rect">
                    <a:avLst/>
                  </a:prstGeom>
                  <a:solidFill>
                    <a:srgbClr val="ED7D3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43" name="直接连接符 142"/>
                  <p:cNvCxnSpPr/>
                  <p:nvPr/>
                </p:nvCxnSpPr>
                <p:spPr>
                  <a:xfrm>
                    <a:off x="10530239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连接符 143"/>
                  <p:cNvCxnSpPr/>
                  <p:nvPr/>
                </p:nvCxnSpPr>
                <p:spPr>
                  <a:xfrm>
                    <a:off x="10608344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接连接符 145"/>
                  <p:cNvCxnSpPr/>
                  <p:nvPr/>
                </p:nvCxnSpPr>
                <p:spPr>
                  <a:xfrm>
                    <a:off x="11069354" y="3683846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" name="文本框 146"/>
                  <p:cNvSpPr txBox="1"/>
                  <p:nvPr/>
                </p:nvSpPr>
                <p:spPr>
                  <a:xfrm>
                    <a:off x="10725306" y="3710465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sp>
                <p:nvSpPr>
                  <p:cNvPr id="149" name="矩形 148"/>
                  <p:cNvSpPr/>
                  <p:nvPr/>
                </p:nvSpPr>
                <p:spPr>
                  <a:xfrm>
                    <a:off x="10868131" y="2576254"/>
                    <a:ext cx="690093" cy="314675"/>
                  </a:xfrm>
                  <a:prstGeom prst="rect">
                    <a:avLst/>
                  </a:prstGeom>
                  <a:solidFill>
                    <a:srgbClr val="FFFF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51" name="直接连接符 150"/>
                  <p:cNvCxnSpPr/>
                  <p:nvPr/>
                </p:nvCxnSpPr>
                <p:spPr>
                  <a:xfrm>
                    <a:off x="1094674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直接连接符 151"/>
                  <p:cNvCxnSpPr/>
                  <p:nvPr/>
                </p:nvCxnSpPr>
                <p:spPr>
                  <a:xfrm>
                    <a:off x="1102484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连接符 152"/>
                  <p:cNvCxnSpPr/>
                  <p:nvPr/>
                </p:nvCxnSpPr>
                <p:spPr>
                  <a:xfrm>
                    <a:off x="11102953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直接连接符 153"/>
                  <p:cNvCxnSpPr/>
                  <p:nvPr/>
                </p:nvCxnSpPr>
                <p:spPr>
                  <a:xfrm>
                    <a:off x="11485858" y="2576254"/>
                    <a:ext cx="0" cy="31467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5" name="文本框 154"/>
                  <p:cNvSpPr txBox="1"/>
                  <p:nvPr/>
                </p:nvSpPr>
                <p:spPr>
                  <a:xfrm>
                    <a:off x="11181058" y="2602873"/>
                    <a:ext cx="41641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AE" altLang="zh-CN" sz="1100" dirty="0" smtClean="0"/>
                      <a:t>……</a:t>
                    </a:r>
                    <a:endParaRPr lang="zh-CN" altLang="en-US" sz="1100" dirty="0"/>
                  </a:p>
                </p:txBody>
              </p:sp>
              <p:sp>
                <p:nvSpPr>
                  <p:cNvPr id="157" name="矩形 156"/>
                  <p:cNvSpPr/>
                  <p:nvPr/>
                </p:nvSpPr>
                <p:spPr>
                  <a:xfrm>
                    <a:off x="8363786" y="3170176"/>
                    <a:ext cx="59406" cy="200224"/>
                  </a:xfrm>
                  <a:prstGeom prst="rect">
                    <a:avLst/>
                  </a:prstGeom>
                  <a:solidFill>
                    <a:srgbClr val="00B05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8" name="矩形 157"/>
                  <p:cNvSpPr/>
                  <p:nvPr/>
                </p:nvSpPr>
                <p:spPr>
                  <a:xfrm>
                    <a:off x="9448139" y="4016011"/>
                    <a:ext cx="59406" cy="200224"/>
                  </a:xfrm>
                  <a:prstGeom prst="rect">
                    <a:avLst/>
                  </a:prstGeom>
                  <a:solidFill>
                    <a:srgbClr val="5B9BD5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59" name="矩形 158"/>
                  <p:cNvSpPr/>
                  <p:nvPr/>
                </p:nvSpPr>
                <p:spPr>
                  <a:xfrm>
                    <a:off x="10591898" y="3170176"/>
                    <a:ext cx="59406" cy="200224"/>
                  </a:xfrm>
                  <a:prstGeom prst="rect">
                    <a:avLst/>
                  </a:prstGeom>
                  <a:solidFill>
                    <a:srgbClr val="ED7D3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0" name="矩形 159"/>
                  <p:cNvSpPr/>
                  <p:nvPr/>
                </p:nvSpPr>
                <p:spPr>
                  <a:xfrm>
                    <a:off x="10405054" y="1918689"/>
                    <a:ext cx="59406" cy="200224"/>
                  </a:xfrm>
                  <a:prstGeom prst="rect">
                    <a:avLst/>
                  </a:prstGeom>
                  <a:solidFill>
                    <a:srgbClr val="FFFF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167" name="直接箭头连接符 166"/>
                <p:cNvCxnSpPr/>
                <p:nvPr/>
              </p:nvCxnSpPr>
              <p:spPr>
                <a:xfrm>
                  <a:off x="6644640" y="2948257"/>
                  <a:ext cx="396240" cy="1232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74" name="矩形 173"/>
            <p:cNvSpPr/>
            <p:nvPr/>
          </p:nvSpPr>
          <p:spPr>
            <a:xfrm>
              <a:off x="5980711" y="2085494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 174"/>
            <p:cNvSpPr/>
            <p:nvPr/>
          </p:nvSpPr>
          <p:spPr>
            <a:xfrm>
              <a:off x="8605329" y="209342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/>
            <p:cNvSpPr/>
            <p:nvPr/>
          </p:nvSpPr>
          <p:spPr>
            <a:xfrm>
              <a:off x="9095453" y="98552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4063380" y="1419470"/>
              <a:ext cx="18437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n-1 times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463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48219" y="529092"/>
            <a:ext cx="9221822" cy="5835458"/>
            <a:chOff x="148219" y="529092"/>
            <a:chExt cx="9221822" cy="5835458"/>
          </a:xfrm>
        </p:grpSpPr>
        <p:grpSp>
          <p:nvGrpSpPr>
            <p:cNvPr id="179" name="组合 178"/>
            <p:cNvGrpSpPr/>
            <p:nvPr/>
          </p:nvGrpSpPr>
          <p:grpSpPr>
            <a:xfrm>
              <a:off x="148219" y="529092"/>
              <a:ext cx="9221822" cy="2587557"/>
              <a:chOff x="380717" y="58568"/>
              <a:chExt cx="9221822" cy="2587557"/>
            </a:xfrm>
          </p:grpSpPr>
          <p:grpSp>
            <p:nvGrpSpPr>
              <p:cNvPr id="173" name="组合 172"/>
              <p:cNvGrpSpPr/>
              <p:nvPr/>
            </p:nvGrpSpPr>
            <p:grpSpPr>
              <a:xfrm>
                <a:off x="380717" y="58568"/>
                <a:ext cx="9221822" cy="2587557"/>
                <a:chOff x="2231849" y="1649486"/>
                <a:chExt cx="9221822" cy="2587557"/>
              </a:xfrm>
            </p:grpSpPr>
            <p:sp>
              <p:nvSpPr>
                <p:cNvPr id="171" name="矩形 170"/>
                <p:cNvSpPr/>
                <p:nvPr/>
              </p:nvSpPr>
              <p:spPr>
                <a:xfrm>
                  <a:off x="2231849" y="1649486"/>
                  <a:ext cx="9221822" cy="25875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70" name="组合 169"/>
                <p:cNvGrpSpPr/>
                <p:nvPr/>
              </p:nvGrpSpPr>
              <p:grpSpPr>
                <a:xfrm>
                  <a:off x="2345511" y="1782498"/>
                  <a:ext cx="9023061" cy="2433737"/>
                  <a:chOff x="2345511" y="1782498"/>
                  <a:chExt cx="9023061" cy="2433737"/>
                </a:xfrm>
              </p:grpSpPr>
              <p:grpSp>
                <p:nvGrpSpPr>
                  <p:cNvPr id="161" name="组合 160"/>
                  <p:cNvGrpSpPr/>
                  <p:nvPr/>
                </p:nvGrpSpPr>
                <p:grpSpPr>
                  <a:xfrm>
                    <a:off x="2345511" y="1782498"/>
                    <a:ext cx="4083493" cy="2433737"/>
                    <a:chOff x="2345511" y="1782498"/>
                    <a:chExt cx="4083493" cy="2433737"/>
                  </a:xfrm>
                </p:grpSpPr>
                <p:sp>
                  <p:nvSpPr>
                    <p:cNvPr id="3" name="椭圆 2"/>
                    <p:cNvSpPr/>
                    <p:nvPr/>
                  </p:nvSpPr>
                  <p:spPr>
                    <a:xfrm>
                      <a:off x="3309800" y="1804885"/>
                      <a:ext cx="2137050" cy="213705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" name="椭圆 1"/>
                    <p:cNvSpPr/>
                    <p:nvPr/>
                  </p:nvSpPr>
                  <p:spPr>
                    <a:xfrm>
                      <a:off x="4831612" y="3509539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" name="椭圆 3"/>
                    <p:cNvSpPr/>
                    <p:nvPr/>
                  </p:nvSpPr>
                  <p:spPr>
                    <a:xfrm>
                      <a:off x="3541096" y="3513918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" name="椭圆 5"/>
                    <p:cNvSpPr/>
                    <p:nvPr/>
                  </p:nvSpPr>
                  <p:spPr>
                    <a:xfrm>
                      <a:off x="3113079" y="2515249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" name="椭圆 6"/>
                    <p:cNvSpPr/>
                    <p:nvPr/>
                  </p:nvSpPr>
                  <p:spPr>
                    <a:xfrm>
                      <a:off x="5215554" y="2515248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" name="矩形 7"/>
                    <p:cNvSpPr/>
                    <p:nvPr/>
                  </p:nvSpPr>
                  <p:spPr>
                    <a:xfrm>
                      <a:off x="3882569" y="1782498"/>
                      <a:ext cx="991512" cy="33440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0" name="直接箭头连接符 9"/>
                    <p:cNvCxnSpPr/>
                    <p:nvPr/>
                  </p:nvCxnSpPr>
                  <p:spPr>
                    <a:xfrm rot="-480000" flipV="1">
                      <a:off x="4771581" y="3841015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直接箭头连接符 15"/>
                    <p:cNvCxnSpPr/>
                    <p:nvPr/>
                  </p:nvCxnSpPr>
                  <p:spPr>
                    <a:xfrm rot="17340000" flipV="1">
                      <a:off x="5395455" y="2981214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直接箭头连接符 16"/>
                    <p:cNvCxnSpPr/>
                    <p:nvPr/>
                  </p:nvCxnSpPr>
                  <p:spPr>
                    <a:xfrm rot="25320000" flipV="1">
                      <a:off x="3516347" y="3549819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直接箭头连接符 18"/>
                    <p:cNvCxnSpPr/>
                    <p:nvPr/>
                  </p:nvCxnSpPr>
                  <p:spPr>
                    <a:xfrm rot="29220000" flipV="1">
                      <a:off x="3341665" y="2464377"/>
                      <a:ext cx="88426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直接箭头连接符 19"/>
                    <p:cNvCxnSpPr/>
                    <p:nvPr/>
                  </p:nvCxnSpPr>
                  <p:spPr>
                    <a:xfrm rot="13440000" flipV="1">
                      <a:off x="4844055" y="1923257"/>
                      <a:ext cx="87548" cy="18677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" name="椭圆 20"/>
                    <p:cNvSpPr/>
                    <p:nvPr/>
                  </p:nvSpPr>
                  <p:spPr>
                    <a:xfrm>
                      <a:off x="3985342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" name="椭圆 21"/>
                    <p:cNvSpPr/>
                    <p:nvPr/>
                  </p:nvSpPr>
                  <p:spPr>
                    <a:xfrm>
                      <a:off x="4132879" y="1849754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" name="椭圆 22"/>
                    <p:cNvSpPr/>
                    <p:nvPr/>
                  </p:nvSpPr>
                  <p:spPr>
                    <a:xfrm>
                      <a:off x="4278235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" name="椭圆 23"/>
                    <p:cNvSpPr/>
                    <p:nvPr/>
                  </p:nvSpPr>
                  <p:spPr>
                    <a:xfrm>
                      <a:off x="4424402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" name="椭圆 24"/>
                    <p:cNvSpPr/>
                    <p:nvPr/>
                  </p:nvSpPr>
                  <p:spPr>
                    <a:xfrm>
                      <a:off x="4571939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" name="椭圆 25"/>
                    <p:cNvSpPr/>
                    <p:nvPr/>
                  </p:nvSpPr>
                  <p:spPr>
                    <a:xfrm>
                      <a:off x="4723039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" name="矩形 30"/>
                    <p:cNvSpPr/>
                    <p:nvPr/>
                  </p:nvSpPr>
                  <p:spPr>
                    <a:xfrm>
                      <a:off x="3432283" y="1918689"/>
                      <a:ext cx="59406" cy="200224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" name="矩形 45"/>
                    <p:cNvSpPr/>
                    <p:nvPr/>
                  </p:nvSpPr>
                  <p:spPr>
                    <a:xfrm>
                      <a:off x="2782916" y="3676093"/>
                      <a:ext cx="690093" cy="314675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47" name="矩形 46"/>
                    <p:cNvSpPr/>
                    <p:nvPr/>
                  </p:nvSpPr>
                  <p:spPr>
                    <a:xfrm>
                      <a:off x="2791460" y="3683068"/>
                      <a:ext cx="67376" cy="151949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48" name="直接连接符 47"/>
                    <p:cNvCxnSpPr/>
                    <p:nvPr/>
                  </p:nvCxnSpPr>
                  <p:spPr>
                    <a:xfrm>
                      <a:off x="2861528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/>
                    <p:cNvCxnSpPr/>
                    <p:nvPr/>
                  </p:nvCxnSpPr>
                  <p:spPr>
                    <a:xfrm>
                      <a:off x="2939633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/>
                    <p:cNvCxnSpPr/>
                    <p:nvPr/>
                  </p:nvCxnSpPr>
                  <p:spPr>
                    <a:xfrm>
                      <a:off x="3017738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直接连接符 51"/>
                    <p:cNvCxnSpPr/>
                    <p:nvPr/>
                  </p:nvCxnSpPr>
                  <p:spPr>
                    <a:xfrm>
                      <a:off x="3400643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文本框 52"/>
                    <p:cNvSpPr txBox="1"/>
                    <p:nvPr/>
                  </p:nvSpPr>
                  <p:spPr>
                    <a:xfrm>
                      <a:off x="3056595" y="3702712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77" name="直接连接符 76"/>
                    <p:cNvCxnSpPr/>
                    <p:nvPr/>
                  </p:nvCxnSpPr>
                  <p:spPr>
                    <a:xfrm>
                      <a:off x="3097748" y="3677679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9" name="矩形 78"/>
                    <p:cNvSpPr/>
                    <p:nvPr/>
                  </p:nvSpPr>
                  <p:spPr>
                    <a:xfrm>
                      <a:off x="2345511" y="2576254"/>
                      <a:ext cx="690093" cy="314675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80" name="矩形 79"/>
                    <p:cNvSpPr/>
                    <p:nvPr/>
                  </p:nvSpPr>
                  <p:spPr>
                    <a:xfrm>
                      <a:off x="2968448" y="2583229"/>
                      <a:ext cx="62878" cy="151949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1" name="直接连接符 80"/>
                    <p:cNvCxnSpPr/>
                    <p:nvPr/>
                  </p:nvCxnSpPr>
                  <p:spPr>
                    <a:xfrm>
                      <a:off x="242412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直接连接符 81"/>
                    <p:cNvCxnSpPr/>
                    <p:nvPr/>
                  </p:nvCxnSpPr>
                  <p:spPr>
                    <a:xfrm>
                      <a:off x="250222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直接连接符 82"/>
                    <p:cNvCxnSpPr/>
                    <p:nvPr/>
                  </p:nvCxnSpPr>
                  <p:spPr>
                    <a:xfrm>
                      <a:off x="258033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直接连接符 83"/>
                    <p:cNvCxnSpPr/>
                    <p:nvPr/>
                  </p:nvCxnSpPr>
                  <p:spPr>
                    <a:xfrm>
                      <a:off x="296323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5" name="文本框 84"/>
                    <p:cNvSpPr txBox="1"/>
                    <p:nvPr/>
                  </p:nvSpPr>
                  <p:spPr>
                    <a:xfrm>
                      <a:off x="2619190" y="2602873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86" name="直接连接符 85"/>
                    <p:cNvCxnSpPr/>
                    <p:nvPr/>
                  </p:nvCxnSpPr>
                  <p:spPr>
                    <a:xfrm>
                      <a:off x="2660343" y="2577840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7" name="矩形 86"/>
                    <p:cNvSpPr/>
                    <p:nvPr/>
                  </p:nvSpPr>
                  <p:spPr>
                    <a:xfrm>
                      <a:off x="5322407" y="3683846"/>
                      <a:ext cx="690093" cy="314675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88" name="矩形 87"/>
                    <p:cNvSpPr/>
                    <p:nvPr/>
                  </p:nvSpPr>
                  <p:spPr>
                    <a:xfrm>
                      <a:off x="5402417" y="3690821"/>
                      <a:ext cx="74803" cy="151949"/>
                    </a:xfrm>
                    <a:prstGeom prst="rect">
                      <a:avLst/>
                    </a:prstGeom>
                    <a:solidFill>
                      <a:srgbClr val="5B9BD5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9" name="直接连接符 88"/>
                    <p:cNvCxnSpPr/>
                    <p:nvPr/>
                  </p:nvCxnSpPr>
                  <p:spPr>
                    <a:xfrm>
                      <a:off x="5401019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直接连接符 89"/>
                    <p:cNvCxnSpPr/>
                    <p:nvPr/>
                  </p:nvCxnSpPr>
                  <p:spPr>
                    <a:xfrm>
                      <a:off x="5479124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直接连接符 90"/>
                    <p:cNvCxnSpPr/>
                    <p:nvPr/>
                  </p:nvCxnSpPr>
                  <p:spPr>
                    <a:xfrm>
                      <a:off x="5557229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2" name="直接连接符 91"/>
                    <p:cNvCxnSpPr/>
                    <p:nvPr/>
                  </p:nvCxnSpPr>
                  <p:spPr>
                    <a:xfrm>
                      <a:off x="5940134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3" name="文本框 92"/>
                    <p:cNvSpPr txBox="1"/>
                    <p:nvPr/>
                  </p:nvSpPr>
                  <p:spPr>
                    <a:xfrm>
                      <a:off x="5596086" y="3710465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94" name="直接连接符 93"/>
                    <p:cNvCxnSpPr/>
                    <p:nvPr/>
                  </p:nvCxnSpPr>
                  <p:spPr>
                    <a:xfrm>
                      <a:off x="5637239" y="3685432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5" name="矩形 94"/>
                    <p:cNvSpPr/>
                    <p:nvPr/>
                  </p:nvSpPr>
                  <p:spPr>
                    <a:xfrm>
                      <a:off x="5738911" y="2576254"/>
                      <a:ext cx="690093" cy="314675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96" name="矩形 95"/>
                    <p:cNvSpPr/>
                    <p:nvPr/>
                  </p:nvSpPr>
                  <p:spPr>
                    <a:xfrm>
                      <a:off x="5899568" y="2583229"/>
                      <a:ext cx="73536" cy="151949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7" name="直接连接符 96"/>
                    <p:cNvCxnSpPr/>
                    <p:nvPr/>
                  </p:nvCxnSpPr>
                  <p:spPr>
                    <a:xfrm>
                      <a:off x="581752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直接连接符 97"/>
                    <p:cNvCxnSpPr/>
                    <p:nvPr/>
                  </p:nvCxnSpPr>
                  <p:spPr>
                    <a:xfrm>
                      <a:off x="589562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直接连接符 98"/>
                    <p:cNvCxnSpPr/>
                    <p:nvPr/>
                  </p:nvCxnSpPr>
                  <p:spPr>
                    <a:xfrm>
                      <a:off x="597373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直接连接符 99"/>
                    <p:cNvCxnSpPr/>
                    <p:nvPr/>
                  </p:nvCxnSpPr>
                  <p:spPr>
                    <a:xfrm>
                      <a:off x="635663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1" name="文本框 100"/>
                    <p:cNvSpPr txBox="1"/>
                    <p:nvPr/>
                  </p:nvSpPr>
                  <p:spPr>
                    <a:xfrm>
                      <a:off x="6012590" y="2602873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102" name="直接连接符 101"/>
                    <p:cNvCxnSpPr/>
                    <p:nvPr/>
                  </p:nvCxnSpPr>
                  <p:spPr>
                    <a:xfrm>
                      <a:off x="6053743" y="2577840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3" name="矩形 102"/>
                    <p:cNvSpPr/>
                    <p:nvPr/>
                  </p:nvSpPr>
                  <p:spPr>
                    <a:xfrm>
                      <a:off x="3234566" y="3170176"/>
                      <a:ext cx="59406" cy="200224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矩形 103"/>
                    <p:cNvSpPr/>
                    <p:nvPr/>
                  </p:nvSpPr>
                  <p:spPr>
                    <a:xfrm>
                      <a:off x="4318919" y="4016011"/>
                      <a:ext cx="59406" cy="200224"/>
                    </a:xfrm>
                    <a:prstGeom prst="rect">
                      <a:avLst/>
                    </a:prstGeom>
                    <a:solidFill>
                      <a:srgbClr val="5B9BD5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" name="矩形 104"/>
                    <p:cNvSpPr/>
                    <p:nvPr/>
                  </p:nvSpPr>
                  <p:spPr>
                    <a:xfrm>
                      <a:off x="5462678" y="3170176"/>
                      <a:ext cx="59406" cy="200224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6" name="矩形 105"/>
                    <p:cNvSpPr/>
                    <p:nvPr/>
                  </p:nvSpPr>
                  <p:spPr>
                    <a:xfrm>
                      <a:off x="5275834" y="1918689"/>
                      <a:ext cx="59406" cy="20022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69" name="组合 168"/>
                  <p:cNvGrpSpPr/>
                  <p:nvPr/>
                </p:nvGrpSpPr>
                <p:grpSpPr>
                  <a:xfrm>
                    <a:off x="7245831" y="1782498"/>
                    <a:ext cx="4122741" cy="2433737"/>
                    <a:chOff x="7474731" y="1782498"/>
                    <a:chExt cx="4122741" cy="2433737"/>
                  </a:xfrm>
                </p:grpSpPr>
                <p:sp>
                  <p:nvSpPr>
                    <p:cNvPr id="107" name="椭圆 106"/>
                    <p:cNvSpPr/>
                    <p:nvPr/>
                  </p:nvSpPr>
                  <p:spPr>
                    <a:xfrm>
                      <a:off x="8439020" y="1804885"/>
                      <a:ext cx="2137050" cy="2137050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" name="椭圆 107"/>
                    <p:cNvSpPr/>
                    <p:nvPr/>
                  </p:nvSpPr>
                  <p:spPr>
                    <a:xfrm>
                      <a:off x="9960832" y="3509539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9" name="椭圆 108"/>
                    <p:cNvSpPr/>
                    <p:nvPr/>
                  </p:nvSpPr>
                  <p:spPr>
                    <a:xfrm>
                      <a:off x="8670316" y="3513918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0" name="椭圆 109"/>
                    <p:cNvSpPr/>
                    <p:nvPr/>
                  </p:nvSpPr>
                  <p:spPr>
                    <a:xfrm>
                      <a:off x="8242299" y="2515249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1" name="椭圆 110"/>
                    <p:cNvSpPr/>
                    <p:nvPr/>
                  </p:nvSpPr>
                  <p:spPr>
                    <a:xfrm>
                      <a:off x="10344774" y="2515248"/>
                      <a:ext cx="428017" cy="428017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2" name="矩形 111"/>
                    <p:cNvSpPr/>
                    <p:nvPr/>
                  </p:nvSpPr>
                  <p:spPr>
                    <a:xfrm>
                      <a:off x="9011789" y="1782498"/>
                      <a:ext cx="991512" cy="33440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13" name="直接箭头连接符 112"/>
                    <p:cNvCxnSpPr/>
                    <p:nvPr/>
                  </p:nvCxnSpPr>
                  <p:spPr>
                    <a:xfrm rot="21120000" flipV="1">
                      <a:off x="9900801" y="3841015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直接箭头连接符 113"/>
                    <p:cNvCxnSpPr/>
                    <p:nvPr/>
                  </p:nvCxnSpPr>
                  <p:spPr>
                    <a:xfrm rot="17340000" flipV="1">
                      <a:off x="10524675" y="2981214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5" name="直接箭头连接符 114"/>
                    <p:cNvCxnSpPr/>
                    <p:nvPr/>
                  </p:nvCxnSpPr>
                  <p:spPr>
                    <a:xfrm rot="3720000" flipV="1">
                      <a:off x="8645567" y="3549819"/>
                      <a:ext cx="87548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直接箭头连接符 115"/>
                    <p:cNvCxnSpPr/>
                    <p:nvPr/>
                  </p:nvCxnSpPr>
                  <p:spPr>
                    <a:xfrm rot="7620000" flipV="1">
                      <a:off x="8470885" y="2464377"/>
                      <a:ext cx="88426" cy="19454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7" name="直接箭头连接符 116"/>
                    <p:cNvCxnSpPr/>
                    <p:nvPr/>
                  </p:nvCxnSpPr>
                  <p:spPr>
                    <a:xfrm rot="13440000" flipV="1">
                      <a:off x="9973275" y="1923257"/>
                      <a:ext cx="87548" cy="18677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tailEnd type="arrow" w="lg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椭圆 117"/>
                    <p:cNvSpPr/>
                    <p:nvPr/>
                  </p:nvSpPr>
                  <p:spPr>
                    <a:xfrm>
                      <a:off x="9114562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9" name="椭圆 118"/>
                    <p:cNvSpPr/>
                    <p:nvPr/>
                  </p:nvSpPr>
                  <p:spPr>
                    <a:xfrm>
                      <a:off x="9262099" y="1849754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0" name="椭圆 119"/>
                    <p:cNvSpPr/>
                    <p:nvPr/>
                  </p:nvSpPr>
                  <p:spPr>
                    <a:xfrm>
                      <a:off x="9407455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1" name="椭圆 120"/>
                    <p:cNvSpPr/>
                    <p:nvPr/>
                  </p:nvSpPr>
                  <p:spPr>
                    <a:xfrm>
                      <a:off x="9553622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2" name="椭圆 121"/>
                    <p:cNvSpPr/>
                    <p:nvPr/>
                  </p:nvSpPr>
                  <p:spPr>
                    <a:xfrm>
                      <a:off x="9701159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3" name="椭圆 122"/>
                    <p:cNvSpPr/>
                    <p:nvPr/>
                  </p:nvSpPr>
                  <p:spPr>
                    <a:xfrm>
                      <a:off x="9852259" y="1849752"/>
                      <a:ext cx="45719" cy="45719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4" name="矩形 123"/>
                    <p:cNvSpPr/>
                    <p:nvPr/>
                  </p:nvSpPr>
                  <p:spPr>
                    <a:xfrm>
                      <a:off x="8561503" y="1918689"/>
                      <a:ext cx="59406" cy="200224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5" name="矩形 124"/>
                    <p:cNvSpPr/>
                    <p:nvPr/>
                  </p:nvSpPr>
                  <p:spPr>
                    <a:xfrm>
                      <a:off x="7912136" y="3676093"/>
                      <a:ext cx="690093" cy="314675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127" name="直接连接符 126"/>
                    <p:cNvCxnSpPr/>
                    <p:nvPr/>
                  </p:nvCxnSpPr>
                  <p:spPr>
                    <a:xfrm>
                      <a:off x="7990748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直接连接符 129"/>
                    <p:cNvCxnSpPr/>
                    <p:nvPr/>
                  </p:nvCxnSpPr>
                  <p:spPr>
                    <a:xfrm>
                      <a:off x="8529863" y="3676093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1" name="文本框 130"/>
                    <p:cNvSpPr txBox="1"/>
                    <p:nvPr/>
                  </p:nvSpPr>
                  <p:spPr>
                    <a:xfrm>
                      <a:off x="8185815" y="3702712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132" name="直接连接符 131"/>
                    <p:cNvCxnSpPr/>
                    <p:nvPr/>
                  </p:nvCxnSpPr>
                  <p:spPr>
                    <a:xfrm>
                      <a:off x="8226968" y="3677679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3" name="矩形 132"/>
                    <p:cNvSpPr/>
                    <p:nvPr/>
                  </p:nvSpPr>
                  <p:spPr>
                    <a:xfrm>
                      <a:off x="7474731" y="2576254"/>
                      <a:ext cx="690093" cy="314675"/>
                    </a:xfrm>
                    <a:prstGeom prst="rect">
                      <a:avLst/>
                    </a:prstGeom>
                    <a:solidFill>
                      <a:schemeClr val="accent6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34" name="矩形 133"/>
                    <p:cNvSpPr/>
                    <p:nvPr/>
                  </p:nvSpPr>
                  <p:spPr>
                    <a:xfrm>
                      <a:off x="7554549" y="2576438"/>
                      <a:ext cx="75383" cy="313690"/>
                    </a:xfrm>
                    <a:prstGeom prst="rect">
                      <a:avLst/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37" name="直接连接符 136"/>
                    <p:cNvCxnSpPr/>
                    <p:nvPr/>
                  </p:nvCxnSpPr>
                  <p:spPr>
                    <a:xfrm>
                      <a:off x="770955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直接连接符 137"/>
                    <p:cNvCxnSpPr/>
                    <p:nvPr/>
                  </p:nvCxnSpPr>
                  <p:spPr>
                    <a:xfrm>
                      <a:off x="809245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9" name="文本框 138"/>
                    <p:cNvSpPr txBox="1"/>
                    <p:nvPr/>
                  </p:nvSpPr>
                  <p:spPr>
                    <a:xfrm>
                      <a:off x="7748410" y="2602873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cxnSp>
                  <p:nvCxnSpPr>
                    <p:cNvPr id="140" name="直接连接符 139"/>
                    <p:cNvCxnSpPr/>
                    <p:nvPr/>
                  </p:nvCxnSpPr>
                  <p:spPr>
                    <a:xfrm>
                      <a:off x="7789563" y="2577840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1" name="矩形 140"/>
                    <p:cNvSpPr/>
                    <p:nvPr/>
                  </p:nvSpPr>
                  <p:spPr>
                    <a:xfrm>
                      <a:off x="10451627" y="3683846"/>
                      <a:ext cx="690093" cy="314675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143" name="直接连接符 142"/>
                    <p:cNvCxnSpPr/>
                    <p:nvPr/>
                  </p:nvCxnSpPr>
                  <p:spPr>
                    <a:xfrm>
                      <a:off x="10530239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4" name="直接连接符 143"/>
                    <p:cNvCxnSpPr/>
                    <p:nvPr/>
                  </p:nvCxnSpPr>
                  <p:spPr>
                    <a:xfrm>
                      <a:off x="10608344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直接连接符 145"/>
                    <p:cNvCxnSpPr/>
                    <p:nvPr/>
                  </p:nvCxnSpPr>
                  <p:spPr>
                    <a:xfrm>
                      <a:off x="11069354" y="3683846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47" name="文本框 146"/>
                    <p:cNvSpPr txBox="1"/>
                    <p:nvPr/>
                  </p:nvSpPr>
                  <p:spPr>
                    <a:xfrm>
                      <a:off x="10725306" y="3710465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sp>
                  <p:nvSpPr>
                    <p:cNvPr id="149" name="矩形 148"/>
                    <p:cNvSpPr/>
                    <p:nvPr/>
                  </p:nvSpPr>
                  <p:spPr>
                    <a:xfrm>
                      <a:off x="10868131" y="2576254"/>
                      <a:ext cx="690093" cy="314675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cxnSp>
                  <p:nvCxnSpPr>
                    <p:cNvPr id="151" name="直接连接符 150"/>
                    <p:cNvCxnSpPr/>
                    <p:nvPr/>
                  </p:nvCxnSpPr>
                  <p:spPr>
                    <a:xfrm>
                      <a:off x="1094674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直接连接符 151"/>
                    <p:cNvCxnSpPr/>
                    <p:nvPr/>
                  </p:nvCxnSpPr>
                  <p:spPr>
                    <a:xfrm>
                      <a:off x="1102484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直接连接符 152"/>
                    <p:cNvCxnSpPr/>
                    <p:nvPr/>
                  </p:nvCxnSpPr>
                  <p:spPr>
                    <a:xfrm>
                      <a:off x="11102953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直接连接符 153"/>
                    <p:cNvCxnSpPr/>
                    <p:nvPr/>
                  </p:nvCxnSpPr>
                  <p:spPr>
                    <a:xfrm>
                      <a:off x="11485858" y="2576254"/>
                      <a:ext cx="0" cy="31467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55" name="文本框 154"/>
                    <p:cNvSpPr txBox="1"/>
                    <p:nvPr/>
                  </p:nvSpPr>
                  <p:spPr>
                    <a:xfrm>
                      <a:off x="11181058" y="2602873"/>
                      <a:ext cx="41641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AE" altLang="zh-CN" sz="1100" dirty="0" smtClean="0"/>
                        <a:t>……</a:t>
                      </a:r>
                      <a:endParaRPr lang="zh-CN" altLang="en-US" sz="1100" dirty="0"/>
                    </a:p>
                  </p:txBody>
                </p:sp>
                <p:sp>
                  <p:nvSpPr>
                    <p:cNvPr id="157" name="矩形 156"/>
                    <p:cNvSpPr/>
                    <p:nvPr/>
                  </p:nvSpPr>
                  <p:spPr>
                    <a:xfrm>
                      <a:off x="8363786" y="3170176"/>
                      <a:ext cx="59406" cy="200224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8" name="矩形 157"/>
                    <p:cNvSpPr/>
                    <p:nvPr/>
                  </p:nvSpPr>
                  <p:spPr>
                    <a:xfrm>
                      <a:off x="9448139" y="4016011"/>
                      <a:ext cx="59406" cy="200224"/>
                    </a:xfrm>
                    <a:prstGeom prst="rect">
                      <a:avLst/>
                    </a:prstGeom>
                    <a:solidFill>
                      <a:srgbClr val="5B9BD5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9" name="矩形 158"/>
                    <p:cNvSpPr/>
                    <p:nvPr/>
                  </p:nvSpPr>
                  <p:spPr>
                    <a:xfrm>
                      <a:off x="10591898" y="3170176"/>
                      <a:ext cx="59406" cy="200224"/>
                    </a:xfrm>
                    <a:prstGeom prst="rect">
                      <a:avLst/>
                    </a:prstGeom>
                    <a:solidFill>
                      <a:srgbClr val="ED7D31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0" name="矩形 159"/>
                    <p:cNvSpPr/>
                    <p:nvPr/>
                  </p:nvSpPr>
                  <p:spPr>
                    <a:xfrm>
                      <a:off x="10405054" y="1918689"/>
                      <a:ext cx="59406" cy="20022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67" name="直接箭头连接符 166"/>
                  <p:cNvCxnSpPr/>
                  <p:nvPr/>
                </p:nvCxnSpPr>
                <p:spPr>
                  <a:xfrm>
                    <a:off x="6644640" y="2948257"/>
                    <a:ext cx="396240" cy="1232"/>
                  </a:xfrm>
                  <a:prstGeom prst="straightConnector1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74" name="矩形 173"/>
              <p:cNvSpPr/>
              <p:nvPr/>
            </p:nvSpPr>
            <p:spPr>
              <a:xfrm>
                <a:off x="5980711" y="2085494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8605329" y="209342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9095453" y="98552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文本框 177"/>
              <p:cNvSpPr txBox="1"/>
              <p:nvPr/>
            </p:nvSpPr>
            <p:spPr>
              <a:xfrm>
                <a:off x="4063380" y="1419470"/>
                <a:ext cx="18437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communication n-1 times</a:t>
                </a:r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323501" y="3679724"/>
              <a:ext cx="8817248" cy="2433737"/>
              <a:chOff x="253104" y="117285"/>
              <a:chExt cx="8817248" cy="2433737"/>
            </a:xfrm>
          </p:grpSpPr>
          <p:sp>
            <p:nvSpPr>
              <p:cNvPr id="128" name="椭圆 127"/>
              <p:cNvSpPr/>
              <p:nvPr/>
            </p:nvSpPr>
            <p:spPr>
              <a:xfrm>
                <a:off x="1217393" y="139672"/>
                <a:ext cx="2137050" cy="213705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2739205" y="1844326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椭圆 134"/>
              <p:cNvSpPr/>
              <p:nvPr/>
            </p:nvSpPr>
            <p:spPr>
              <a:xfrm>
                <a:off x="1448689" y="1848705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椭圆 135"/>
              <p:cNvSpPr/>
              <p:nvPr/>
            </p:nvSpPr>
            <p:spPr>
              <a:xfrm>
                <a:off x="1020672" y="850036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3123147" y="850035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1790162" y="117285"/>
                <a:ext cx="991512" cy="3344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8" name="直接箭头连接符 147"/>
              <p:cNvCxnSpPr/>
              <p:nvPr/>
            </p:nvCxnSpPr>
            <p:spPr>
              <a:xfrm rot="21120000" flipV="1">
                <a:off x="2679174" y="2175802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/>
              <p:cNvCxnSpPr/>
              <p:nvPr/>
            </p:nvCxnSpPr>
            <p:spPr>
              <a:xfrm rot="17340000" flipV="1">
                <a:off x="3303048" y="1316001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3720000" flipV="1">
                <a:off x="1423940" y="1884606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/>
            </p:nvCxnSpPr>
            <p:spPr>
              <a:xfrm rot="7620000" flipV="1">
                <a:off x="1249258" y="799164"/>
                <a:ext cx="88426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箭头连接符 162"/>
              <p:cNvCxnSpPr/>
              <p:nvPr/>
            </p:nvCxnSpPr>
            <p:spPr>
              <a:xfrm rot="13440000" flipV="1">
                <a:off x="2751648" y="258044"/>
                <a:ext cx="87548" cy="186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椭圆 163"/>
              <p:cNvSpPr/>
              <p:nvPr/>
            </p:nvSpPr>
            <p:spPr>
              <a:xfrm>
                <a:off x="1892935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2040472" y="1845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椭圆 165"/>
              <p:cNvSpPr/>
              <p:nvPr/>
            </p:nvSpPr>
            <p:spPr>
              <a:xfrm>
                <a:off x="2185828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椭圆 167"/>
              <p:cNvSpPr/>
              <p:nvPr/>
            </p:nvSpPr>
            <p:spPr>
              <a:xfrm>
                <a:off x="2331995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椭圆 171"/>
              <p:cNvSpPr/>
              <p:nvPr/>
            </p:nvSpPr>
            <p:spPr>
              <a:xfrm>
                <a:off x="2479532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2630632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1339876" y="253476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253104" y="911041"/>
                <a:ext cx="690093" cy="314675"/>
              </a:xfrm>
              <a:prstGeom prst="rect">
                <a:avLst/>
              </a:prstGeom>
              <a:solidFill>
                <a:schemeClr val="accent6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82" name="直接连接符 181"/>
              <p:cNvCxnSpPr/>
              <p:nvPr/>
            </p:nvCxnSpPr>
            <p:spPr>
              <a:xfrm>
                <a:off x="487926" y="91104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3" name="文本框 182"/>
              <p:cNvSpPr txBox="1"/>
              <p:nvPr/>
            </p:nvSpPr>
            <p:spPr>
              <a:xfrm>
                <a:off x="526783" y="937660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184" name="直接连接符 183"/>
              <p:cNvCxnSpPr/>
              <p:nvPr/>
            </p:nvCxnSpPr>
            <p:spPr>
              <a:xfrm>
                <a:off x="567936" y="912627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5" name="矩形 184"/>
              <p:cNvSpPr/>
              <p:nvPr/>
            </p:nvSpPr>
            <p:spPr>
              <a:xfrm>
                <a:off x="1142159" y="1504963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2226512" y="2350798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3370271" y="1504963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3183427" y="253476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89" name="直接箭头连接符 188"/>
              <p:cNvCxnSpPr/>
              <p:nvPr/>
            </p:nvCxnSpPr>
            <p:spPr>
              <a:xfrm>
                <a:off x="4490613" y="1382104"/>
                <a:ext cx="396240" cy="123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0" name="矩形 189"/>
              <p:cNvSpPr/>
              <p:nvPr/>
            </p:nvSpPr>
            <p:spPr>
              <a:xfrm>
                <a:off x="334049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867411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680895" y="1990340"/>
                <a:ext cx="690093" cy="314675"/>
              </a:xfrm>
              <a:prstGeom prst="rect">
                <a:avLst/>
              </a:prstGeom>
              <a:solidFill>
                <a:srgbClr val="5B9BD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954574" y="2016959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194" name="直接连接符 193"/>
              <p:cNvCxnSpPr/>
              <p:nvPr/>
            </p:nvCxnSpPr>
            <p:spPr>
              <a:xfrm>
                <a:off x="995727" y="1991926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5" name="矩形 194"/>
              <p:cNvSpPr/>
              <p:nvPr/>
            </p:nvSpPr>
            <p:spPr>
              <a:xfrm>
                <a:off x="761840" y="1991325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838002" y="1991325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3242833" y="1988415"/>
                <a:ext cx="690093" cy="314675"/>
              </a:xfrm>
              <a:prstGeom prst="rect">
                <a:avLst/>
              </a:prstGeom>
              <a:solidFill>
                <a:srgbClr val="ED7D3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文本框 197"/>
              <p:cNvSpPr txBox="1"/>
              <p:nvPr/>
            </p:nvSpPr>
            <p:spPr>
              <a:xfrm>
                <a:off x="3516512" y="2015034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199" name="直接连接符 198"/>
              <p:cNvCxnSpPr/>
              <p:nvPr/>
            </p:nvCxnSpPr>
            <p:spPr>
              <a:xfrm>
                <a:off x="3323985" y="199000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0" name="矩形 199"/>
              <p:cNvSpPr/>
              <p:nvPr/>
            </p:nvSpPr>
            <p:spPr>
              <a:xfrm>
                <a:off x="3471098" y="198940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3399940" y="198940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3617262" y="911041"/>
                <a:ext cx="690093" cy="314675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03" name="文本框 202"/>
              <p:cNvSpPr txBox="1"/>
              <p:nvPr/>
            </p:nvSpPr>
            <p:spPr>
              <a:xfrm>
                <a:off x="3890941" y="937660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204" name="直接连接符 203"/>
              <p:cNvCxnSpPr/>
              <p:nvPr/>
            </p:nvCxnSpPr>
            <p:spPr>
              <a:xfrm>
                <a:off x="3698414" y="912627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" name="矩形 204"/>
              <p:cNvSpPr/>
              <p:nvPr/>
            </p:nvSpPr>
            <p:spPr>
              <a:xfrm>
                <a:off x="3845527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矩形 205"/>
              <p:cNvSpPr/>
              <p:nvPr/>
            </p:nvSpPr>
            <p:spPr>
              <a:xfrm>
                <a:off x="3921054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7" name="直接连接符 206"/>
              <p:cNvCxnSpPr/>
              <p:nvPr/>
            </p:nvCxnSpPr>
            <p:spPr>
              <a:xfrm>
                <a:off x="3772709" y="91104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8" name="椭圆 207"/>
              <p:cNvSpPr/>
              <p:nvPr/>
            </p:nvSpPr>
            <p:spPr>
              <a:xfrm>
                <a:off x="5980390" y="139672"/>
                <a:ext cx="2137050" cy="213705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/>
              <p:cNvSpPr/>
              <p:nvPr/>
            </p:nvSpPr>
            <p:spPr>
              <a:xfrm>
                <a:off x="7502202" y="1844326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/>
              <p:cNvSpPr/>
              <p:nvPr/>
            </p:nvSpPr>
            <p:spPr>
              <a:xfrm>
                <a:off x="6211686" y="1848705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椭圆 210"/>
              <p:cNvSpPr/>
              <p:nvPr/>
            </p:nvSpPr>
            <p:spPr>
              <a:xfrm>
                <a:off x="5783669" y="850036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椭圆 211"/>
              <p:cNvSpPr/>
              <p:nvPr/>
            </p:nvSpPr>
            <p:spPr>
              <a:xfrm>
                <a:off x="7886144" y="850035"/>
                <a:ext cx="428017" cy="42801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6553159" y="117285"/>
                <a:ext cx="991512" cy="33440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4" name="直接箭头连接符 213"/>
              <p:cNvCxnSpPr/>
              <p:nvPr/>
            </p:nvCxnSpPr>
            <p:spPr>
              <a:xfrm rot="21120000" flipV="1">
                <a:off x="7442171" y="2175802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/>
              <p:cNvCxnSpPr/>
              <p:nvPr/>
            </p:nvCxnSpPr>
            <p:spPr>
              <a:xfrm rot="17340000" flipV="1">
                <a:off x="8066045" y="1316001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箭头连接符 215"/>
              <p:cNvCxnSpPr/>
              <p:nvPr/>
            </p:nvCxnSpPr>
            <p:spPr>
              <a:xfrm rot="3720000" flipV="1">
                <a:off x="6186937" y="1884606"/>
                <a:ext cx="87548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箭头连接符 216"/>
              <p:cNvCxnSpPr/>
              <p:nvPr/>
            </p:nvCxnSpPr>
            <p:spPr>
              <a:xfrm rot="7620000" flipV="1">
                <a:off x="6012255" y="799164"/>
                <a:ext cx="88426" cy="1945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/>
              <p:cNvCxnSpPr/>
              <p:nvPr/>
            </p:nvCxnSpPr>
            <p:spPr>
              <a:xfrm rot="13440000" flipV="1">
                <a:off x="7514645" y="258044"/>
                <a:ext cx="87548" cy="1867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椭圆 218"/>
              <p:cNvSpPr/>
              <p:nvPr/>
            </p:nvSpPr>
            <p:spPr>
              <a:xfrm>
                <a:off x="6655932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椭圆 219"/>
              <p:cNvSpPr/>
              <p:nvPr/>
            </p:nvSpPr>
            <p:spPr>
              <a:xfrm>
                <a:off x="6803469" y="1845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椭圆 220"/>
              <p:cNvSpPr/>
              <p:nvPr/>
            </p:nvSpPr>
            <p:spPr>
              <a:xfrm>
                <a:off x="6948825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椭圆 221"/>
              <p:cNvSpPr/>
              <p:nvPr/>
            </p:nvSpPr>
            <p:spPr>
              <a:xfrm>
                <a:off x="7094992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椭圆 222"/>
              <p:cNvSpPr/>
              <p:nvPr/>
            </p:nvSpPr>
            <p:spPr>
              <a:xfrm>
                <a:off x="7242529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椭圆 223"/>
              <p:cNvSpPr/>
              <p:nvPr/>
            </p:nvSpPr>
            <p:spPr>
              <a:xfrm>
                <a:off x="7393629" y="1845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6102873" y="253476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5016101" y="911041"/>
                <a:ext cx="690093" cy="314675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27" name="直接连接符 226"/>
              <p:cNvCxnSpPr/>
              <p:nvPr/>
            </p:nvCxnSpPr>
            <p:spPr>
              <a:xfrm>
                <a:off x="5250923" y="91104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8" name="文本框 227"/>
              <p:cNvSpPr txBox="1"/>
              <p:nvPr/>
            </p:nvSpPr>
            <p:spPr>
              <a:xfrm>
                <a:off x="5289780" y="937660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229" name="直接连接符 228"/>
              <p:cNvCxnSpPr/>
              <p:nvPr/>
            </p:nvCxnSpPr>
            <p:spPr>
              <a:xfrm>
                <a:off x="5330933" y="912627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0" name="矩形 229"/>
              <p:cNvSpPr/>
              <p:nvPr/>
            </p:nvSpPr>
            <p:spPr>
              <a:xfrm>
                <a:off x="5905156" y="1504963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6989509" y="2350798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8133268" y="1504963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7946424" y="253476"/>
                <a:ext cx="59406" cy="200224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5097046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5630408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5443892" y="1990340"/>
                <a:ext cx="690093" cy="314675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7" name="文本框 236"/>
              <p:cNvSpPr txBox="1"/>
              <p:nvPr/>
            </p:nvSpPr>
            <p:spPr>
              <a:xfrm>
                <a:off x="5717571" y="2016959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238" name="直接连接符 237"/>
              <p:cNvCxnSpPr/>
              <p:nvPr/>
            </p:nvCxnSpPr>
            <p:spPr>
              <a:xfrm>
                <a:off x="5758724" y="1991926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9" name="矩形 238"/>
              <p:cNvSpPr/>
              <p:nvPr/>
            </p:nvSpPr>
            <p:spPr>
              <a:xfrm>
                <a:off x="5524837" y="1991325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矩形 239"/>
              <p:cNvSpPr/>
              <p:nvPr/>
            </p:nvSpPr>
            <p:spPr>
              <a:xfrm>
                <a:off x="5600999" y="1991325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8005830" y="1988415"/>
                <a:ext cx="690093" cy="314675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2" name="文本框 241"/>
              <p:cNvSpPr txBox="1"/>
              <p:nvPr/>
            </p:nvSpPr>
            <p:spPr>
              <a:xfrm>
                <a:off x="8279509" y="2015034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243" name="直接连接符 242"/>
              <p:cNvCxnSpPr/>
              <p:nvPr/>
            </p:nvCxnSpPr>
            <p:spPr>
              <a:xfrm>
                <a:off x="8086982" y="199000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4" name="矩形 243"/>
              <p:cNvSpPr/>
              <p:nvPr/>
            </p:nvSpPr>
            <p:spPr>
              <a:xfrm>
                <a:off x="8234095" y="198940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8162937" y="1989400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8380259" y="911041"/>
                <a:ext cx="690093" cy="314675"/>
              </a:xfrm>
              <a:prstGeom prst="rect">
                <a:avLst/>
              </a:prstGeom>
              <a:solidFill>
                <a:srgbClr val="C9C9C9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7" name="文本框 246"/>
              <p:cNvSpPr txBox="1"/>
              <p:nvPr/>
            </p:nvSpPr>
            <p:spPr>
              <a:xfrm>
                <a:off x="8653938" y="937660"/>
                <a:ext cx="41641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E" altLang="zh-CN" sz="1100" dirty="0" smtClean="0"/>
                  <a:t>……</a:t>
                </a:r>
                <a:endParaRPr lang="zh-CN" altLang="en-US" sz="1100" dirty="0"/>
              </a:p>
            </p:txBody>
          </p:sp>
          <p:cxnSp>
            <p:nvCxnSpPr>
              <p:cNvPr id="248" name="直接连接符 247"/>
              <p:cNvCxnSpPr/>
              <p:nvPr/>
            </p:nvCxnSpPr>
            <p:spPr>
              <a:xfrm>
                <a:off x="8461411" y="912627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9" name="矩形 248"/>
              <p:cNvSpPr/>
              <p:nvPr/>
            </p:nvSpPr>
            <p:spPr>
              <a:xfrm>
                <a:off x="8608524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8684051" y="912026"/>
                <a:ext cx="75383" cy="31369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1" name="直接连接符 250"/>
              <p:cNvCxnSpPr/>
              <p:nvPr/>
            </p:nvCxnSpPr>
            <p:spPr>
              <a:xfrm>
                <a:off x="8535706" y="911041"/>
                <a:ext cx="0" cy="314675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2" name="文本框 251"/>
              <p:cNvSpPr txBox="1"/>
              <p:nvPr/>
            </p:nvSpPr>
            <p:spPr>
              <a:xfrm>
                <a:off x="3827512" y="1416335"/>
                <a:ext cx="184377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communication n-1 times</a:t>
                </a:r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3945657" y="3039732"/>
              <a:ext cx="16142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scatter-reduce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文本框 252"/>
            <p:cNvSpPr txBox="1"/>
            <p:nvPr/>
          </p:nvSpPr>
          <p:spPr>
            <a:xfrm>
              <a:off x="4179223" y="5964440"/>
              <a:ext cx="11641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all-gather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846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242643" y="2067340"/>
            <a:ext cx="10291567" cy="3120888"/>
            <a:chOff x="242643" y="2067340"/>
            <a:chExt cx="10291567" cy="312088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643" y="2067340"/>
              <a:ext cx="10291567" cy="312088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73554" y="2714625"/>
              <a:ext cx="1460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Path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13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3104" y="117285"/>
            <a:ext cx="8817248" cy="2433737"/>
            <a:chOff x="253104" y="117285"/>
            <a:chExt cx="8817248" cy="2433737"/>
          </a:xfrm>
        </p:grpSpPr>
        <p:sp>
          <p:nvSpPr>
            <p:cNvPr id="107" name="椭圆 106"/>
            <p:cNvSpPr/>
            <p:nvPr/>
          </p:nvSpPr>
          <p:spPr>
            <a:xfrm>
              <a:off x="1217393" y="139672"/>
              <a:ext cx="2137050" cy="21370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2739205" y="1844326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1448689" y="184870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椭圆 109"/>
            <p:cNvSpPr/>
            <p:nvPr/>
          </p:nvSpPr>
          <p:spPr>
            <a:xfrm>
              <a:off x="1020672" y="850036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3123147" y="85003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790162" y="117285"/>
              <a:ext cx="991512" cy="334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>
            <a:xfrm rot="21120000" flipV="1">
              <a:off x="2679174" y="2175802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/>
            <p:nvPr/>
          </p:nvCxnSpPr>
          <p:spPr>
            <a:xfrm rot="17340000" flipV="1">
              <a:off x="3303048" y="1316001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 rot="3720000" flipV="1">
              <a:off x="1423940" y="1884606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箭头连接符 115"/>
            <p:cNvCxnSpPr/>
            <p:nvPr/>
          </p:nvCxnSpPr>
          <p:spPr>
            <a:xfrm rot="7620000" flipV="1">
              <a:off x="1249258" y="799164"/>
              <a:ext cx="88426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/>
            <p:cNvCxnSpPr/>
            <p:nvPr/>
          </p:nvCxnSpPr>
          <p:spPr>
            <a:xfrm rot="13440000" flipV="1">
              <a:off x="2751648" y="258044"/>
              <a:ext cx="87548" cy="18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椭圆 117"/>
            <p:cNvSpPr/>
            <p:nvPr/>
          </p:nvSpPr>
          <p:spPr>
            <a:xfrm>
              <a:off x="1892935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2040472" y="18454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2185828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2331995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2479532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/>
            <p:cNvSpPr/>
            <p:nvPr/>
          </p:nvSpPr>
          <p:spPr>
            <a:xfrm>
              <a:off x="2630632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1339876" y="253476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253104" y="911041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37" name="直接连接符 136"/>
            <p:cNvCxnSpPr/>
            <p:nvPr/>
          </p:nvCxnSpPr>
          <p:spPr>
            <a:xfrm>
              <a:off x="487926" y="9110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526783" y="93766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140" name="直接连接符 139"/>
            <p:cNvCxnSpPr/>
            <p:nvPr/>
          </p:nvCxnSpPr>
          <p:spPr>
            <a:xfrm>
              <a:off x="567936" y="91262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7" name="矩形 156"/>
            <p:cNvSpPr/>
            <p:nvPr/>
          </p:nvSpPr>
          <p:spPr>
            <a:xfrm>
              <a:off x="1142159" y="1504963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/>
            <p:cNvSpPr/>
            <p:nvPr/>
          </p:nvSpPr>
          <p:spPr>
            <a:xfrm>
              <a:off x="2226512" y="2350798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3370271" y="1504963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/>
            <p:cNvSpPr/>
            <p:nvPr/>
          </p:nvSpPr>
          <p:spPr>
            <a:xfrm>
              <a:off x="3183427" y="253476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箭头连接符 125"/>
            <p:cNvCxnSpPr/>
            <p:nvPr/>
          </p:nvCxnSpPr>
          <p:spPr>
            <a:xfrm>
              <a:off x="4490613" y="1382104"/>
              <a:ext cx="396240" cy="12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8" name="矩形 167"/>
            <p:cNvSpPr/>
            <p:nvPr/>
          </p:nvSpPr>
          <p:spPr>
            <a:xfrm>
              <a:off x="334049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矩形 171"/>
            <p:cNvSpPr/>
            <p:nvPr/>
          </p:nvSpPr>
          <p:spPr>
            <a:xfrm>
              <a:off x="867411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680895" y="1990340"/>
              <a:ext cx="690093" cy="314675"/>
            </a:xfrm>
            <a:prstGeom prst="rect">
              <a:avLst/>
            </a:prstGeom>
            <a:solidFill>
              <a:srgbClr val="5B9BD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954574" y="2016959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183" name="直接连接符 182"/>
            <p:cNvCxnSpPr/>
            <p:nvPr/>
          </p:nvCxnSpPr>
          <p:spPr>
            <a:xfrm>
              <a:off x="995727" y="1991926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矩形 183"/>
            <p:cNvSpPr/>
            <p:nvPr/>
          </p:nvSpPr>
          <p:spPr>
            <a:xfrm>
              <a:off x="761840" y="1991325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/>
            <p:cNvSpPr/>
            <p:nvPr/>
          </p:nvSpPr>
          <p:spPr>
            <a:xfrm>
              <a:off x="838002" y="1991325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3242833" y="1988415"/>
              <a:ext cx="690093" cy="314675"/>
            </a:xfrm>
            <a:prstGeom prst="rect">
              <a:avLst/>
            </a:prstGeom>
            <a:solidFill>
              <a:srgbClr val="ED7D3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3516512" y="2015034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188" name="直接连接符 187"/>
            <p:cNvCxnSpPr/>
            <p:nvPr/>
          </p:nvCxnSpPr>
          <p:spPr>
            <a:xfrm>
              <a:off x="3323985" y="199000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9" name="矩形 188"/>
            <p:cNvSpPr/>
            <p:nvPr/>
          </p:nvSpPr>
          <p:spPr>
            <a:xfrm>
              <a:off x="3471098" y="198940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/>
            <p:cNvSpPr/>
            <p:nvPr/>
          </p:nvSpPr>
          <p:spPr>
            <a:xfrm>
              <a:off x="3399940" y="198940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 191"/>
            <p:cNvSpPr/>
            <p:nvPr/>
          </p:nvSpPr>
          <p:spPr>
            <a:xfrm>
              <a:off x="3617262" y="911041"/>
              <a:ext cx="690093" cy="3146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3890941" y="93766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194" name="直接连接符 193"/>
            <p:cNvCxnSpPr/>
            <p:nvPr/>
          </p:nvCxnSpPr>
          <p:spPr>
            <a:xfrm>
              <a:off x="3698414" y="91262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5" name="矩形 194"/>
            <p:cNvSpPr/>
            <p:nvPr/>
          </p:nvSpPr>
          <p:spPr>
            <a:xfrm>
              <a:off x="3845527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95"/>
            <p:cNvSpPr/>
            <p:nvPr/>
          </p:nvSpPr>
          <p:spPr>
            <a:xfrm>
              <a:off x="3921054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7" name="直接连接符 196"/>
            <p:cNvCxnSpPr/>
            <p:nvPr/>
          </p:nvCxnSpPr>
          <p:spPr>
            <a:xfrm>
              <a:off x="3772709" y="9110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8" name="椭圆 197"/>
            <p:cNvSpPr/>
            <p:nvPr/>
          </p:nvSpPr>
          <p:spPr>
            <a:xfrm>
              <a:off x="5980390" y="139672"/>
              <a:ext cx="2137050" cy="21370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椭圆 198"/>
            <p:cNvSpPr/>
            <p:nvPr/>
          </p:nvSpPr>
          <p:spPr>
            <a:xfrm>
              <a:off x="7502202" y="1844326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/>
            <p:cNvSpPr/>
            <p:nvPr/>
          </p:nvSpPr>
          <p:spPr>
            <a:xfrm>
              <a:off x="6211686" y="184870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椭圆 200"/>
            <p:cNvSpPr/>
            <p:nvPr/>
          </p:nvSpPr>
          <p:spPr>
            <a:xfrm>
              <a:off x="5783669" y="850036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椭圆 201"/>
            <p:cNvSpPr/>
            <p:nvPr/>
          </p:nvSpPr>
          <p:spPr>
            <a:xfrm>
              <a:off x="7886144" y="85003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6553159" y="117285"/>
              <a:ext cx="991512" cy="334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04" name="直接箭头连接符 203"/>
            <p:cNvCxnSpPr/>
            <p:nvPr/>
          </p:nvCxnSpPr>
          <p:spPr>
            <a:xfrm rot="21120000" flipV="1">
              <a:off x="7442171" y="2175802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/>
            <p:nvPr/>
          </p:nvCxnSpPr>
          <p:spPr>
            <a:xfrm rot="17340000" flipV="1">
              <a:off x="8066045" y="1316001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/>
            <p:cNvCxnSpPr/>
            <p:nvPr/>
          </p:nvCxnSpPr>
          <p:spPr>
            <a:xfrm rot="3720000" flipV="1">
              <a:off x="6186937" y="1884606"/>
              <a:ext cx="87548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箭头连接符 206"/>
            <p:cNvCxnSpPr/>
            <p:nvPr/>
          </p:nvCxnSpPr>
          <p:spPr>
            <a:xfrm rot="7620000" flipV="1">
              <a:off x="6012255" y="799164"/>
              <a:ext cx="88426" cy="1945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箭头连接符 207"/>
            <p:cNvCxnSpPr/>
            <p:nvPr/>
          </p:nvCxnSpPr>
          <p:spPr>
            <a:xfrm rot="13440000" flipV="1">
              <a:off x="7514645" y="258044"/>
              <a:ext cx="87548" cy="186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椭圆 208"/>
            <p:cNvSpPr/>
            <p:nvPr/>
          </p:nvSpPr>
          <p:spPr>
            <a:xfrm>
              <a:off x="6655932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椭圆 209"/>
            <p:cNvSpPr/>
            <p:nvPr/>
          </p:nvSpPr>
          <p:spPr>
            <a:xfrm>
              <a:off x="6803469" y="18454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椭圆 210"/>
            <p:cNvSpPr/>
            <p:nvPr/>
          </p:nvSpPr>
          <p:spPr>
            <a:xfrm>
              <a:off x="6948825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椭圆 211"/>
            <p:cNvSpPr/>
            <p:nvPr/>
          </p:nvSpPr>
          <p:spPr>
            <a:xfrm>
              <a:off x="7094992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椭圆 212"/>
            <p:cNvSpPr/>
            <p:nvPr/>
          </p:nvSpPr>
          <p:spPr>
            <a:xfrm>
              <a:off x="7242529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/>
            <p:cNvSpPr/>
            <p:nvPr/>
          </p:nvSpPr>
          <p:spPr>
            <a:xfrm>
              <a:off x="7393629" y="18453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 214"/>
            <p:cNvSpPr/>
            <p:nvPr/>
          </p:nvSpPr>
          <p:spPr>
            <a:xfrm>
              <a:off x="6102873" y="253476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/>
            <p:cNvSpPr/>
            <p:nvPr/>
          </p:nvSpPr>
          <p:spPr>
            <a:xfrm>
              <a:off x="5016101" y="911041"/>
              <a:ext cx="690093" cy="314675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17" name="直接连接符 216"/>
            <p:cNvCxnSpPr/>
            <p:nvPr/>
          </p:nvCxnSpPr>
          <p:spPr>
            <a:xfrm>
              <a:off x="5250923" y="9110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8" name="文本框 217"/>
            <p:cNvSpPr txBox="1"/>
            <p:nvPr/>
          </p:nvSpPr>
          <p:spPr>
            <a:xfrm>
              <a:off x="5289780" y="93766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19" name="直接连接符 218"/>
            <p:cNvCxnSpPr/>
            <p:nvPr/>
          </p:nvCxnSpPr>
          <p:spPr>
            <a:xfrm>
              <a:off x="5330933" y="91262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0" name="矩形 219"/>
            <p:cNvSpPr/>
            <p:nvPr/>
          </p:nvSpPr>
          <p:spPr>
            <a:xfrm>
              <a:off x="5905156" y="1504963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矩形 220"/>
            <p:cNvSpPr/>
            <p:nvPr/>
          </p:nvSpPr>
          <p:spPr>
            <a:xfrm>
              <a:off x="6989509" y="2350798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/>
            <p:cNvSpPr/>
            <p:nvPr/>
          </p:nvSpPr>
          <p:spPr>
            <a:xfrm>
              <a:off x="8133268" y="1504963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/>
            <p:cNvSpPr/>
            <p:nvPr/>
          </p:nvSpPr>
          <p:spPr>
            <a:xfrm>
              <a:off x="7946424" y="253476"/>
              <a:ext cx="59406" cy="200224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/>
            <p:cNvSpPr/>
            <p:nvPr/>
          </p:nvSpPr>
          <p:spPr>
            <a:xfrm>
              <a:off x="5097046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/>
            <p:cNvSpPr/>
            <p:nvPr/>
          </p:nvSpPr>
          <p:spPr>
            <a:xfrm>
              <a:off x="5630408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/>
            <p:cNvSpPr/>
            <p:nvPr/>
          </p:nvSpPr>
          <p:spPr>
            <a:xfrm>
              <a:off x="5443892" y="1990340"/>
              <a:ext cx="690093" cy="314675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5717571" y="2016959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28" name="直接连接符 227"/>
            <p:cNvCxnSpPr/>
            <p:nvPr/>
          </p:nvCxnSpPr>
          <p:spPr>
            <a:xfrm>
              <a:off x="5758724" y="1991926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9" name="矩形 228"/>
            <p:cNvSpPr/>
            <p:nvPr/>
          </p:nvSpPr>
          <p:spPr>
            <a:xfrm>
              <a:off x="5524837" y="1991325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00999" y="1991325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/>
            <p:cNvSpPr/>
            <p:nvPr/>
          </p:nvSpPr>
          <p:spPr>
            <a:xfrm>
              <a:off x="8005830" y="1988415"/>
              <a:ext cx="690093" cy="314675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8279509" y="2015034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33" name="直接连接符 232"/>
            <p:cNvCxnSpPr/>
            <p:nvPr/>
          </p:nvCxnSpPr>
          <p:spPr>
            <a:xfrm>
              <a:off x="8086982" y="199000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4" name="矩形 233"/>
            <p:cNvSpPr/>
            <p:nvPr/>
          </p:nvSpPr>
          <p:spPr>
            <a:xfrm>
              <a:off x="8234095" y="198940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 234"/>
            <p:cNvSpPr/>
            <p:nvPr/>
          </p:nvSpPr>
          <p:spPr>
            <a:xfrm>
              <a:off x="8162937" y="1989400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8380259" y="911041"/>
              <a:ext cx="690093" cy="314675"/>
            </a:xfrm>
            <a:prstGeom prst="rect">
              <a:avLst/>
            </a:prstGeom>
            <a:solidFill>
              <a:srgbClr val="C9C9C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8653938" y="93766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38" name="直接连接符 237"/>
            <p:cNvCxnSpPr/>
            <p:nvPr/>
          </p:nvCxnSpPr>
          <p:spPr>
            <a:xfrm>
              <a:off x="8461411" y="91262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9" name="矩形 238"/>
            <p:cNvSpPr/>
            <p:nvPr/>
          </p:nvSpPr>
          <p:spPr>
            <a:xfrm>
              <a:off x="8608524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 239"/>
            <p:cNvSpPr/>
            <p:nvPr/>
          </p:nvSpPr>
          <p:spPr>
            <a:xfrm>
              <a:off x="8684051" y="912026"/>
              <a:ext cx="75383" cy="31369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1" name="直接连接符 240"/>
            <p:cNvCxnSpPr/>
            <p:nvPr/>
          </p:nvCxnSpPr>
          <p:spPr>
            <a:xfrm>
              <a:off x="8535706" y="9110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2" name="文本框 241"/>
            <p:cNvSpPr txBox="1"/>
            <p:nvPr/>
          </p:nvSpPr>
          <p:spPr>
            <a:xfrm>
              <a:off x="3827512" y="1416335"/>
              <a:ext cx="18437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n-1 times</a:t>
              </a:r>
              <a:endParaRPr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43" name="直接连接符 242"/>
          <p:cNvCxnSpPr/>
          <p:nvPr/>
        </p:nvCxnSpPr>
        <p:spPr>
          <a:xfrm>
            <a:off x="1295002" y="1986248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>
            <a:off x="4231242" y="911041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>
            <a:off x="3855322" y="1981168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>
            <a:off x="6049882" y="1996408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接连接符 246"/>
          <p:cNvCxnSpPr/>
          <p:nvPr/>
        </p:nvCxnSpPr>
        <p:spPr>
          <a:xfrm>
            <a:off x="8620362" y="1991328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>
            <a:off x="9001362" y="911041"/>
            <a:ext cx="0" cy="3146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9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13103" y="534632"/>
            <a:ext cx="5812567" cy="2666232"/>
            <a:chOff x="913103" y="534632"/>
            <a:chExt cx="5812567" cy="2666232"/>
          </a:xfrm>
        </p:grpSpPr>
        <p:sp>
          <p:nvSpPr>
            <p:cNvPr id="108" name="椭圆 107"/>
            <p:cNvSpPr/>
            <p:nvPr/>
          </p:nvSpPr>
          <p:spPr>
            <a:xfrm>
              <a:off x="3696722" y="977520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2386534" y="977522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椭圆 109"/>
            <p:cNvSpPr/>
            <p:nvPr/>
          </p:nvSpPr>
          <p:spPr>
            <a:xfrm>
              <a:off x="1076346" y="977524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6183818" y="977520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箭头连接符 2"/>
            <p:cNvCxnSpPr>
              <a:stCxn id="110" idx="6"/>
              <a:endCxn id="109" idx="2"/>
            </p:cNvCxnSpPr>
            <p:nvPr/>
          </p:nvCxnSpPr>
          <p:spPr>
            <a:xfrm flipV="1">
              <a:off x="1504363" y="1191531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109" idx="6"/>
              <a:endCxn id="108" idx="2"/>
            </p:cNvCxnSpPr>
            <p:nvPr/>
          </p:nvCxnSpPr>
          <p:spPr>
            <a:xfrm flipV="1">
              <a:off x="2814551" y="1191529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>
              <a:stCxn id="15" idx="3"/>
              <a:endCxn id="111" idx="2"/>
            </p:cNvCxnSpPr>
            <p:nvPr/>
          </p:nvCxnSpPr>
          <p:spPr>
            <a:xfrm>
              <a:off x="5577496" y="1191527"/>
              <a:ext cx="606322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694152" y="1019590"/>
              <a:ext cx="883344" cy="343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2" name="直接箭头连接符 131"/>
            <p:cNvCxnSpPr>
              <a:stCxn id="108" idx="6"/>
              <a:endCxn id="15" idx="1"/>
            </p:cNvCxnSpPr>
            <p:nvPr/>
          </p:nvCxnSpPr>
          <p:spPr>
            <a:xfrm flipV="1">
              <a:off x="4124739" y="1191527"/>
              <a:ext cx="569413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组合 13"/>
            <p:cNvGrpSpPr/>
            <p:nvPr/>
          </p:nvGrpSpPr>
          <p:grpSpPr>
            <a:xfrm>
              <a:off x="4732881" y="1168665"/>
              <a:ext cx="783416" cy="45721"/>
              <a:chOff x="6808332" y="336939"/>
              <a:chExt cx="783416" cy="45721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680833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6955869" y="3369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7101225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724739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73949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75460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1" name="矩形 300"/>
            <p:cNvSpPr/>
            <p:nvPr/>
          </p:nvSpPr>
          <p:spPr>
            <a:xfrm>
              <a:off x="913103" y="542109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2" name="直接连接符 301"/>
            <p:cNvCxnSpPr/>
            <p:nvPr/>
          </p:nvCxnSpPr>
          <p:spPr>
            <a:xfrm>
              <a:off x="1147925" y="542109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3" name="文本框 302"/>
            <p:cNvSpPr txBox="1"/>
            <p:nvPr/>
          </p:nvSpPr>
          <p:spPr>
            <a:xfrm>
              <a:off x="1186782" y="568728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04" name="直接连接符 303"/>
            <p:cNvCxnSpPr/>
            <p:nvPr/>
          </p:nvCxnSpPr>
          <p:spPr>
            <a:xfrm>
              <a:off x="1227935" y="54369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直接连接符 306"/>
            <p:cNvCxnSpPr/>
            <p:nvPr/>
          </p:nvCxnSpPr>
          <p:spPr>
            <a:xfrm>
              <a:off x="986371" y="54013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直接连接符 307"/>
            <p:cNvCxnSpPr/>
            <p:nvPr/>
          </p:nvCxnSpPr>
          <p:spPr>
            <a:xfrm>
              <a:off x="1067651" y="54521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9" name="直接连接符 308"/>
            <p:cNvCxnSpPr/>
            <p:nvPr/>
          </p:nvCxnSpPr>
          <p:spPr>
            <a:xfrm>
              <a:off x="1527391" y="54267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0" name="矩形 309"/>
            <p:cNvSpPr/>
            <p:nvPr/>
          </p:nvSpPr>
          <p:spPr>
            <a:xfrm>
              <a:off x="2218870" y="535621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2492549" y="56224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13" name="直接连接符 312"/>
            <p:cNvCxnSpPr/>
            <p:nvPr/>
          </p:nvCxnSpPr>
          <p:spPr>
            <a:xfrm>
              <a:off x="2527987" y="53720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>
            <a:xfrm>
              <a:off x="2833158" y="53618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7" name="矩形 316"/>
            <p:cNvSpPr/>
            <p:nvPr/>
          </p:nvSpPr>
          <p:spPr>
            <a:xfrm>
              <a:off x="3554584" y="535621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8" name="直接连接符 317"/>
            <p:cNvCxnSpPr/>
            <p:nvPr/>
          </p:nvCxnSpPr>
          <p:spPr>
            <a:xfrm>
              <a:off x="3789406" y="53562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9" name="文本框 318"/>
            <p:cNvSpPr txBox="1"/>
            <p:nvPr/>
          </p:nvSpPr>
          <p:spPr>
            <a:xfrm>
              <a:off x="3828263" y="56224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20" name="直接连接符 319"/>
            <p:cNvCxnSpPr/>
            <p:nvPr/>
          </p:nvCxnSpPr>
          <p:spPr>
            <a:xfrm>
              <a:off x="3869416" y="53720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3" name="直接连接符 322"/>
            <p:cNvCxnSpPr/>
            <p:nvPr/>
          </p:nvCxnSpPr>
          <p:spPr>
            <a:xfrm>
              <a:off x="4168872" y="53618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4" name="矩形 323"/>
            <p:cNvSpPr/>
            <p:nvPr/>
          </p:nvSpPr>
          <p:spPr>
            <a:xfrm>
              <a:off x="6035577" y="540135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25" name="直接连接符 324"/>
            <p:cNvCxnSpPr/>
            <p:nvPr/>
          </p:nvCxnSpPr>
          <p:spPr>
            <a:xfrm>
              <a:off x="6270399" y="54013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6" name="文本框 325"/>
            <p:cNvSpPr txBox="1"/>
            <p:nvPr/>
          </p:nvSpPr>
          <p:spPr>
            <a:xfrm>
              <a:off x="6309256" y="566754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27" name="直接连接符 326"/>
            <p:cNvCxnSpPr/>
            <p:nvPr/>
          </p:nvCxnSpPr>
          <p:spPr>
            <a:xfrm>
              <a:off x="6350409" y="54172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8" name="直接连接符 327"/>
            <p:cNvCxnSpPr/>
            <p:nvPr/>
          </p:nvCxnSpPr>
          <p:spPr>
            <a:xfrm>
              <a:off x="6108845" y="53816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9" name="直接连接符 328"/>
            <p:cNvCxnSpPr/>
            <p:nvPr/>
          </p:nvCxnSpPr>
          <p:spPr>
            <a:xfrm>
              <a:off x="6190125" y="5432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0" name="直接连接符 329"/>
            <p:cNvCxnSpPr/>
            <p:nvPr/>
          </p:nvCxnSpPr>
          <p:spPr>
            <a:xfrm>
              <a:off x="6649865" y="54070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1" name="矩形 330"/>
            <p:cNvSpPr/>
            <p:nvPr/>
          </p:nvSpPr>
          <p:spPr>
            <a:xfrm>
              <a:off x="2218988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矩形 331"/>
            <p:cNvSpPr/>
            <p:nvPr/>
          </p:nvSpPr>
          <p:spPr>
            <a:xfrm>
              <a:off x="2292139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 332"/>
            <p:cNvSpPr/>
            <p:nvPr/>
          </p:nvSpPr>
          <p:spPr>
            <a:xfrm>
              <a:off x="2368686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矩形 333"/>
            <p:cNvSpPr/>
            <p:nvPr/>
          </p:nvSpPr>
          <p:spPr>
            <a:xfrm>
              <a:off x="3554677" y="536889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矩形 334"/>
            <p:cNvSpPr/>
            <p:nvPr/>
          </p:nvSpPr>
          <p:spPr>
            <a:xfrm>
              <a:off x="3627828" y="536889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矩形 335"/>
            <p:cNvSpPr/>
            <p:nvPr/>
          </p:nvSpPr>
          <p:spPr>
            <a:xfrm>
              <a:off x="1883191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矩形 336"/>
            <p:cNvSpPr/>
            <p:nvPr/>
          </p:nvSpPr>
          <p:spPr>
            <a:xfrm>
              <a:off x="3181370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337"/>
            <p:cNvSpPr/>
            <p:nvPr/>
          </p:nvSpPr>
          <p:spPr>
            <a:xfrm>
              <a:off x="4414897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椭圆 339"/>
            <p:cNvSpPr/>
            <p:nvPr/>
          </p:nvSpPr>
          <p:spPr>
            <a:xfrm>
              <a:off x="3696722" y="2772843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椭圆 340"/>
            <p:cNvSpPr/>
            <p:nvPr/>
          </p:nvSpPr>
          <p:spPr>
            <a:xfrm>
              <a:off x="2386534" y="277284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椭圆 341"/>
            <p:cNvSpPr/>
            <p:nvPr/>
          </p:nvSpPr>
          <p:spPr>
            <a:xfrm>
              <a:off x="1076346" y="2772847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椭圆 342"/>
            <p:cNvSpPr/>
            <p:nvPr/>
          </p:nvSpPr>
          <p:spPr>
            <a:xfrm>
              <a:off x="6183818" y="2772843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4" name="直接箭头连接符 343"/>
            <p:cNvCxnSpPr>
              <a:stCxn id="342" idx="6"/>
              <a:endCxn id="341" idx="2"/>
            </p:cNvCxnSpPr>
            <p:nvPr/>
          </p:nvCxnSpPr>
          <p:spPr>
            <a:xfrm flipV="1">
              <a:off x="1504363" y="2986854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箭头连接符 344"/>
            <p:cNvCxnSpPr>
              <a:stCxn id="341" idx="6"/>
              <a:endCxn id="340" idx="2"/>
            </p:cNvCxnSpPr>
            <p:nvPr/>
          </p:nvCxnSpPr>
          <p:spPr>
            <a:xfrm flipV="1">
              <a:off x="2814551" y="2986852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直接箭头连接符 345"/>
            <p:cNvCxnSpPr>
              <a:stCxn id="347" idx="3"/>
              <a:endCxn id="343" idx="2"/>
            </p:cNvCxnSpPr>
            <p:nvPr/>
          </p:nvCxnSpPr>
          <p:spPr>
            <a:xfrm>
              <a:off x="5577496" y="2986850"/>
              <a:ext cx="606322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矩形 346"/>
            <p:cNvSpPr/>
            <p:nvPr/>
          </p:nvSpPr>
          <p:spPr>
            <a:xfrm>
              <a:off x="4694152" y="2814913"/>
              <a:ext cx="883344" cy="343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8" name="直接箭头连接符 347"/>
            <p:cNvCxnSpPr>
              <a:stCxn id="340" idx="6"/>
              <a:endCxn id="347" idx="1"/>
            </p:cNvCxnSpPr>
            <p:nvPr/>
          </p:nvCxnSpPr>
          <p:spPr>
            <a:xfrm flipV="1">
              <a:off x="4124739" y="2986850"/>
              <a:ext cx="569413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9" name="组合 348"/>
            <p:cNvGrpSpPr/>
            <p:nvPr/>
          </p:nvGrpSpPr>
          <p:grpSpPr>
            <a:xfrm>
              <a:off x="4732881" y="2963988"/>
              <a:ext cx="783416" cy="45721"/>
              <a:chOff x="6808332" y="336939"/>
              <a:chExt cx="783416" cy="45721"/>
            </a:xfrm>
          </p:grpSpPr>
          <p:sp>
            <p:nvSpPr>
              <p:cNvPr id="350" name="椭圆 349"/>
              <p:cNvSpPr/>
              <p:nvPr/>
            </p:nvSpPr>
            <p:spPr>
              <a:xfrm>
                <a:off x="680833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1" name="椭圆 350"/>
              <p:cNvSpPr/>
              <p:nvPr/>
            </p:nvSpPr>
            <p:spPr>
              <a:xfrm>
                <a:off x="6955869" y="3369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2" name="椭圆 351"/>
              <p:cNvSpPr/>
              <p:nvPr/>
            </p:nvSpPr>
            <p:spPr>
              <a:xfrm>
                <a:off x="7101225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椭圆 352"/>
              <p:cNvSpPr/>
              <p:nvPr/>
            </p:nvSpPr>
            <p:spPr>
              <a:xfrm>
                <a:off x="724739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椭圆 353"/>
              <p:cNvSpPr/>
              <p:nvPr/>
            </p:nvSpPr>
            <p:spPr>
              <a:xfrm>
                <a:off x="73949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椭圆 354"/>
              <p:cNvSpPr/>
              <p:nvPr/>
            </p:nvSpPr>
            <p:spPr>
              <a:xfrm>
                <a:off x="75460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6" name="矩形 355"/>
            <p:cNvSpPr/>
            <p:nvPr/>
          </p:nvSpPr>
          <p:spPr>
            <a:xfrm>
              <a:off x="913103" y="2337432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7" name="直接连接符 356"/>
            <p:cNvCxnSpPr/>
            <p:nvPr/>
          </p:nvCxnSpPr>
          <p:spPr>
            <a:xfrm>
              <a:off x="1147925" y="2337432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8" name="文本框 357"/>
            <p:cNvSpPr txBox="1"/>
            <p:nvPr/>
          </p:nvSpPr>
          <p:spPr>
            <a:xfrm>
              <a:off x="1186782" y="2364051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59" name="直接连接符 358"/>
            <p:cNvCxnSpPr/>
            <p:nvPr/>
          </p:nvCxnSpPr>
          <p:spPr>
            <a:xfrm>
              <a:off x="1227935" y="233901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0" name="直接连接符 359"/>
            <p:cNvCxnSpPr/>
            <p:nvPr/>
          </p:nvCxnSpPr>
          <p:spPr>
            <a:xfrm>
              <a:off x="986371" y="233545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1" name="直接连接符 360"/>
            <p:cNvCxnSpPr/>
            <p:nvPr/>
          </p:nvCxnSpPr>
          <p:spPr>
            <a:xfrm>
              <a:off x="1067651" y="234053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2" name="直接连接符 361"/>
            <p:cNvCxnSpPr/>
            <p:nvPr/>
          </p:nvCxnSpPr>
          <p:spPr>
            <a:xfrm>
              <a:off x="1527391" y="233799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3" name="矩形 362"/>
            <p:cNvSpPr/>
            <p:nvPr/>
          </p:nvSpPr>
          <p:spPr>
            <a:xfrm>
              <a:off x="2218870" y="2330944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4" name="文本框 363"/>
            <p:cNvSpPr txBox="1"/>
            <p:nvPr/>
          </p:nvSpPr>
          <p:spPr>
            <a:xfrm>
              <a:off x="2492549" y="2357563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65" name="直接连接符 364"/>
            <p:cNvCxnSpPr/>
            <p:nvPr/>
          </p:nvCxnSpPr>
          <p:spPr>
            <a:xfrm>
              <a:off x="2527987" y="233253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6" name="直接连接符 365"/>
            <p:cNvCxnSpPr/>
            <p:nvPr/>
          </p:nvCxnSpPr>
          <p:spPr>
            <a:xfrm>
              <a:off x="2833158" y="233151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7" name="矩形 366"/>
            <p:cNvSpPr/>
            <p:nvPr/>
          </p:nvSpPr>
          <p:spPr>
            <a:xfrm>
              <a:off x="3554584" y="2330944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8" name="直接连接符 367"/>
            <p:cNvCxnSpPr/>
            <p:nvPr/>
          </p:nvCxnSpPr>
          <p:spPr>
            <a:xfrm>
              <a:off x="3789406" y="233094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9" name="文本框 368"/>
            <p:cNvSpPr txBox="1"/>
            <p:nvPr/>
          </p:nvSpPr>
          <p:spPr>
            <a:xfrm>
              <a:off x="3828263" y="2357563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70" name="直接连接符 369"/>
            <p:cNvCxnSpPr/>
            <p:nvPr/>
          </p:nvCxnSpPr>
          <p:spPr>
            <a:xfrm>
              <a:off x="3869416" y="233253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1" name="直接连接符 370"/>
            <p:cNvCxnSpPr/>
            <p:nvPr/>
          </p:nvCxnSpPr>
          <p:spPr>
            <a:xfrm>
              <a:off x="4168872" y="233151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2" name="矩形 371"/>
            <p:cNvSpPr/>
            <p:nvPr/>
          </p:nvSpPr>
          <p:spPr>
            <a:xfrm>
              <a:off x="6035577" y="2335458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3" name="直接连接符 372"/>
            <p:cNvCxnSpPr/>
            <p:nvPr/>
          </p:nvCxnSpPr>
          <p:spPr>
            <a:xfrm>
              <a:off x="6270399" y="233545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4" name="文本框 373"/>
            <p:cNvSpPr txBox="1"/>
            <p:nvPr/>
          </p:nvSpPr>
          <p:spPr>
            <a:xfrm>
              <a:off x="6309256" y="2362077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75" name="直接连接符 374"/>
            <p:cNvCxnSpPr/>
            <p:nvPr/>
          </p:nvCxnSpPr>
          <p:spPr>
            <a:xfrm>
              <a:off x="6350409" y="233704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6" name="直接连接符 375"/>
            <p:cNvCxnSpPr/>
            <p:nvPr/>
          </p:nvCxnSpPr>
          <p:spPr>
            <a:xfrm>
              <a:off x="6108845" y="233348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7" name="直接连接符 376"/>
            <p:cNvCxnSpPr/>
            <p:nvPr/>
          </p:nvCxnSpPr>
          <p:spPr>
            <a:xfrm>
              <a:off x="6190125" y="233856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8" name="直接连接符 377"/>
            <p:cNvCxnSpPr/>
            <p:nvPr/>
          </p:nvCxnSpPr>
          <p:spPr>
            <a:xfrm>
              <a:off x="6649865" y="233602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9" name="矩形 378"/>
            <p:cNvSpPr/>
            <p:nvPr/>
          </p:nvSpPr>
          <p:spPr>
            <a:xfrm>
              <a:off x="2218988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矩形 379"/>
            <p:cNvSpPr/>
            <p:nvPr/>
          </p:nvSpPr>
          <p:spPr>
            <a:xfrm>
              <a:off x="2292139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矩形 380"/>
            <p:cNvSpPr/>
            <p:nvPr/>
          </p:nvSpPr>
          <p:spPr>
            <a:xfrm>
              <a:off x="2368686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2" name="矩形 381"/>
            <p:cNvSpPr/>
            <p:nvPr/>
          </p:nvSpPr>
          <p:spPr>
            <a:xfrm>
              <a:off x="3554677" y="233221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矩形 382"/>
            <p:cNvSpPr/>
            <p:nvPr/>
          </p:nvSpPr>
          <p:spPr>
            <a:xfrm>
              <a:off x="3627828" y="233221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4" name="矩形 383"/>
            <p:cNvSpPr/>
            <p:nvPr/>
          </p:nvSpPr>
          <p:spPr>
            <a:xfrm>
              <a:off x="1883191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5" name="矩形 384"/>
            <p:cNvSpPr/>
            <p:nvPr/>
          </p:nvSpPr>
          <p:spPr>
            <a:xfrm>
              <a:off x="3181370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矩形 385"/>
            <p:cNvSpPr/>
            <p:nvPr/>
          </p:nvSpPr>
          <p:spPr>
            <a:xfrm>
              <a:off x="4414897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矩形 386"/>
            <p:cNvSpPr/>
            <p:nvPr/>
          </p:nvSpPr>
          <p:spPr>
            <a:xfrm>
              <a:off x="5840256" y="2612706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0" name="直接箭头连接符 389"/>
            <p:cNvCxnSpPr/>
            <p:nvPr/>
          </p:nvCxnSpPr>
          <p:spPr>
            <a:xfrm rot="5400000">
              <a:off x="3713226" y="1867624"/>
              <a:ext cx="396240" cy="12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1" name="文本框 390"/>
            <p:cNvSpPr txBox="1"/>
            <p:nvPr/>
          </p:nvSpPr>
          <p:spPr>
            <a:xfrm>
              <a:off x="1290354" y="1669798"/>
              <a:ext cx="26324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S+n-2 times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72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78119" y="125349"/>
            <a:ext cx="822331" cy="48463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</a:rPr>
              <a:t>CPU1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91067" y="1010053"/>
            <a:ext cx="1175633" cy="714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八边形 3"/>
          <p:cNvSpPr/>
          <p:nvPr/>
        </p:nvSpPr>
        <p:spPr>
          <a:xfrm>
            <a:off x="1590051" y="2245688"/>
            <a:ext cx="1007122" cy="684186"/>
          </a:xfrm>
          <a:prstGeom prst="octagon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八边形 4"/>
          <p:cNvSpPr/>
          <p:nvPr/>
        </p:nvSpPr>
        <p:spPr>
          <a:xfrm>
            <a:off x="3704379" y="2245688"/>
            <a:ext cx="1007122" cy="684186"/>
          </a:xfrm>
          <a:prstGeom prst="octagon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25350" y="3329946"/>
            <a:ext cx="788250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240367" y="3329946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2" idx="2"/>
          </p:cNvCxnSpPr>
          <p:nvPr/>
        </p:nvCxnSpPr>
        <p:spPr>
          <a:xfrm>
            <a:off x="3189285" y="609981"/>
            <a:ext cx="8649" cy="4000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4042880" y="1123598"/>
            <a:ext cx="1115552" cy="4846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3" idx="3"/>
            <a:endCxn id="11" idx="1"/>
          </p:cNvCxnSpPr>
          <p:nvPr/>
        </p:nvCxnSpPr>
        <p:spPr>
          <a:xfrm flipV="1">
            <a:off x="3766700" y="1365914"/>
            <a:ext cx="276180" cy="13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4971586" y="2147722"/>
            <a:ext cx="1078909" cy="70788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5" name="肘形连接符 14"/>
          <p:cNvCxnSpPr>
            <a:stCxn id="4" idx="7"/>
            <a:endCxn id="5" idx="6"/>
          </p:cNvCxnSpPr>
          <p:nvPr/>
        </p:nvCxnSpPr>
        <p:spPr>
          <a:xfrm rot="5400000" flipH="1" flipV="1">
            <a:off x="3150776" y="1491694"/>
            <a:ext cx="12700" cy="1507988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197934" y="1724518"/>
            <a:ext cx="0" cy="3023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4" idx="4"/>
          </p:cNvCxnSpPr>
          <p:nvPr/>
        </p:nvCxnSpPr>
        <p:spPr>
          <a:xfrm rot="10800000">
            <a:off x="1314483" y="2504129"/>
            <a:ext cx="275568" cy="22535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5" idx="1"/>
            <a:endCxn id="13" idx="1"/>
          </p:cNvCxnSpPr>
          <p:nvPr/>
        </p:nvCxnSpPr>
        <p:spPr>
          <a:xfrm flipV="1">
            <a:off x="4711501" y="2501665"/>
            <a:ext cx="260085" cy="22781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5" idx="2"/>
          </p:cNvCxnSpPr>
          <p:nvPr/>
        </p:nvCxnSpPr>
        <p:spPr>
          <a:xfrm rot="16200000" flipH="1">
            <a:off x="4429081" y="3011903"/>
            <a:ext cx="400072" cy="2360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5" idx="3"/>
          </p:cNvCxnSpPr>
          <p:nvPr/>
        </p:nvCxnSpPr>
        <p:spPr>
          <a:xfrm rot="5400000">
            <a:off x="3588043" y="3013219"/>
            <a:ext cx="400072" cy="23338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4" idx="2"/>
            <a:endCxn id="7" idx="0"/>
          </p:cNvCxnSpPr>
          <p:nvPr/>
        </p:nvCxnSpPr>
        <p:spPr>
          <a:xfrm rot="16200000" flipH="1">
            <a:off x="2310078" y="3016578"/>
            <a:ext cx="400072" cy="22666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4" idx="3"/>
            <a:endCxn id="6" idx="0"/>
          </p:cNvCxnSpPr>
          <p:nvPr/>
        </p:nvCxnSpPr>
        <p:spPr>
          <a:xfrm rot="5400000">
            <a:off x="1454923" y="2994427"/>
            <a:ext cx="400072" cy="27096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8634288" y="125349"/>
            <a:ext cx="871728" cy="48463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chemeClr val="tx1"/>
                </a:solidFill>
              </a:rPr>
              <a:t>CPU2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23" idx="2"/>
            <a:endCxn id="117" idx="0"/>
          </p:cNvCxnSpPr>
          <p:nvPr/>
        </p:nvCxnSpPr>
        <p:spPr>
          <a:xfrm>
            <a:off x="9070152" y="609981"/>
            <a:ext cx="1" cy="3994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2" idx="3"/>
            <a:endCxn id="23" idx="1"/>
          </p:cNvCxnSpPr>
          <p:nvPr/>
        </p:nvCxnSpPr>
        <p:spPr>
          <a:xfrm>
            <a:off x="3600450" y="367665"/>
            <a:ext cx="50338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815042" y="167610"/>
            <a:ext cx="60465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QPI</a:t>
            </a:r>
            <a:endParaRPr lang="zh-CN" altLang="en-US" sz="2000" b="1" dirty="0"/>
          </a:p>
        </p:txBody>
      </p:sp>
      <p:sp>
        <p:nvSpPr>
          <p:cNvPr id="95" name="八边形 94"/>
          <p:cNvSpPr/>
          <p:nvPr/>
        </p:nvSpPr>
        <p:spPr>
          <a:xfrm>
            <a:off x="7490845" y="2245688"/>
            <a:ext cx="1007122" cy="684186"/>
          </a:xfrm>
          <a:prstGeom prst="octagon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6" name="八边形 95"/>
          <p:cNvSpPr/>
          <p:nvPr/>
        </p:nvSpPr>
        <p:spPr>
          <a:xfrm>
            <a:off x="9548023" y="2245688"/>
            <a:ext cx="1007122" cy="684186"/>
          </a:xfrm>
          <a:prstGeom prst="octagon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02" name="直接箭头连接符 101"/>
          <p:cNvCxnSpPr/>
          <p:nvPr/>
        </p:nvCxnSpPr>
        <p:spPr>
          <a:xfrm flipV="1">
            <a:off x="9657969" y="1403805"/>
            <a:ext cx="28936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圆角矩形 102"/>
          <p:cNvSpPr/>
          <p:nvPr/>
        </p:nvSpPr>
        <p:spPr>
          <a:xfrm>
            <a:off x="10815230" y="2147720"/>
            <a:ext cx="1078909" cy="70788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119869" y="2147720"/>
            <a:ext cx="1095408" cy="70788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05" name="肘形连接符 104"/>
          <p:cNvCxnSpPr>
            <a:stCxn id="95" idx="7"/>
            <a:endCxn id="96" idx="6"/>
          </p:cNvCxnSpPr>
          <p:nvPr/>
        </p:nvCxnSpPr>
        <p:spPr>
          <a:xfrm rot="5400000" flipH="1" flipV="1">
            <a:off x="9022995" y="1520269"/>
            <a:ext cx="12700" cy="1450838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H="1">
            <a:off x="9048774" y="1698110"/>
            <a:ext cx="3901" cy="3361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95" idx="4"/>
            <a:endCxn id="104" idx="3"/>
          </p:cNvCxnSpPr>
          <p:nvPr/>
        </p:nvCxnSpPr>
        <p:spPr>
          <a:xfrm rot="10800000">
            <a:off x="7215277" y="2501665"/>
            <a:ext cx="275568" cy="22781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96" idx="1"/>
            <a:endCxn id="103" idx="1"/>
          </p:cNvCxnSpPr>
          <p:nvPr/>
        </p:nvCxnSpPr>
        <p:spPr>
          <a:xfrm flipV="1">
            <a:off x="10555145" y="2501664"/>
            <a:ext cx="260085" cy="22781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肘形连接符 108"/>
          <p:cNvCxnSpPr>
            <a:stCxn id="96" idx="2"/>
          </p:cNvCxnSpPr>
          <p:nvPr/>
        </p:nvCxnSpPr>
        <p:spPr>
          <a:xfrm rot="16200000" flipH="1">
            <a:off x="10272725" y="3011903"/>
            <a:ext cx="400072" cy="2360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肘形连接符 109"/>
          <p:cNvCxnSpPr>
            <a:stCxn id="96" idx="3"/>
          </p:cNvCxnSpPr>
          <p:nvPr/>
        </p:nvCxnSpPr>
        <p:spPr>
          <a:xfrm rot="5400000">
            <a:off x="9431687" y="3013219"/>
            <a:ext cx="400072" cy="23338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肘形连接符 110"/>
          <p:cNvCxnSpPr>
            <a:stCxn id="95" idx="2"/>
          </p:cNvCxnSpPr>
          <p:nvPr/>
        </p:nvCxnSpPr>
        <p:spPr>
          <a:xfrm rot="16200000" flipH="1">
            <a:off x="8210872" y="3016578"/>
            <a:ext cx="400072" cy="22666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肘形连接符 111"/>
          <p:cNvCxnSpPr>
            <a:stCxn id="95" idx="3"/>
          </p:cNvCxnSpPr>
          <p:nvPr/>
        </p:nvCxnSpPr>
        <p:spPr>
          <a:xfrm rot="5400000">
            <a:off x="7376367" y="3015077"/>
            <a:ext cx="400072" cy="22966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619764" y="2376074"/>
            <a:ext cx="947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/>
              <a:t>Switch</a:t>
            </a:r>
            <a:endParaRPr lang="zh-CN" altLang="en-US" sz="2000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3734092" y="2378251"/>
            <a:ext cx="947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/>
              <a:t>Switch</a:t>
            </a:r>
            <a:endParaRPr lang="zh-CN" altLang="en-US" sz="20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4897597" y="2147721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err="1" smtClean="0"/>
              <a:t>PCIe</a:t>
            </a:r>
            <a:endParaRPr lang="en-US" altLang="zh-CN" sz="2000" b="1" dirty="0" smtClean="0"/>
          </a:p>
          <a:p>
            <a:pPr algn="ctr"/>
            <a:r>
              <a:rPr lang="en-US" altLang="zh-CN" sz="2000" b="1" dirty="0" smtClean="0"/>
              <a:t>Endpoint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6050495" y="2147721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err="1" smtClean="0"/>
              <a:t>PCIe</a:t>
            </a:r>
            <a:endParaRPr lang="en-US" altLang="zh-CN" sz="2000" b="1" dirty="0" smtClean="0"/>
          </a:p>
          <a:p>
            <a:pPr algn="ctr"/>
            <a:r>
              <a:rPr lang="en-US" altLang="zh-CN" sz="2000" b="1" dirty="0" smtClean="0"/>
              <a:t>Endpoint</a:t>
            </a:r>
            <a:endParaRPr lang="zh-CN" altLang="en-US" sz="2000" b="1" dirty="0"/>
          </a:p>
        </p:txBody>
      </p:sp>
      <p:sp>
        <p:nvSpPr>
          <p:cNvPr id="67" name="圆角矩形 66"/>
          <p:cNvSpPr/>
          <p:nvPr/>
        </p:nvSpPr>
        <p:spPr>
          <a:xfrm>
            <a:off x="236327" y="2147723"/>
            <a:ext cx="1078909" cy="70788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2338" y="2147722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err="1" smtClean="0"/>
              <a:t>PCIe</a:t>
            </a:r>
            <a:endParaRPr lang="en-US" altLang="zh-CN" sz="2000" b="1" dirty="0" smtClean="0"/>
          </a:p>
          <a:p>
            <a:pPr algn="ctr"/>
            <a:r>
              <a:rPr lang="en-US" altLang="zh-CN" sz="2000" b="1" dirty="0" smtClean="0"/>
              <a:t>Endpoint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518713" y="2377008"/>
            <a:ext cx="947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/>
              <a:t>Switch</a:t>
            </a:r>
            <a:endParaRPr lang="zh-CN" altLang="en-US" sz="2000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9577736" y="2376074"/>
            <a:ext cx="947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/>
              <a:t>Switch</a:t>
            </a:r>
            <a:endParaRPr lang="zh-CN" altLang="en-US" sz="2000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0732746" y="2147720"/>
            <a:ext cx="123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err="1" smtClean="0"/>
              <a:t>PCIe</a:t>
            </a:r>
            <a:endParaRPr lang="en-US" altLang="zh-CN" sz="2000" b="1" dirty="0" smtClean="0"/>
          </a:p>
          <a:p>
            <a:pPr algn="ctr"/>
            <a:r>
              <a:rPr lang="en-US" altLang="zh-CN" sz="2000" b="1" dirty="0" smtClean="0"/>
              <a:t>Endpoint</a:t>
            </a:r>
            <a:endParaRPr lang="zh-CN" altLang="en-US" sz="2000" b="1" dirty="0"/>
          </a:p>
        </p:txBody>
      </p:sp>
      <p:sp>
        <p:nvSpPr>
          <p:cNvPr id="49" name="矩形 48"/>
          <p:cNvSpPr/>
          <p:nvPr/>
        </p:nvSpPr>
        <p:spPr>
          <a:xfrm>
            <a:off x="1092096" y="3376647"/>
            <a:ext cx="8386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/>
              <a:t>GPU0</a:t>
            </a:r>
            <a:endParaRPr lang="zh-CN" altLang="en-US" sz="2000" b="1" dirty="0"/>
          </a:p>
        </p:txBody>
      </p:sp>
      <p:sp>
        <p:nvSpPr>
          <p:cNvPr id="83" name="矩形 82"/>
          <p:cNvSpPr/>
          <p:nvPr/>
        </p:nvSpPr>
        <p:spPr>
          <a:xfrm>
            <a:off x="2205007" y="3376647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GPU1</a:t>
            </a:r>
            <a:endParaRPr lang="zh-CN" altLang="en-US" sz="2000" b="1" dirty="0"/>
          </a:p>
        </p:txBody>
      </p:sp>
      <p:sp>
        <p:nvSpPr>
          <p:cNvPr id="84" name="圆角矩形 83"/>
          <p:cNvSpPr/>
          <p:nvPr/>
        </p:nvSpPr>
        <p:spPr>
          <a:xfrm>
            <a:off x="3280097" y="3329946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244737" y="3376647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GPU2</a:t>
            </a:r>
            <a:endParaRPr lang="zh-CN" altLang="en-US" sz="2000" b="1" dirty="0"/>
          </a:p>
        </p:txBody>
      </p:sp>
      <p:sp>
        <p:nvSpPr>
          <p:cNvPr id="86" name="圆角矩形 85"/>
          <p:cNvSpPr/>
          <p:nvPr/>
        </p:nvSpPr>
        <p:spPr>
          <a:xfrm>
            <a:off x="4355101" y="3324945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319741" y="3371646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GPU3</a:t>
            </a:r>
            <a:endParaRPr lang="zh-CN" altLang="en-US" sz="2000" b="1" dirty="0"/>
          </a:p>
        </p:txBody>
      </p:sp>
      <p:sp>
        <p:nvSpPr>
          <p:cNvPr id="88" name="圆角矩形 87"/>
          <p:cNvSpPr/>
          <p:nvPr/>
        </p:nvSpPr>
        <p:spPr>
          <a:xfrm>
            <a:off x="7086802" y="3324945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051442" y="3371646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GPU4</a:t>
            </a:r>
            <a:endParaRPr lang="zh-CN" altLang="en-US" sz="2000" b="1" dirty="0"/>
          </a:p>
        </p:txBody>
      </p:sp>
      <p:sp>
        <p:nvSpPr>
          <p:cNvPr id="90" name="圆角矩形 89"/>
          <p:cNvSpPr/>
          <p:nvPr/>
        </p:nvSpPr>
        <p:spPr>
          <a:xfrm>
            <a:off x="8128620" y="3324945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8093260" y="3371646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GPU5</a:t>
            </a:r>
            <a:endParaRPr lang="zh-CN" altLang="en-US" sz="2000" b="1" dirty="0"/>
          </a:p>
        </p:txBody>
      </p:sp>
      <p:sp>
        <p:nvSpPr>
          <p:cNvPr id="92" name="圆角矩形 91"/>
          <p:cNvSpPr/>
          <p:nvPr/>
        </p:nvSpPr>
        <p:spPr>
          <a:xfrm>
            <a:off x="9133253" y="3324945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097893" y="3371646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GPU6</a:t>
            </a:r>
            <a:endParaRPr lang="zh-CN" altLang="en-US" sz="2000" b="1" dirty="0"/>
          </a:p>
        </p:txBody>
      </p:sp>
      <p:sp>
        <p:nvSpPr>
          <p:cNvPr id="113" name="圆角矩形 112"/>
          <p:cNvSpPr/>
          <p:nvPr/>
        </p:nvSpPr>
        <p:spPr>
          <a:xfrm>
            <a:off x="10201225" y="3324945"/>
            <a:ext cx="766157" cy="4663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0165865" y="3371646"/>
            <a:ext cx="8386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dirty="0" smtClean="0"/>
              <a:t>GPU7</a:t>
            </a:r>
            <a:endParaRPr lang="zh-CN" altLang="en-US" sz="2000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577491" y="98348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Root</a:t>
            </a:r>
          </a:p>
          <a:p>
            <a:pPr algn="ctr"/>
            <a:r>
              <a:rPr lang="en-US" altLang="zh-CN" sz="2000" b="1" dirty="0"/>
              <a:t>Complex</a:t>
            </a:r>
          </a:p>
        </p:txBody>
      </p:sp>
      <p:sp>
        <p:nvSpPr>
          <p:cNvPr id="117" name="矩形 116"/>
          <p:cNvSpPr/>
          <p:nvPr/>
        </p:nvSpPr>
        <p:spPr>
          <a:xfrm>
            <a:off x="8482336" y="1009433"/>
            <a:ext cx="1175633" cy="7144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464858" y="98761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Root</a:t>
            </a:r>
          </a:p>
          <a:p>
            <a:pPr algn="ctr"/>
            <a:r>
              <a:rPr lang="en-US" altLang="zh-CN" sz="2000" b="1" dirty="0"/>
              <a:t>Complex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4030806" y="1165859"/>
            <a:ext cx="1164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/>
              <a:t>Memory</a:t>
            </a:r>
            <a:endParaRPr lang="zh-CN" altLang="en-US" sz="2000" b="1" dirty="0"/>
          </a:p>
        </p:txBody>
      </p:sp>
      <p:sp>
        <p:nvSpPr>
          <p:cNvPr id="120" name="矩形 119"/>
          <p:cNvSpPr/>
          <p:nvPr/>
        </p:nvSpPr>
        <p:spPr>
          <a:xfrm>
            <a:off x="9947035" y="1147049"/>
            <a:ext cx="1115552" cy="4846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934961" y="1189310"/>
            <a:ext cx="1164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Memory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31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1" y="822779"/>
            <a:ext cx="11138979" cy="353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53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80636" y="578100"/>
            <a:ext cx="8923204" cy="3432115"/>
            <a:chOff x="495116" y="1451860"/>
            <a:chExt cx="8923204" cy="3432115"/>
          </a:xfrm>
        </p:grpSpPr>
        <p:grpSp>
          <p:nvGrpSpPr>
            <p:cNvPr id="4" name="组合 3"/>
            <p:cNvGrpSpPr/>
            <p:nvPr/>
          </p:nvGrpSpPr>
          <p:grpSpPr>
            <a:xfrm>
              <a:off x="495116" y="1457943"/>
              <a:ext cx="8923204" cy="3426032"/>
              <a:chOff x="495116" y="1457943"/>
              <a:chExt cx="8923204" cy="3426032"/>
            </a:xfrm>
          </p:grpSpPr>
          <p:pic>
            <p:nvPicPr>
              <p:cNvPr id="6" name="图片 5"/>
              <p:cNvPicPr/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9496" y="2020824"/>
                <a:ext cx="8878824" cy="2863151"/>
              </a:xfrm>
              <a:prstGeom prst="rect">
                <a:avLst/>
              </a:prstGeom>
              <a:noFill/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539496" y="2216765"/>
                <a:ext cx="78906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b="1" dirty="0" err="1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539496" y="4082534"/>
                <a:ext cx="78906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节点</a:t>
                </a:r>
                <a:r>
                  <a:rPr lang="en-US" altLang="zh-CN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j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95116" y="3151370"/>
                <a:ext cx="87782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链路</a:t>
                </a:r>
                <a:r>
                  <a:rPr lang="en-US" altLang="zh-CN" b="1" dirty="0" err="1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ij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787857" y="1457943"/>
                <a:ext cx="138691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/>
                  <a:t>p</a:t>
                </a:r>
                <a:r>
                  <a:rPr lang="en-US" altLang="zh-CN" sz="1600" b="1" baseline="-25000" dirty="0" smtClean="0"/>
                  <a:t>i</a:t>
                </a:r>
                <a:r>
                  <a:rPr lang="zh-CN" altLang="en-US" sz="1600" b="1" dirty="0" smtClean="0"/>
                  <a:t>：</a:t>
                </a:r>
                <a:r>
                  <a:rPr lang="zh-CN" altLang="en-US" sz="16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计算操作</a:t>
                </a:r>
                <a:endParaRPr lang="en-US" altLang="zh-CN" sz="1600" b="1" dirty="0" smtClean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sz="1600" b="1" dirty="0" smtClean="0"/>
                  <a:t>q</a:t>
                </a:r>
                <a:r>
                  <a:rPr lang="en-US" altLang="zh-CN" sz="1600" b="1" baseline="-25000" dirty="0" smtClean="0"/>
                  <a:t>i</a:t>
                </a:r>
                <a:r>
                  <a:rPr lang="zh-CN" altLang="en-US" sz="1600" b="1" dirty="0" smtClean="0"/>
                  <a:t>：</a:t>
                </a:r>
                <a:r>
                  <a:rPr lang="zh-CN" altLang="en-US" sz="1600" b="1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通信操作</a:t>
                </a:r>
                <a:endPara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7228297" y="1451860"/>
              <a:ext cx="21900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err="1" smtClean="0"/>
                <a:t>t</a:t>
              </a:r>
              <a:r>
                <a:rPr lang="en-US" altLang="zh-CN" sz="1600" b="1" baseline="-25000" dirty="0" err="1" smtClean="0"/>
                <a:t>i</a:t>
              </a:r>
              <a:r>
                <a:rPr lang="zh-CN" altLang="en-US" sz="1600" b="1" dirty="0" smtClean="0"/>
                <a:t>：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节点</a:t>
              </a:r>
              <a:r>
                <a:rPr lang="en-US" altLang="zh-CN" sz="1600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的设备时间</a:t>
              </a:r>
              <a:endParaRPr lang="en-US" altLang="zh-CN" sz="1600" b="1" dirty="0" smtClean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en-US" altLang="zh-CN" sz="1600" b="1" dirty="0" err="1" smtClean="0"/>
                <a:t>t</a:t>
              </a:r>
              <a:r>
                <a:rPr lang="en-US" altLang="zh-CN" sz="1600" b="1" baseline="-25000" dirty="0" err="1" smtClean="0"/>
                <a:t>ij</a:t>
              </a:r>
              <a:r>
                <a:rPr lang="zh-CN" altLang="en-US" sz="1600" b="1" dirty="0" smtClean="0"/>
                <a:t>：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链路</a:t>
              </a:r>
              <a:r>
                <a:rPr lang="en-US" altLang="zh-CN" sz="1600" b="1" dirty="0" err="1" smtClean="0">
                  <a:latin typeface="宋体" panose="02010600030101010101" pitchFamily="2" charset="-122"/>
                  <a:ea typeface="宋体" panose="02010600030101010101" pitchFamily="2" charset="-122"/>
                </a:rPr>
                <a:t>ij</a:t>
              </a:r>
              <a:r>
                <a:rPr lang="zh-CN" altLang="en-US" sz="16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的设备时间</a:t>
              </a:r>
              <a:endPara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924560" y="5699760"/>
            <a:ext cx="87274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46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99816" y="1252316"/>
            <a:ext cx="8198519" cy="5282576"/>
            <a:chOff x="399816" y="1252316"/>
            <a:chExt cx="8198519" cy="5282576"/>
          </a:xfrm>
        </p:grpSpPr>
        <p:sp>
          <p:nvSpPr>
            <p:cNvPr id="23" name="文本框 22"/>
            <p:cNvSpPr txBox="1"/>
            <p:nvPr/>
          </p:nvSpPr>
          <p:spPr>
            <a:xfrm>
              <a:off x="1376478" y="2915927"/>
              <a:ext cx="6495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ring</a:t>
              </a:r>
              <a:endParaRPr lang="zh-CN" altLang="en-US" sz="2000" b="1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276665" y="3011569"/>
              <a:ext cx="644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tree</a:t>
              </a:r>
              <a:endParaRPr lang="zh-CN" altLang="en-US" sz="2000" b="1" dirty="0"/>
            </a:p>
          </p:txBody>
        </p: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210" y="3585906"/>
              <a:ext cx="2164120" cy="194191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9165" y="1646393"/>
              <a:ext cx="2044165" cy="1269534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2473" y="1497641"/>
              <a:ext cx="1993112" cy="1758321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864455" y="5600467"/>
              <a:ext cx="15536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exponential</a:t>
              </a:r>
              <a:endParaRPr lang="zh-CN" altLang="en-US" sz="2000" b="1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0156" y="3645105"/>
              <a:ext cx="1257746" cy="1955362"/>
            </a:xfrm>
            <a:prstGeom prst="rect">
              <a:avLst/>
            </a:prstGeom>
          </p:spPr>
        </p:pic>
        <p:sp>
          <p:nvSpPr>
            <p:cNvPr id="30" name="矩形 29"/>
            <p:cNvSpPr/>
            <p:nvPr/>
          </p:nvSpPr>
          <p:spPr>
            <a:xfrm>
              <a:off x="3839045" y="5600467"/>
              <a:ext cx="15199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/>
                <a:t>h</a:t>
              </a:r>
              <a:r>
                <a:rPr lang="zh-CN" altLang="en-US" sz="2000" b="1" dirty="0"/>
                <a:t>ierarchical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7D50E4A1-4AFF-5FC1-046C-F29BFD0A65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761"/>
            <a:stretch/>
          </p:blipFill>
          <p:spPr>
            <a:xfrm>
              <a:off x="6289435" y="1252316"/>
              <a:ext cx="2308900" cy="1875134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C3F2143-C0D8-6775-8374-EE881597256A}"/>
                </a:ext>
              </a:extLst>
            </p:cNvPr>
            <p:cNvSpPr txBox="1"/>
            <p:nvPr/>
          </p:nvSpPr>
          <p:spPr>
            <a:xfrm>
              <a:off x="6879339" y="3073967"/>
              <a:ext cx="10214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/>
                <a:t>2D-Ring</a:t>
              </a:r>
              <a:endParaRPr lang="zh-CN" altLang="en-US" sz="20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A90AA76-5B2E-8DCE-97C6-731B57D4B8F3}"/>
                </a:ext>
              </a:extLst>
            </p:cNvPr>
            <p:cNvSpPr txBox="1"/>
            <p:nvPr/>
          </p:nvSpPr>
          <p:spPr>
            <a:xfrm>
              <a:off x="6879339" y="5600467"/>
              <a:ext cx="10214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 smtClean="0"/>
                <a:t>3D-Ring</a:t>
              </a:r>
              <a:endParaRPr lang="zh-CN" altLang="en-US" sz="2000" b="1" dirty="0"/>
            </a:p>
          </p:txBody>
        </p:sp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7D50E4A1-4AFF-5FC1-046C-F29BFD0A65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673"/>
            <a:stretch/>
          </p:blipFill>
          <p:spPr>
            <a:xfrm>
              <a:off x="6289435" y="3721608"/>
              <a:ext cx="2308900" cy="1878859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529358" y="3227013"/>
              <a:ext cx="29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</a:t>
              </a:r>
              <a:r>
                <a:rPr lang="en-AE" altLang="zh-CN" dirty="0"/>
                <a:t>1],[2],[1</a:t>
              </a:r>
              <a:r>
                <a:rPr lang="en-AE" altLang="zh-CN" dirty="0" smtClean="0"/>
                <a:t>],[3],[</a:t>
              </a:r>
              <a:r>
                <a:rPr lang="en-AE" altLang="zh-CN" dirty="0"/>
                <a:t>1],[2],[1</a:t>
              </a:r>
              <a:r>
                <a:rPr lang="en-AE" altLang="zh-CN" dirty="0" smtClean="0"/>
                <a:t>]</a:t>
              </a:r>
              <a:r>
                <a:rPr lang="en-US" altLang="zh-CN" dirty="0" smtClean="0"/>
                <a:t>]</a:t>
              </a:r>
              <a:endParaRPr lang="zh-CN" altLang="en-US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786393" y="3271351"/>
              <a:ext cx="1625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[[1,3],[</a:t>
              </a:r>
              <a:r>
                <a:rPr lang="en-AE" altLang="zh-CN" dirty="0"/>
                <a:t>2,1],[1</a:t>
              </a:r>
              <a:r>
                <a:rPr lang="en-AE" altLang="zh-CN" dirty="0" smtClean="0"/>
                <a:t>]</a:t>
              </a:r>
              <a:r>
                <a:rPr lang="en-US" altLang="zh-CN" dirty="0" smtClean="0"/>
                <a:t>]</a:t>
              </a:r>
              <a:endParaRPr lang="zh-CN" altLang="en-US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970156" y="5892631"/>
              <a:ext cx="1625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</a:t>
              </a:r>
              <a:r>
                <a:rPr lang="en-AE" altLang="zh-CN" dirty="0"/>
                <a:t>1],[2</a:t>
              </a:r>
              <a:r>
                <a:rPr lang="en-AE" altLang="zh-CN" dirty="0" smtClean="0"/>
                <a:t>],[3]</a:t>
              </a:r>
              <a:r>
                <a:rPr lang="en-US" altLang="zh-CN" dirty="0" smtClean="0"/>
                <a:t>]</a:t>
              </a:r>
              <a:endParaRPr lang="zh-CN" altLang="en-US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99816" y="5888561"/>
              <a:ext cx="28727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[[1,2,3],[2,2,3],[1,3,3],[3,3,3],[1,2,3],[2,2,3],[1,3,3],[</a:t>
              </a:r>
              <a:r>
                <a:rPr lang="en-AE" altLang="zh-CN" dirty="0"/>
                <a:t>3</a:t>
              </a:r>
              <a:r>
                <a:rPr lang="en-AE" altLang="zh-CN" dirty="0" smtClean="0"/>
                <a:t>,3,3]</a:t>
              </a:r>
              <a:r>
                <a:rPr lang="en-US" altLang="zh-CN" dirty="0" smtClean="0"/>
                <a:t>]</a:t>
              </a:r>
              <a:endParaRPr lang="zh-CN" altLang="en-US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6750075" y="3374981"/>
              <a:ext cx="1625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[[1],[2],[</a:t>
              </a:r>
              <a:r>
                <a:rPr lang="en-AE" altLang="zh-CN" dirty="0"/>
                <a:t>1</a:t>
              </a:r>
              <a:r>
                <a:rPr lang="en-AE" altLang="zh-CN" dirty="0" smtClean="0"/>
                <a:t>],[3</a:t>
              </a:r>
              <a:r>
                <a:rPr lang="en-US" altLang="zh-CN" dirty="0" smtClean="0"/>
                <a:t>]]</a:t>
              </a:r>
              <a:endParaRPr lang="zh-CN" altLang="en-US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771185" y="5892631"/>
              <a:ext cx="1625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dirty="0" smtClean="0"/>
                <a:t>[[1],[2],[3]</a:t>
              </a:r>
              <a:r>
                <a:rPr lang="en-US" altLang="zh-CN" dirty="0" smtClean="0"/>
                <a:t>]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176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1536425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174828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807909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1536425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813231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3451634" y="940944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72167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2" name="直接连接符 11"/>
          <p:cNvCxnSpPr>
            <a:stCxn id="5" idx="0"/>
            <a:endCxn id="8" idx="4"/>
          </p:cNvCxnSpPr>
          <p:nvPr/>
        </p:nvCxnSpPr>
        <p:spPr>
          <a:xfrm flipV="1">
            <a:off x="1702693" y="1268810"/>
            <a:ext cx="0" cy="618332"/>
          </a:xfrm>
          <a:prstGeom prst="line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5" idx="6"/>
            <a:endCxn id="11" idx="2"/>
          </p:cNvCxnSpPr>
          <p:nvPr/>
        </p:nvCxnSpPr>
        <p:spPr>
          <a:xfrm>
            <a:off x="1868961" y="2051075"/>
            <a:ext cx="303206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stCxn id="6" idx="2"/>
            <a:endCxn id="8" idx="6"/>
          </p:cNvCxnSpPr>
          <p:nvPr/>
        </p:nvCxnSpPr>
        <p:spPr>
          <a:xfrm flipH="1">
            <a:off x="1868961" y="1104877"/>
            <a:ext cx="305867" cy="0"/>
          </a:xfrm>
          <a:prstGeom prst="line">
            <a:avLst/>
          </a:prstGeom>
          <a:ln w="1905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6" idx="6"/>
            <a:endCxn id="9" idx="2"/>
          </p:cNvCxnSpPr>
          <p:nvPr/>
        </p:nvCxnSpPr>
        <p:spPr>
          <a:xfrm>
            <a:off x="2507364" y="1104877"/>
            <a:ext cx="305867" cy="0"/>
          </a:xfrm>
          <a:prstGeom prst="line">
            <a:avLst/>
          </a:prstGeom>
          <a:ln w="1905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9" idx="6"/>
            <a:endCxn id="10" idx="2"/>
          </p:cNvCxnSpPr>
          <p:nvPr/>
        </p:nvCxnSpPr>
        <p:spPr>
          <a:xfrm>
            <a:off x="3145767" y="1104877"/>
            <a:ext cx="305867" cy="0"/>
          </a:xfrm>
          <a:prstGeom prst="line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11" idx="6"/>
            <a:endCxn id="7" idx="2"/>
          </p:cNvCxnSpPr>
          <p:nvPr/>
        </p:nvCxnSpPr>
        <p:spPr>
          <a:xfrm>
            <a:off x="2504703" y="2051075"/>
            <a:ext cx="303206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3451634" y="1887142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9" name="直接连接符 18"/>
          <p:cNvCxnSpPr>
            <a:stCxn id="18" idx="0"/>
            <a:endCxn id="10" idx="4"/>
          </p:cNvCxnSpPr>
          <p:nvPr/>
        </p:nvCxnSpPr>
        <p:spPr>
          <a:xfrm flipV="1">
            <a:off x="3617902" y="1268810"/>
            <a:ext cx="0" cy="618332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7" idx="6"/>
            <a:endCxn id="18" idx="2"/>
          </p:cNvCxnSpPr>
          <p:nvPr/>
        </p:nvCxnSpPr>
        <p:spPr>
          <a:xfrm>
            <a:off x="3140445" y="2051075"/>
            <a:ext cx="311189" cy="0"/>
          </a:xfrm>
          <a:prstGeom prst="line">
            <a:avLst/>
          </a:prstGeom>
          <a:ln w="19050">
            <a:head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324640" y="2262384"/>
            <a:ext cx="6495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ring</a:t>
            </a:r>
            <a:endParaRPr lang="zh-CN" altLang="en-US" sz="2000" b="1" dirty="0"/>
          </a:p>
        </p:txBody>
      </p:sp>
      <p:grpSp>
        <p:nvGrpSpPr>
          <p:cNvPr id="22" name="组合 21"/>
          <p:cNvGrpSpPr/>
          <p:nvPr/>
        </p:nvGrpSpPr>
        <p:grpSpPr>
          <a:xfrm>
            <a:off x="5013207" y="777011"/>
            <a:ext cx="2260914" cy="1885483"/>
            <a:chOff x="3327282" y="427761"/>
            <a:chExt cx="2260914" cy="1885483"/>
          </a:xfrm>
        </p:grpSpPr>
        <p:sp>
          <p:nvSpPr>
            <p:cNvPr id="23" name="椭圆 22"/>
            <p:cNvSpPr/>
            <p:nvPr/>
          </p:nvSpPr>
          <p:spPr>
            <a:xfrm>
              <a:off x="4148482" y="42776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3624538" y="93830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4658232" y="938301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327282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900604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4451717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990768" y="1496856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连接符 29"/>
            <p:cNvCxnSpPr>
              <a:stCxn id="23" idx="4"/>
              <a:endCxn id="24" idx="0"/>
            </p:cNvCxnSpPr>
            <p:nvPr/>
          </p:nvCxnSpPr>
          <p:spPr>
            <a:xfrm flipH="1">
              <a:off x="3790806" y="755627"/>
              <a:ext cx="523944" cy="18267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>
              <a:stCxn id="23" idx="4"/>
              <a:endCxn id="25" idx="0"/>
            </p:cNvCxnSpPr>
            <p:nvPr/>
          </p:nvCxnSpPr>
          <p:spPr>
            <a:xfrm>
              <a:off x="4314750" y="755627"/>
              <a:ext cx="509750" cy="18267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24" idx="4"/>
              <a:endCxn id="26" idx="0"/>
            </p:cNvCxnSpPr>
            <p:nvPr/>
          </p:nvCxnSpPr>
          <p:spPr>
            <a:xfrm flipH="1">
              <a:off x="3493550" y="1266167"/>
              <a:ext cx="29725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4" idx="4"/>
              <a:endCxn id="27" idx="0"/>
            </p:cNvCxnSpPr>
            <p:nvPr/>
          </p:nvCxnSpPr>
          <p:spPr>
            <a:xfrm>
              <a:off x="3790806" y="1266167"/>
              <a:ext cx="27606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5" idx="4"/>
              <a:endCxn id="28" idx="0"/>
            </p:cNvCxnSpPr>
            <p:nvPr/>
          </p:nvCxnSpPr>
          <p:spPr>
            <a:xfrm flipH="1">
              <a:off x="4617985" y="1266167"/>
              <a:ext cx="206515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25" idx="4"/>
              <a:endCxn id="29" idx="0"/>
            </p:cNvCxnSpPr>
            <p:nvPr/>
          </p:nvCxnSpPr>
          <p:spPr>
            <a:xfrm>
              <a:off x="4824500" y="1266167"/>
              <a:ext cx="332536" cy="23068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椭圆 35"/>
            <p:cNvSpPr/>
            <p:nvPr/>
          </p:nvSpPr>
          <p:spPr>
            <a:xfrm>
              <a:off x="5255660" y="198537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直接连接符 36"/>
            <p:cNvCxnSpPr>
              <a:stCxn id="29" idx="4"/>
              <a:endCxn id="36" idx="0"/>
            </p:cNvCxnSpPr>
            <p:nvPr/>
          </p:nvCxnSpPr>
          <p:spPr>
            <a:xfrm>
              <a:off x="5157036" y="1824722"/>
              <a:ext cx="264892" cy="16065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文本框 37"/>
          <p:cNvSpPr txBox="1"/>
          <p:nvPr/>
        </p:nvSpPr>
        <p:spPr>
          <a:xfrm>
            <a:off x="5677947" y="2262384"/>
            <a:ext cx="644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tree</a:t>
            </a:r>
            <a:endParaRPr lang="zh-CN" altLang="en-US" sz="2000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8688510" y="2771700"/>
            <a:ext cx="1553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/>
              <a:t>exponential</a:t>
            </a:r>
            <a:endParaRPr lang="zh-CN" altLang="en-US" sz="2000" b="1" dirty="0"/>
          </a:p>
        </p:txBody>
      </p:sp>
      <p:grpSp>
        <p:nvGrpSpPr>
          <p:cNvPr id="40" name="组合 39"/>
          <p:cNvGrpSpPr/>
          <p:nvPr/>
        </p:nvGrpSpPr>
        <p:grpSpPr>
          <a:xfrm>
            <a:off x="8317103" y="406685"/>
            <a:ext cx="2247745" cy="1965804"/>
            <a:chOff x="8317103" y="406685"/>
            <a:chExt cx="2247745" cy="1965804"/>
          </a:xfrm>
        </p:grpSpPr>
        <p:sp>
          <p:nvSpPr>
            <p:cNvPr id="41" name="椭圆 40"/>
            <p:cNvSpPr/>
            <p:nvPr/>
          </p:nvSpPr>
          <p:spPr>
            <a:xfrm>
              <a:off x="8317103" y="162298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8952845" y="406685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9588587" y="204462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8317103" y="83934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9588587" y="40790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10232312" y="839344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8952845" y="204462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直接连接符 47"/>
            <p:cNvCxnSpPr>
              <a:stCxn id="41" idx="0"/>
              <a:endCxn id="44" idx="4"/>
            </p:cNvCxnSpPr>
            <p:nvPr/>
          </p:nvCxnSpPr>
          <p:spPr>
            <a:xfrm flipV="1">
              <a:off x="8483371" y="1167210"/>
              <a:ext cx="0" cy="455772"/>
            </a:xfrm>
            <a:prstGeom prst="line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41" idx="5"/>
              <a:endCxn id="47" idx="2"/>
            </p:cNvCxnSpPr>
            <p:nvPr/>
          </p:nvCxnSpPr>
          <p:spPr>
            <a:xfrm>
              <a:off x="8600940" y="1902833"/>
              <a:ext cx="351905" cy="30572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>
              <a:stCxn id="42" idx="2"/>
              <a:endCxn id="44" idx="7"/>
            </p:cNvCxnSpPr>
            <p:nvPr/>
          </p:nvCxnSpPr>
          <p:spPr>
            <a:xfrm flipH="1">
              <a:off x="8600940" y="570618"/>
              <a:ext cx="351905" cy="316741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2" idx="6"/>
              <a:endCxn id="45" idx="2"/>
            </p:cNvCxnSpPr>
            <p:nvPr/>
          </p:nvCxnSpPr>
          <p:spPr>
            <a:xfrm>
              <a:off x="9285381" y="570618"/>
              <a:ext cx="303206" cy="1219"/>
            </a:xfrm>
            <a:prstGeom prst="line">
              <a:avLst/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45" idx="6"/>
              <a:endCxn id="46" idx="1"/>
            </p:cNvCxnSpPr>
            <p:nvPr/>
          </p:nvCxnSpPr>
          <p:spPr>
            <a:xfrm>
              <a:off x="9921123" y="571837"/>
              <a:ext cx="359888" cy="315522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7" idx="6"/>
              <a:endCxn id="43" idx="2"/>
            </p:cNvCxnSpPr>
            <p:nvPr/>
          </p:nvCxnSpPr>
          <p:spPr>
            <a:xfrm>
              <a:off x="9285381" y="2208555"/>
              <a:ext cx="303206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10232312" y="1622982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接连接符 54"/>
            <p:cNvCxnSpPr>
              <a:stCxn id="54" idx="0"/>
              <a:endCxn id="46" idx="4"/>
            </p:cNvCxnSpPr>
            <p:nvPr/>
          </p:nvCxnSpPr>
          <p:spPr>
            <a:xfrm flipV="1">
              <a:off x="10398580" y="1167210"/>
              <a:ext cx="0" cy="45577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43" idx="6"/>
              <a:endCxn id="54" idx="3"/>
            </p:cNvCxnSpPr>
            <p:nvPr/>
          </p:nvCxnSpPr>
          <p:spPr>
            <a:xfrm flipV="1">
              <a:off x="9921123" y="1902833"/>
              <a:ext cx="359888" cy="305722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曲线连接符 56"/>
            <p:cNvCxnSpPr>
              <a:stCxn id="44" idx="0"/>
              <a:endCxn id="45" idx="0"/>
            </p:cNvCxnSpPr>
            <p:nvPr/>
          </p:nvCxnSpPr>
          <p:spPr>
            <a:xfrm rot="5400000" flipH="1" flipV="1">
              <a:off x="8903393" y="-12118"/>
              <a:ext cx="431440" cy="1271484"/>
            </a:xfrm>
            <a:prstGeom prst="curvedConnector3">
              <a:avLst>
                <a:gd name="adj1" fmla="val 152985"/>
              </a:avLst>
            </a:prstGeom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54" idx="1"/>
              <a:endCxn id="44" idx="6"/>
            </p:cNvCxnSpPr>
            <p:nvPr/>
          </p:nvCxnSpPr>
          <p:spPr>
            <a:xfrm flipH="1" flipV="1">
              <a:off x="8649639" y="1003277"/>
              <a:ext cx="1631372" cy="667720"/>
            </a:xfrm>
            <a:prstGeom prst="line">
              <a:avLst/>
            </a:prstGeom>
            <a:ln w="1905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曲线连接符 58"/>
            <p:cNvCxnSpPr>
              <a:stCxn id="42" idx="0"/>
              <a:endCxn id="46" idx="7"/>
            </p:cNvCxnSpPr>
            <p:nvPr/>
          </p:nvCxnSpPr>
          <p:spPr>
            <a:xfrm rot="16200000" flipH="1">
              <a:off x="9577294" y="-51496"/>
              <a:ext cx="480674" cy="1397036"/>
            </a:xfrm>
            <a:prstGeom prst="curvedConnector3">
              <a:avLst>
                <a:gd name="adj1" fmla="val -47558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43" idx="0"/>
              <a:endCxn id="42" idx="4"/>
            </p:cNvCxnSpPr>
            <p:nvPr/>
          </p:nvCxnSpPr>
          <p:spPr>
            <a:xfrm flipH="1" flipV="1">
              <a:off x="9119113" y="734551"/>
              <a:ext cx="635742" cy="1310071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47" idx="0"/>
              <a:endCxn id="45" idx="4"/>
            </p:cNvCxnSpPr>
            <p:nvPr/>
          </p:nvCxnSpPr>
          <p:spPr>
            <a:xfrm flipV="1">
              <a:off x="9119113" y="735770"/>
              <a:ext cx="635742" cy="1308852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stCxn id="41" idx="7"/>
              <a:endCxn id="46" idx="2"/>
            </p:cNvCxnSpPr>
            <p:nvPr/>
          </p:nvCxnSpPr>
          <p:spPr>
            <a:xfrm flipV="1">
              <a:off x="8600940" y="1003277"/>
              <a:ext cx="1631372" cy="667720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曲线连接符 62"/>
            <p:cNvCxnSpPr>
              <a:stCxn id="45" idx="7"/>
              <a:endCxn id="54" idx="6"/>
            </p:cNvCxnSpPr>
            <p:nvPr/>
          </p:nvCxnSpPr>
          <p:spPr>
            <a:xfrm rot="16200000" flipH="1">
              <a:off x="9553138" y="775205"/>
              <a:ext cx="1330996" cy="692424"/>
            </a:xfrm>
            <a:prstGeom prst="curvedConnector4">
              <a:avLst>
                <a:gd name="adj1" fmla="val -20783"/>
                <a:gd name="adj2" fmla="val 13301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曲线连接符 63"/>
            <p:cNvCxnSpPr>
              <a:stCxn id="54" idx="5"/>
              <a:endCxn id="47" idx="4"/>
            </p:cNvCxnSpPr>
            <p:nvPr/>
          </p:nvCxnSpPr>
          <p:spPr>
            <a:xfrm rot="5400000">
              <a:off x="9582804" y="1439142"/>
              <a:ext cx="469655" cy="1397036"/>
            </a:xfrm>
            <a:prstGeom prst="curvedConnector3">
              <a:avLst>
                <a:gd name="adj1" fmla="val 14867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曲线连接符 64"/>
            <p:cNvCxnSpPr>
              <a:stCxn id="46" idx="6"/>
              <a:endCxn id="43" idx="5"/>
            </p:cNvCxnSpPr>
            <p:nvPr/>
          </p:nvCxnSpPr>
          <p:spPr>
            <a:xfrm flipH="1">
              <a:off x="9872424" y="1003277"/>
              <a:ext cx="692424" cy="1321196"/>
            </a:xfrm>
            <a:prstGeom prst="curvedConnector4">
              <a:avLst>
                <a:gd name="adj1" fmla="val -33014"/>
                <a:gd name="adj2" fmla="val 120937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曲线连接符 65"/>
            <p:cNvCxnSpPr>
              <a:stCxn id="43" idx="4"/>
              <a:endCxn id="41" idx="3"/>
            </p:cNvCxnSpPr>
            <p:nvPr/>
          </p:nvCxnSpPr>
          <p:spPr>
            <a:xfrm rot="5400000" flipH="1">
              <a:off x="8825501" y="1443135"/>
              <a:ext cx="469655" cy="1389053"/>
            </a:xfrm>
            <a:prstGeom prst="curvedConnector3">
              <a:avLst>
                <a:gd name="adj1" fmla="val -48674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曲线连接符 66"/>
            <p:cNvCxnSpPr>
              <a:stCxn id="47" idx="3"/>
              <a:endCxn id="44" idx="2"/>
            </p:cNvCxnSpPr>
            <p:nvPr/>
          </p:nvCxnSpPr>
          <p:spPr>
            <a:xfrm rot="5400000" flipH="1">
              <a:off x="7998726" y="1321655"/>
              <a:ext cx="1321196" cy="684441"/>
            </a:xfrm>
            <a:prstGeom prst="curvedConnector4">
              <a:avLst>
                <a:gd name="adj1" fmla="val -20937"/>
                <a:gd name="adj2" fmla="val 133400"/>
              </a:avLst>
            </a:prstGeom>
            <a:ln w="19050">
              <a:headEnd type="non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8" name="矩形 67"/>
          <p:cNvSpPr/>
          <p:nvPr/>
        </p:nvSpPr>
        <p:spPr>
          <a:xfrm>
            <a:off x="9895606" y="5776527"/>
            <a:ext cx="15199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h</a:t>
            </a:r>
            <a:r>
              <a:rPr lang="zh-CN" altLang="en-US" sz="2000" b="1" dirty="0" smtClean="0"/>
              <a:t>ierarchical</a:t>
            </a:r>
            <a:endParaRPr lang="zh-CN" altLang="en-US" sz="2000" b="1" dirty="0"/>
          </a:p>
        </p:txBody>
      </p:sp>
      <p:grpSp>
        <p:nvGrpSpPr>
          <p:cNvPr id="69" name="组合 68"/>
          <p:cNvGrpSpPr/>
          <p:nvPr/>
        </p:nvGrpSpPr>
        <p:grpSpPr>
          <a:xfrm>
            <a:off x="10041185" y="3438941"/>
            <a:ext cx="1237639" cy="2173653"/>
            <a:chOff x="2041901" y="3639103"/>
            <a:chExt cx="1237639" cy="2173653"/>
          </a:xfrm>
        </p:grpSpPr>
        <p:sp>
          <p:nvSpPr>
            <p:cNvPr id="70" name="椭圆 69"/>
            <p:cNvSpPr/>
            <p:nvPr/>
          </p:nvSpPr>
          <p:spPr>
            <a:xfrm>
              <a:off x="2934304" y="5484890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7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2938174" y="3639103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1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045771" y="3639103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0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2041901" y="5484890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6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直接连接符 73"/>
            <p:cNvCxnSpPr>
              <a:stCxn id="70" idx="2"/>
              <a:endCxn id="73" idx="6"/>
            </p:cNvCxnSpPr>
            <p:nvPr/>
          </p:nvCxnSpPr>
          <p:spPr>
            <a:xfrm flipH="1">
              <a:off x="2374437" y="5648823"/>
              <a:ext cx="559867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>
              <a:stCxn id="71" idx="2"/>
              <a:endCxn id="72" idx="6"/>
            </p:cNvCxnSpPr>
            <p:nvPr/>
          </p:nvCxnSpPr>
          <p:spPr>
            <a:xfrm flipH="1">
              <a:off x="2378307" y="3803036"/>
              <a:ext cx="559867" cy="0"/>
            </a:xfrm>
            <a:prstGeom prst="line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椭圆 75"/>
            <p:cNvSpPr/>
            <p:nvPr/>
          </p:nvSpPr>
          <p:spPr>
            <a:xfrm>
              <a:off x="2041901" y="423128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2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2934304" y="4231288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3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8" name="直接连接符 77"/>
            <p:cNvCxnSpPr>
              <a:stCxn id="76" idx="6"/>
              <a:endCxn id="77" idx="2"/>
            </p:cNvCxnSpPr>
            <p:nvPr/>
          </p:nvCxnSpPr>
          <p:spPr>
            <a:xfrm>
              <a:off x="2374437" y="4395221"/>
              <a:ext cx="559867" cy="0"/>
            </a:xfrm>
            <a:prstGeom prst="line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椭圆 78"/>
            <p:cNvSpPr/>
            <p:nvPr/>
          </p:nvSpPr>
          <p:spPr>
            <a:xfrm>
              <a:off x="2934304" y="4858089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5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2041901" y="4858089"/>
              <a:ext cx="332536" cy="32786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tx1"/>
                  </a:solidFill>
                </a:rPr>
                <a:t>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直接连接符 80"/>
            <p:cNvCxnSpPr>
              <a:stCxn id="79" idx="2"/>
              <a:endCxn id="80" idx="6"/>
            </p:cNvCxnSpPr>
            <p:nvPr/>
          </p:nvCxnSpPr>
          <p:spPr>
            <a:xfrm flipH="1">
              <a:off x="2374437" y="5022022"/>
              <a:ext cx="559867" cy="0"/>
            </a:xfrm>
            <a:prstGeom prst="line">
              <a:avLst/>
            </a:prstGeom>
            <a:ln w="190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77" idx="0"/>
              <a:endCxn id="71" idx="4"/>
            </p:cNvCxnSpPr>
            <p:nvPr/>
          </p:nvCxnSpPr>
          <p:spPr>
            <a:xfrm flipV="1">
              <a:off x="3100572" y="3966969"/>
              <a:ext cx="3870" cy="264319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>
              <a:stCxn id="70" idx="0"/>
              <a:endCxn id="79" idx="4"/>
            </p:cNvCxnSpPr>
            <p:nvPr/>
          </p:nvCxnSpPr>
          <p:spPr>
            <a:xfrm flipV="1">
              <a:off x="3100572" y="5185955"/>
              <a:ext cx="0" cy="298935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肘形连接符 83"/>
            <p:cNvCxnSpPr>
              <a:stCxn id="77" idx="6"/>
              <a:endCxn id="70" idx="6"/>
            </p:cNvCxnSpPr>
            <p:nvPr/>
          </p:nvCxnSpPr>
          <p:spPr>
            <a:xfrm>
              <a:off x="3266840" y="4395221"/>
              <a:ext cx="12700" cy="1253602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058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/>
          <p:cNvSpPr/>
          <p:nvPr/>
        </p:nvSpPr>
        <p:spPr>
          <a:xfrm>
            <a:off x="2963886" y="1587240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2439942" y="2097780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473636" y="2097780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2142686" y="2656335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2716008" y="2656335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67121" y="2656335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3806172" y="2656335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9" name="直接连接符 48"/>
          <p:cNvCxnSpPr>
            <a:stCxn id="42" idx="4"/>
            <a:endCxn id="43" idx="0"/>
          </p:cNvCxnSpPr>
          <p:nvPr/>
        </p:nvCxnSpPr>
        <p:spPr>
          <a:xfrm flipH="1">
            <a:off x="2606210" y="1915106"/>
            <a:ext cx="523944" cy="1826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42" idx="4"/>
            <a:endCxn id="44" idx="0"/>
          </p:cNvCxnSpPr>
          <p:nvPr/>
        </p:nvCxnSpPr>
        <p:spPr>
          <a:xfrm>
            <a:off x="3130154" y="1915106"/>
            <a:ext cx="509750" cy="18267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43" idx="4"/>
            <a:endCxn id="45" idx="0"/>
          </p:cNvCxnSpPr>
          <p:nvPr/>
        </p:nvCxnSpPr>
        <p:spPr>
          <a:xfrm flipH="1">
            <a:off x="2308954" y="2425646"/>
            <a:ext cx="29725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43" idx="4"/>
            <a:endCxn id="46" idx="0"/>
          </p:cNvCxnSpPr>
          <p:nvPr/>
        </p:nvCxnSpPr>
        <p:spPr>
          <a:xfrm>
            <a:off x="2606210" y="2425646"/>
            <a:ext cx="27606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44" idx="4"/>
            <a:endCxn id="47" idx="0"/>
          </p:cNvCxnSpPr>
          <p:nvPr/>
        </p:nvCxnSpPr>
        <p:spPr>
          <a:xfrm flipH="1">
            <a:off x="3433389" y="2425646"/>
            <a:ext cx="206515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44" idx="4"/>
            <a:endCxn id="48" idx="0"/>
          </p:cNvCxnSpPr>
          <p:nvPr/>
        </p:nvCxnSpPr>
        <p:spPr>
          <a:xfrm>
            <a:off x="3639904" y="2425646"/>
            <a:ext cx="332536" cy="230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4071064" y="3144857"/>
            <a:ext cx="332536" cy="32786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6" name="直接连接符 55"/>
          <p:cNvCxnSpPr>
            <a:stCxn id="48" idx="4"/>
            <a:endCxn id="55" idx="0"/>
          </p:cNvCxnSpPr>
          <p:nvPr/>
        </p:nvCxnSpPr>
        <p:spPr>
          <a:xfrm>
            <a:off x="3972440" y="2984201"/>
            <a:ext cx="264892" cy="1606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15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5639435" y="1714500"/>
            <a:ext cx="3437888" cy="4286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5280836" y="3369679"/>
            <a:ext cx="2623359" cy="4669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5280836" y="2143125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280836" y="1246444"/>
            <a:ext cx="2623359" cy="46070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2647952" y="33623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2647952" y="2143126"/>
            <a:ext cx="2623359" cy="4762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2647952" y="1238252"/>
            <a:ext cx="2623359" cy="4688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2019298" y="3369679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2019298" y="2143126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19298" y="1238251"/>
            <a:ext cx="619127" cy="4762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19300" y="1238251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019299" y="21431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019298" y="3362326"/>
            <a:ext cx="7058025" cy="4762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91825" y="129990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GPU 0</a:t>
            </a:r>
            <a:endParaRPr lang="zh-CN" altLang="en-US" b="1" dirty="0"/>
          </a:p>
        </p:txBody>
      </p:sp>
      <p:sp>
        <p:nvSpPr>
          <p:cNvPr id="25" name="文本框 24"/>
          <p:cNvSpPr txBox="1"/>
          <p:nvPr/>
        </p:nvSpPr>
        <p:spPr>
          <a:xfrm>
            <a:off x="1191825" y="219171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GPU 1</a:t>
            </a:r>
            <a:endParaRPr lang="zh-CN" altLang="en-US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1191825" y="3415785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GPU n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5271311" y="2694616"/>
            <a:ext cx="553998" cy="5924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AE" altLang="zh-CN" sz="2400" b="1" dirty="0" smtClean="0"/>
              <a:t>……</a:t>
            </a:r>
            <a:endParaRPr lang="zh-CN" altLang="en-US" sz="2400" b="1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2638426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5271311" y="1245604"/>
            <a:ext cx="0" cy="260032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左大括号 9"/>
          <p:cNvSpPr/>
          <p:nvPr/>
        </p:nvSpPr>
        <p:spPr>
          <a:xfrm rot="-5400000">
            <a:off x="5187696" y="1313537"/>
            <a:ext cx="176756" cy="5256241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左大括号 38"/>
          <p:cNvSpPr/>
          <p:nvPr/>
        </p:nvSpPr>
        <p:spPr>
          <a:xfrm rot="16200000">
            <a:off x="2245248" y="3627331"/>
            <a:ext cx="176757" cy="628652"/>
          </a:xfrm>
          <a:prstGeom prst="leftBrace">
            <a:avLst>
              <a:gd name="adj1" fmla="val 24871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左大括号 44"/>
          <p:cNvSpPr/>
          <p:nvPr/>
        </p:nvSpPr>
        <p:spPr>
          <a:xfrm rot="16200000">
            <a:off x="7270001" y="2222714"/>
            <a:ext cx="176758" cy="3437886"/>
          </a:xfrm>
          <a:prstGeom prst="leftBrace">
            <a:avLst>
              <a:gd name="adj1" fmla="val 68208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589294"/>
              </p:ext>
            </p:extLst>
          </p:nvPr>
        </p:nvGraphicFramePr>
        <p:xfrm>
          <a:off x="2052436" y="4030036"/>
          <a:ext cx="562382" cy="40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AxMath" r:id="rId3" imgW="315000" imgH="228600" progId="Equation.AxMath">
                  <p:embed/>
                </p:oleObj>
              </mc:Choice>
              <mc:Fallback>
                <p:oleObj name="AxMath" r:id="rId3" imgW="315000" imgH="22860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2436" y="4030036"/>
                        <a:ext cx="562382" cy="4090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014335"/>
              </p:ext>
            </p:extLst>
          </p:nvPr>
        </p:nvGraphicFramePr>
        <p:xfrm>
          <a:off x="4968875" y="4030663"/>
          <a:ext cx="6238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AxMath" r:id="rId5" imgW="347760" imgH="228600" progId="Equation.AxMath">
                  <p:embed/>
                </p:oleObj>
              </mc:Choice>
              <mc:Fallback>
                <p:oleObj name="AxMath" r:id="rId5" imgW="347760" imgH="228600" progId="Equation.AxMath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8875" y="4030663"/>
                        <a:ext cx="623888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902971"/>
              </p:ext>
            </p:extLst>
          </p:nvPr>
        </p:nvGraphicFramePr>
        <p:xfrm>
          <a:off x="7019925" y="4030663"/>
          <a:ext cx="6778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AxMath" r:id="rId7" imgW="378000" imgH="228600" progId="Equation.AxMath">
                  <p:embed/>
                </p:oleObj>
              </mc:Choice>
              <mc:Fallback>
                <p:oleObj name="AxMath" r:id="rId7" imgW="378000" imgH="228600" progId="Equation.AxMath">
                  <p:embed/>
                  <p:pic>
                    <p:nvPicPr>
                      <p:cNvPr id="33" name="对象 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19925" y="4030663"/>
                        <a:ext cx="677863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1290148" y="4577436"/>
            <a:ext cx="589109" cy="2101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919149" y="4512256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data copy</a:t>
            </a:r>
            <a:endParaRPr lang="zh-CN" altLang="en-US" sz="1600" b="1" dirty="0"/>
          </a:p>
        </p:txBody>
      </p:sp>
      <p:sp>
        <p:nvSpPr>
          <p:cNvPr id="43" name="矩形 42"/>
          <p:cNvSpPr/>
          <p:nvPr/>
        </p:nvSpPr>
        <p:spPr>
          <a:xfrm>
            <a:off x="3210252" y="4577436"/>
            <a:ext cx="589109" cy="210124"/>
          </a:xfrm>
          <a:prstGeom prst="rect">
            <a:avLst/>
          </a:prstGeom>
          <a:solidFill>
            <a:srgbClr val="F4B183"/>
          </a:solidFill>
          <a:ln>
            <a:solidFill>
              <a:srgbClr val="F4B1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4" name="文本框 43"/>
          <p:cNvSpPr txBox="1"/>
          <p:nvPr/>
        </p:nvSpPr>
        <p:spPr>
          <a:xfrm>
            <a:off x="3839253" y="4512256"/>
            <a:ext cx="3142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computation of neural network </a:t>
            </a:r>
            <a:endParaRPr lang="zh-CN" altLang="en-US" sz="1600" b="1" dirty="0"/>
          </a:p>
        </p:txBody>
      </p:sp>
      <p:sp>
        <p:nvSpPr>
          <p:cNvPr id="47" name="矩形 46"/>
          <p:cNvSpPr/>
          <p:nvPr/>
        </p:nvSpPr>
        <p:spPr>
          <a:xfrm>
            <a:off x="7108679" y="4576471"/>
            <a:ext cx="589109" cy="210124"/>
          </a:xfrm>
          <a:prstGeom prst="rect">
            <a:avLst/>
          </a:prstGeom>
          <a:solidFill>
            <a:srgbClr val="9DC3E6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8" name="文本框 47"/>
          <p:cNvSpPr txBox="1"/>
          <p:nvPr/>
        </p:nvSpPr>
        <p:spPr>
          <a:xfrm>
            <a:off x="7697788" y="4511291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smtClean="0"/>
              <a:t>communication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4557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CD74299-1FF5-451F-B5F9-E74030E0CE57}"/>
              </a:ext>
            </a:extLst>
          </p:cNvPr>
          <p:cNvCxnSpPr>
            <a:cxnSpLocks/>
          </p:cNvCxnSpPr>
          <p:nvPr/>
        </p:nvCxnSpPr>
        <p:spPr>
          <a:xfrm flipV="1">
            <a:off x="3147504" y="3138885"/>
            <a:ext cx="6273356" cy="3173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7A2A5B-340F-01F4-15C2-0CC2C6C2BA54}"/>
              </a:ext>
            </a:extLst>
          </p:cNvPr>
          <p:cNvCxnSpPr>
            <a:cxnSpLocks/>
          </p:cNvCxnSpPr>
          <p:nvPr/>
        </p:nvCxnSpPr>
        <p:spPr>
          <a:xfrm flipV="1">
            <a:off x="3147504" y="2736994"/>
            <a:ext cx="6273356" cy="13037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06781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66451" y="1766173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05939" y="1765411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B1C0D6A-5A1B-8BDC-F110-543DE90C7C88}"/>
              </a:ext>
            </a:extLst>
          </p:cNvPr>
          <p:cNvSpPr/>
          <p:nvPr/>
        </p:nvSpPr>
        <p:spPr>
          <a:xfrm>
            <a:off x="2100710" y="1866606"/>
            <a:ext cx="695318" cy="66375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FCA8EC-93A4-C70F-B599-B2B38B00D70B}"/>
              </a:ext>
            </a:extLst>
          </p:cNvPr>
          <p:cNvSpPr/>
          <p:nvPr/>
        </p:nvSpPr>
        <p:spPr>
          <a:xfrm>
            <a:off x="3735497" y="2746707"/>
            <a:ext cx="422482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B87547-392A-21F2-5B4E-52DCF93C19FA}"/>
              </a:ext>
            </a:extLst>
          </p:cNvPr>
          <p:cNvSpPr/>
          <p:nvPr/>
        </p:nvSpPr>
        <p:spPr>
          <a:xfrm>
            <a:off x="4275778" y="2744679"/>
            <a:ext cx="496879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08E8B7-989D-3EE2-D155-FEE7F435CEC4}"/>
              </a:ext>
            </a:extLst>
          </p:cNvPr>
          <p:cNvSpPr/>
          <p:nvPr/>
        </p:nvSpPr>
        <p:spPr>
          <a:xfrm>
            <a:off x="4996310" y="2744679"/>
            <a:ext cx="566928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63B787-97FC-293C-0229-504B0954DCE9}"/>
              </a:ext>
            </a:extLst>
          </p:cNvPr>
          <p:cNvSpPr/>
          <p:nvPr/>
        </p:nvSpPr>
        <p:spPr>
          <a:xfrm>
            <a:off x="7034896" y="2749504"/>
            <a:ext cx="608280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5D904A-246E-2773-3A25-0719B2695BEC}"/>
              </a:ext>
            </a:extLst>
          </p:cNvPr>
          <p:cNvSpPr/>
          <p:nvPr/>
        </p:nvSpPr>
        <p:spPr>
          <a:xfrm>
            <a:off x="7643176" y="2749185"/>
            <a:ext cx="650615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862A7D-F92B-169C-4C0A-5D05F6B3B99B}"/>
              </a:ext>
            </a:extLst>
          </p:cNvPr>
          <p:cNvSpPr/>
          <p:nvPr/>
        </p:nvSpPr>
        <p:spPr>
          <a:xfrm>
            <a:off x="8293791" y="2746707"/>
            <a:ext cx="508897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2B4F279-A32E-66FE-1468-D73E31C88FAA}"/>
              </a:ext>
            </a:extLst>
          </p:cNvPr>
          <p:cNvCxnSpPr>
            <a:cxnSpLocks/>
          </p:cNvCxnSpPr>
          <p:nvPr/>
        </p:nvCxnSpPr>
        <p:spPr>
          <a:xfrm>
            <a:off x="3147504" y="1765411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47504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708787"/>
              </p:ext>
            </p:extLst>
          </p:nvPr>
        </p:nvGraphicFramePr>
        <p:xfrm>
          <a:off x="2107181" y="2008906"/>
          <a:ext cx="713752" cy="366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" name="AxMath" r:id="rId3" imgW="297360" imgH="151920" progId="Equation.AxMath">
                  <p:embed/>
                </p:oleObj>
              </mc:Choice>
              <mc:Fallback>
                <p:oleObj name="AxMath" r:id="rId3" imgW="297360" imgH="151920" progId="Equation.AxMath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7181" y="2008906"/>
                        <a:ext cx="713752" cy="366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4993832" y="1766173"/>
            <a:ext cx="1312108" cy="3886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07878" y="1765411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62615" y="1772262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79A8D953-3563-6CF9-501A-6EA7D22D95C7}"/>
              </a:ext>
            </a:extLst>
          </p:cNvPr>
          <p:cNvCxnSpPr>
            <a:cxnSpLocks/>
          </p:cNvCxnSpPr>
          <p:nvPr/>
        </p:nvCxnSpPr>
        <p:spPr>
          <a:xfrm>
            <a:off x="3147504" y="2159222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6F0112D-D27E-1AA9-B0E7-2AA9C062F0F0}"/>
              </a:ext>
            </a:extLst>
          </p:cNvPr>
          <p:cNvCxnSpPr>
            <a:cxnSpLocks/>
          </p:cNvCxnSpPr>
          <p:nvPr/>
        </p:nvCxnSpPr>
        <p:spPr>
          <a:xfrm>
            <a:off x="3141408" y="3674518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23A3927-555F-F7AA-B50D-32E757F59748}"/>
              </a:ext>
            </a:extLst>
          </p:cNvPr>
          <p:cNvCxnSpPr>
            <a:cxnSpLocks/>
          </p:cNvCxnSpPr>
          <p:nvPr/>
        </p:nvCxnSpPr>
        <p:spPr>
          <a:xfrm>
            <a:off x="3147504" y="4068329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841D5046-97E4-06F2-D5E4-AA4E754D18F7}"/>
              </a:ext>
            </a:extLst>
          </p:cNvPr>
          <p:cNvCxnSpPr>
            <a:cxnSpLocks/>
          </p:cNvCxnSpPr>
          <p:nvPr/>
        </p:nvCxnSpPr>
        <p:spPr>
          <a:xfrm>
            <a:off x="3142931" y="2749759"/>
            <a:ext cx="0" cy="397379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06FB9D98-5F2E-DE1A-59E7-3D8D32780455}"/>
              </a:ext>
            </a:extLst>
          </p:cNvPr>
          <p:cNvSpPr/>
          <p:nvPr/>
        </p:nvSpPr>
        <p:spPr>
          <a:xfrm>
            <a:off x="2097923" y="3287626"/>
            <a:ext cx="695318" cy="66375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263687E0-D9BC-57AD-123C-316339299C52}"/>
              </a:ext>
            </a:extLst>
          </p:cNvPr>
          <p:cNvCxnSpPr>
            <a:cxnSpLocks/>
            <a:stCxn id="19" idx="4"/>
            <a:endCxn id="120" idx="0"/>
          </p:cNvCxnSpPr>
          <p:nvPr/>
        </p:nvCxnSpPr>
        <p:spPr>
          <a:xfrm flipH="1">
            <a:off x="2445582" y="2530358"/>
            <a:ext cx="2787" cy="75726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弧形 127">
            <a:extLst>
              <a:ext uri="{FF2B5EF4-FFF2-40B4-BE49-F238E27FC236}">
                <a16:creationId xmlns:a16="http://schemas.microsoft.com/office/drawing/2014/main" id="{F8A33E47-8301-AEDB-3CF8-92231BECC24F}"/>
              </a:ext>
            </a:extLst>
          </p:cNvPr>
          <p:cNvSpPr/>
          <p:nvPr/>
        </p:nvSpPr>
        <p:spPr>
          <a:xfrm>
            <a:off x="1047777" y="1765411"/>
            <a:ext cx="1773155" cy="1707722"/>
          </a:xfrm>
          <a:prstGeom prst="arc">
            <a:avLst>
              <a:gd name="adj1" fmla="val 10843985"/>
              <a:gd name="adj2" fmla="val 17876573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弧形 130">
            <a:extLst>
              <a:ext uri="{FF2B5EF4-FFF2-40B4-BE49-F238E27FC236}">
                <a16:creationId xmlns:a16="http://schemas.microsoft.com/office/drawing/2014/main" id="{E7195A1C-0149-9691-4EF2-EB804CC83D4D}"/>
              </a:ext>
            </a:extLst>
          </p:cNvPr>
          <p:cNvSpPr/>
          <p:nvPr/>
        </p:nvSpPr>
        <p:spPr>
          <a:xfrm flipV="1">
            <a:off x="1047777" y="2227588"/>
            <a:ext cx="1705819" cy="1759053"/>
          </a:xfrm>
          <a:prstGeom prst="arc">
            <a:avLst>
              <a:gd name="adj1" fmla="val 11210357"/>
              <a:gd name="adj2" fmla="val 17694286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D45DA694-884E-A3C3-3D4A-43E402159AA6}"/>
              </a:ext>
            </a:extLst>
          </p:cNvPr>
          <p:cNvSpPr txBox="1"/>
          <p:nvPr/>
        </p:nvSpPr>
        <p:spPr>
          <a:xfrm rot="5400000">
            <a:off x="699200" y="2631293"/>
            <a:ext cx="688009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65680E7A-EE6A-D4FE-231D-D72EB834DC3A}"/>
              </a:ext>
            </a:extLst>
          </p:cNvPr>
          <p:cNvSpPr/>
          <p:nvPr/>
        </p:nvSpPr>
        <p:spPr>
          <a:xfrm>
            <a:off x="7007860" y="2701297"/>
            <a:ext cx="1831340" cy="47901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2B086B7A-0477-ED50-8EAF-F1107AC98B2E}"/>
              </a:ext>
            </a:extLst>
          </p:cNvPr>
          <p:cNvCxnSpPr>
            <a:cxnSpLocks/>
          </p:cNvCxnSpPr>
          <p:nvPr/>
        </p:nvCxnSpPr>
        <p:spPr>
          <a:xfrm flipV="1">
            <a:off x="8096800" y="2460967"/>
            <a:ext cx="351663" cy="2069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8370257" y="2197272"/>
            <a:ext cx="1281120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path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F792EE3-2A02-CDCF-60EC-55882AD1BE01}"/>
              </a:ext>
            </a:extLst>
          </p:cNvPr>
          <p:cNvSpPr/>
          <p:nvPr/>
        </p:nvSpPr>
        <p:spPr>
          <a:xfrm>
            <a:off x="3114462" y="1718261"/>
            <a:ext cx="3918797" cy="47901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813967"/>
              </p:ext>
            </p:extLst>
          </p:nvPr>
        </p:nvGraphicFramePr>
        <p:xfrm>
          <a:off x="2457445" y="2756421"/>
          <a:ext cx="670917" cy="378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" name="AxMath" r:id="rId5" imgW="270360" imgH="151920" progId="Equation.AxMath">
                  <p:embed/>
                </p:oleObj>
              </mc:Choice>
              <mc:Fallback>
                <p:oleObj name="AxMath" r:id="rId5" imgW="270360" imgH="151920" progId="Equation.AxMath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7445" y="2756421"/>
                        <a:ext cx="670917" cy="378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43056"/>
              </p:ext>
            </p:extLst>
          </p:nvPr>
        </p:nvGraphicFramePr>
        <p:xfrm>
          <a:off x="3311640" y="1741497"/>
          <a:ext cx="305774" cy="396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0" name="AxMath" r:id="rId7" imgW="118080" imgH="151920" progId="Equation.AxMath">
                  <p:embed/>
                </p:oleObj>
              </mc:Choice>
              <mc:Fallback>
                <p:oleObj name="AxMath" r:id="rId7" imgW="118080" imgH="151920" progId="Equation.AxMath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11640" y="1741497"/>
                        <a:ext cx="305774" cy="396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417516"/>
              </p:ext>
            </p:extLst>
          </p:nvPr>
        </p:nvGraphicFramePr>
        <p:xfrm>
          <a:off x="2086790" y="3435362"/>
          <a:ext cx="73818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1" name="AxMath" r:id="rId9" imgW="306360" imgH="151920" progId="Equation.AxMath">
                  <p:embed/>
                </p:oleObj>
              </mc:Choice>
              <mc:Fallback>
                <p:oleObj name="AxMath" r:id="rId9" imgW="306360" imgH="151920" progId="Equation.AxMath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86790" y="3435362"/>
                        <a:ext cx="738188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520725"/>
              </p:ext>
            </p:extLst>
          </p:nvPr>
        </p:nvGraphicFramePr>
        <p:xfrm>
          <a:off x="3857625" y="1741170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" name="AxMath" r:id="rId11" imgW="123120" imgH="151920" progId="Equation.AxMath">
                  <p:embed/>
                </p:oleObj>
              </mc:Choice>
              <mc:Fallback>
                <p:oleObj name="AxMath" r:id="rId11" imgW="123120" imgH="151920" progId="Equation.AxMath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7625" y="1741170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033643"/>
              </p:ext>
            </p:extLst>
          </p:nvPr>
        </p:nvGraphicFramePr>
        <p:xfrm>
          <a:off x="4504736" y="1747622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" name="AxMath" r:id="rId13" imgW="123840" imgH="151920" progId="Equation.AxMath">
                  <p:embed/>
                </p:oleObj>
              </mc:Choice>
              <mc:Fallback>
                <p:oleObj name="AxMath" r:id="rId13" imgW="123840" imgH="15192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04736" y="1747622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53358"/>
              </p:ext>
            </p:extLst>
          </p:nvPr>
        </p:nvGraphicFramePr>
        <p:xfrm>
          <a:off x="6384925" y="1741488"/>
          <a:ext cx="5429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" name="AxMath" r:id="rId15" imgW="210240" imgH="151920" progId="Equation.AxMath">
                  <p:embed/>
                </p:oleObj>
              </mc:Choice>
              <mc:Fallback>
                <p:oleObj name="AxMath" r:id="rId15" imgW="210240" imgH="15192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84925" y="1741488"/>
                        <a:ext cx="5429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47246"/>
              </p:ext>
            </p:extLst>
          </p:nvPr>
        </p:nvGraphicFramePr>
        <p:xfrm>
          <a:off x="7110413" y="1739900"/>
          <a:ext cx="5318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" name="AxMath" r:id="rId17" imgW="205560" imgH="151920" progId="Equation.AxMath">
                  <p:embed/>
                </p:oleObj>
              </mc:Choice>
              <mc:Fallback>
                <p:oleObj name="AxMath" r:id="rId17" imgW="205560" imgH="151920" progId="Equation.AxMath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10413" y="1739900"/>
                        <a:ext cx="53181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54160"/>
              </p:ext>
            </p:extLst>
          </p:nvPr>
        </p:nvGraphicFramePr>
        <p:xfrm>
          <a:off x="7862888" y="1739900"/>
          <a:ext cx="2841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" name="AxMath" r:id="rId19" imgW="109440" imgH="151920" progId="Equation.AxMath">
                  <p:embed/>
                </p:oleObj>
              </mc:Choice>
              <mc:Fallback>
                <p:oleObj name="AxMath" r:id="rId19" imgW="109440" imgH="151920" progId="Equation.AxMath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62888" y="1739900"/>
                        <a:ext cx="2841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矩形 54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15346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75016" y="3679709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14504" y="3678947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56069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5002397" y="3679709"/>
            <a:ext cx="1312108" cy="3886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16443" y="3678947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71180" y="3685798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420925"/>
              </p:ext>
            </p:extLst>
          </p:nvPr>
        </p:nvGraphicFramePr>
        <p:xfrm>
          <a:off x="3320205" y="3655033"/>
          <a:ext cx="305774" cy="396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" name="AxMath" r:id="rId21" imgW="118080" imgH="151920" progId="Equation.AxMath">
                  <p:embed/>
                </p:oleObj>
              </mc:Choice>
              <mc:Fallback>
                <p:oleObj name="AxMath" r:id="rId21" imgW="118080" imgH="151920" progId="Equation.AxMath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20205" y="3655033"/>
                        <a:ext cx="305774" cy="396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776783"/>
              </p:ext>
            </p:extLst>
          </p:nvPr>
        </p:nvGraphicFramePr>
        <p:xfrm>
          <a:off x="3866190" y="3654706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" name="AxMath" r:id="rId22" imgW="123120" imgH="151920" progId="Equation.AxMath">
                  <p:embed/>
                </p:oleObj>
              </mc:Choice>
              <mc:Fallback>
                <p:oleObj name="AxMath" r:id="rId22" imgW="123120" imgH="151920" progId="Equation.AxMath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66190" y="3654706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902059"/>
              </p:ext>
            </p:extLst>
          </p:nvPr>
        </p:nvGraphicFramePr>
        <p:xfrm>
          <a:off x="4513301" y="3661158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" name="AxMath" r:id="rId23" imgW="123840" imgH="151920" progId="Equation.AxMath">
                  <p:embed/>
                </p:oleObj>
              </mc:Choice>
              <mc:Fallback>
                <p:oleObj name="AxMath" r:id="rId23" imgW="123840" imgH="151920" progId="Equation.AxMath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13301" y="3661158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690884"/>
              </p:ext>
            </p:extLst>
          </p:nvPr>
        </p:nvGraphicFramePr>
        <p:xfrm>
          <a:off x="6394450" y="3654425"/>
          <a:ext cx="5445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" name="AxMath" r:id="rId24" imgW="210240" imgH="151920" progId="Equation.AxMath">
                  <p:embed/>
                </p:oleObj>
              </mc:Choice>
              <mc:Fallback>
                <p:oleObj name="AxMath" r:id="rId24" imgW="210240" imgH="151920" progId="Equation.AxMath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94450" y="3654425"/>
                        <a:ext cx="54451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718592"/>
              </p:ext>
            </p:extLst>
          </p:nvPr>
        </p:nvGraphicFramePr>
        <p:xfrm>
          <a:off x="7118350" y="3652838"/>
          <a:ext cx="5318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" name="AxMath" r:id="rId25" imgW="205560" imgH="151920" progId="Equation.AxMath">
                  <p:embed/>
                </p:oleObj>
              </mc:Choice>
              <mc:Fallback>
                <p:oleObj name="AxMath" r:id="rId25" imgW="205560" imgH="151920" progId="Equation.AxMath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18350" y="3652838"/>
                        <a:ext cx="53181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210741"/>
              </p:ext>
            </p:extLst>
          </p:nvPr>
        </p:nvGraphicFramePr>
        <p:xfrm>
          <a:off x="7870825" y="3652838"/>
          <a:ext cx="2841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" name="AxMath" r:id="rId26" imgW="109440" imgH="151920" progId="Equation.AxMath">
                  <p:embed/>
                </p:oleObj>
              </mc:Choice>
              <mc:Fallback>
                <p:oleObj name="AxMath" r:id="rId26" imgW="109440" imgH="151920" progId="Equation.AxMath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70825" y="3652838"/>
                        <a:ext cx="2841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812349"/>
              </p:ext>
            </p:extLst>
          </p:nvPr>
        </p:nvGraphicFramePr>
        <p:xfrm>
          <a:off x="3825875" y="2709863"/>
          <a:ext cx="2809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" name="AxMath" r:id="rId27" imgW="107640" imgH="151920" progId="Equation.AxMath">
                  <p:embed/>
                </p:oleObj>
              </mc:Choice>
              <mc:Fallback>
                <p:oleObj name="AxMath" r:id="rId27" imgW="107640" imgH="151920" progId="Equation.AxMath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825875" y="2709863"/>
                        <a:ext cx="2809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943657"/>
              </p:ext>
            </p:extLst>
          </p:nvPr>
        </p:nvGraphicFramePr>
        <p:xfrm>
          <a:off x="4406900" y="2716213"/>
          <a:ext cx="2921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" name="AxMath" r:id="rId29" imgW="111960" imgH="151920" progId="Equation.AxMath">
                  <p:embed/>
                </p:oleObj>
              </mc:Choice>
              <mc:Fallback>
                <p:oleObj name="AxMath" r:id="rId29" imgW="111960" imgH="151920" progId="Equation.AxMath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06900" y="2716213"/>
                        <a:ext cx="2921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083470"/>
              </p:ext>
            </p:extLst>
          </p:nvPr>
        </p:nvGraphicFramePr>
        <p:xfrm>
          <a:off x="5139834" y="2716203"/>
          <a:ext cx="2921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" name="AxMath" r:id="rId31" imgW="113040" imgH="151920" progId="Equation.AxMath">
                  <p:embed/>
                </p:oleObj>
              </mc:Choice>
              <mc:Fallback>
                <p:oleObj name="AxMath" r:id="rId31" imgW="113040" imgH="151920" progId="Equation.AxMath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139834" y="2716203"/>
                        <a:ext cx="2921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62616"/>
              </p:ext>
            </p:extLst>
          </p:nvPr>
        </p:nvGraphicFramePr>
        <p:xfrm>
          <a:off x="7092950" y="2716213"/>
          <a:ext cx="5175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" name="AxMath" r:id="rId33" imgW="199440" imgH="151920" progId="Equation.AxMath">
                  <p:embed/>
                </p:oleObj>
              </mc:Choice>
              <mc:Fallback>
                <p:oleObj name="AxMath" r:id="rId33" imgW="199440" imgH="151920" progId="Equation.AxMath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092950" y="2716213"/>
                        <a:ext cx="517525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471000"/>
              </p:ext>
            </p:extLst>
          </p:nvPr>
        </p:nvGraphicFramePr>
        <p:xfrm>
          <a:off x="7734300" y="2724150"/>
          <a:ext cx="5064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" name="AxMath" r:id="rId35" imgW="194760" imgH="151920" progId="Equation.AxMath">
                  <p:embed/>
                </p:oleObj>
              </mc:Choice>
              <mc:Fallback>
                <p:oleObj name="AxMath" r:id="rId35" imgW="194760" imgH="151920" progId="Equation.AxMath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734300" y="2724150"/>
                        <a:ext cx="50641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743422"/>
              </p:ext>
            </p:extLst>
          </p:nvPr>
        </p:nvGraphicFramePr>
        <p:xfrm>
          <a:off x="8432800" y="2738438"/>
          <a:ext cx="2555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" name="AxMath" r:id="rId37" imgW="98280" imgH="151920" progId="Equation.AxMath">
                  <p:embed/>
                </p:oleObj>
              </mc:Choice>
              <mc:Fallback>
                <p:oleObj name="AxMath" r:id="rId37" imgW="98280" imgH="151920" progId="Equation.AxMath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8432800" y="2738438"/>
                        <a:ext cx="2555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67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直接连接符 189"/>
          <p:cNvCxnSpPr/>
          <p:nvPr/>
        </p:nvCxnSpPr>
        <p:spPr>
          <a:xfrm>
            <a:off x="8716432" y="-14014755"/>
            <a:ext cx="856482" cy="0"/>
          </a:xfrm>
          <a:prstGeom prst="lin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>
            <a:off x="10126975" y="-4953406"/>
            <a:ext cx="11498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圆角矩形 55"/>
          <p:cNvSpPr/>
          <p:nvPr/>
        </p:nvSpPr>
        <p:spPr>
          <a:xfrm>
            <a:off x="685987" y="1899216"/>
            <a:ext cx="5605073" cy="1714283"/>
          </a:xfrm>
          <a:prstGeom prst="roundRect">
            <a:avLst/>
          </a:prstGeom>
          <a:noFill/>
          <a:ln w="19050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2" name="文本框 81"/>
          <p:cNvSpPr txBox="1"/>
          <p:nvPr/>
        </p:nvSpPr>
        <p:spPr>
          <a:xfrm>
            <a:off x="627566" y="1882317"/>
            <a:ext cx="3864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smtClean="0">
                <a:ln w="0"/>
              </a:rPr>
              <a:t>Computation-Communication </a:t>
            </a:r>
            <a:r>
              <a:rPr lang="en-US" altLang="zh-CN" b="1" dirty="0">
                <a:ln w="0"/>
              </a:rPr>
              <a:t>P</a:t>
            </a:r>
            <a:r>
              <a:rPr lang="en-US" altLang="zh-CN" b="1" dirty="0" smtClean="0">
                <a:ln w="0"/>
              </a:rPr>
              <a:t>attern Analysis</a:t>
            </a:r>
            <a:endParaRPr lang="zh-CN" altLang="en-US" b="1" dirty="0">
              <a:ln w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2604747" y="2573550"/>
            <a:ext cx="1373483" cy="635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Critical path extraction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04194" y="2692709"/>
            <a:ext cx="1442656" cy="3963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chemeClr val="tx1"/>
                </a:solidFill>
              </a:rPr>
              <a:t>Iteration time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stCxn id="83" idx="1"/>
            <a:endCxn id="84" idx="3"/>
          </p:cNvCxnSpPr>
          <p:nvPr/>
        </p:nvCxnSpPr>
        <p:spPr>
          <a:xfrm flipH="1" flipV="1">
            <a:off x="2346850" y="2890894"/>
            <a:ext cx="257897" cy="436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6349481" y="2352336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Computation Time</a:t>
            </a:r>
            <a:endParaRPr lang="zh-CN" altLang="en-US" sz="1400" b="1" dirty="0"/>
          </a:p>
          <a:p>
            <a:endParaRPr lang="zh-CN" altLang="en-US" sz="1400" dirty="0"/>
          </a:p>
        </p:txBody>
      </p:sp>
      <p:sp>
        <p:nvSpPr>
          <p:cNvPr id="89" name="文本框 88"/>
          <p:cNvSpPr txBox="1"/>
          <p:nvPr/>
        </p:nvSpPr>
        <p:spPr>
          <a:xfrm>
            <a:off x="6349481" y="2879768"/>
            <a:ext cx="1927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Communication Time</a:t>
            </a:r>
            <a:endParaRPr lang="zh-CN" altLang="en-US" sz="1400" b="1" dirty="0"/>
          </a:p>
          <a:p>
            <a:endParaRPr lang="zh-CN" altLang="en-US" sz="1400" dirty="0"/>
          </a:p>
        </p:txBody>
      </p:sp>
      <p:grpSp>
        <p:nvGrpSpPr>
          <p:cNvPr id="137" name="组合 136"/>
          <p:cNvGrpSpPr/>
          <p:nvPr/>
        </p:nvGrpSpPr>
        <p:grpSpPr>
          <a:xfrm>
            <a:off x="613063" y="289587"/>
            <a:ext cx="7614996" cy="1430755"/>
            <a:chOff x="1101436" y="-837492"/>
            <a:chExt cx="7614996" cy="1430755"/>
          </a:xfrm>
        </p:grpSpPr>
        <p:sp>
          <p:nvSpPr>
            <p:cNvPr id="55" name="圆角矩形 54"/>
            <p:cNvSpPr/>
            <p:nvPr/>
          </p:nvSpPr>
          <p:spPr>
            <a:xfrm>
              <a:off x="1101436" y="-837492"/>
              <a:ext cx="7614996" cy="143075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6269642" y="-778551"/>
              <a:ext cx="22833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>
                  <a:ln w="0"/>
                </a:rPr>
                <a:t>Computation Time Prediction</a:t>
              </a:r>
              <a:endParaRPr lang="zh-CN" altLang="en-US" b="1" dirty="0">
                <a:ln w="0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1184088" y="-68580"/>
              <a:ext cx="1499432" cy="5003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Neural network decomposition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3332448" y="-68580"/>
              <a:ext cx="1293539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Feature space sampling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直接箭头连接符 64"/>
            <p:cNvCxnSpPr>
              <a:stCxn id="59" idx="3"/>
              <a:endCxn id="64" idx="1"/>
            </p:cNvCxnSpPr>
            <p:nvPr/>
          </p:nvCxnSpPr>
          <p:spPr>
            <a:xfrm flipV="1">
              <a:off x="2673792" y="181589"/>
              <a:ext cx="65865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矩形 65"/>
            <p:cNvSpPr/>
            <p:nvPr/>
          </p:nvSpPr>
          <p:spPr>
            <a:xfrm>
              <a:off x="5718226" y="-68580"/>
              <a:ext cx="1100382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Training </a:t>
              </a:r>
            </a:p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MLP model 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2503178" y="-314556"/>
              <a:ext cx="999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/>
                <a:t>NN</a:t>
              </a:r>
            </a:p>
            <a:p>
              <a:pPr algn="ctr"/>
              <a:r>
                <a:rPr lang="en-US" altLang="zh-CN" sz="1400" b="1" dirty="0" smtClean="0"/>
                <a:t> layer</a:t>
              </a:r>
              <a:endParaRPr lang="zh-CN" altLang="en-US" sz="1400" b="1" dirty="0"/>
            </a:p>
          </p:txBody>
        </p:sp>
        <p:cxnSp>
          <p:nvCxnSpPr>
            <p:cNvPr id="68" name="直接箭头连接符 67"/>
            <p:cNvCxnSpPr>
              <a:stCxn id="64" idx="3"/>
              <a:endCxn id="66" idx="1"/>
            </p:cNvCxnSpPr>
            <p:nvPr/>
          </p:nvCxnSpPr>
          <p:spPr>
            <a:xfrm>
              <a:off x="4625987" y="181589"/>
              <a:ext cx="105332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矩形 68"/>
            <p:cNvSpPr/>
            <p:nvPr/>
          </p:nvSpPr>
          <p:spPr>
            <a:xfrm>
              <a:off x="7161911" y="-70116"/>
              <a:ext cx="1279018" cy="5018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Predicting </a:t>
              </a:r>
            </a:p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layer by layer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接箭头连接符 69"/>
            <p:cNvCxnSpPr>
              <a:endCxn id="69" idx="1"/>
            </p:cNvCxnSpPr>
            <p:nvPr/>
          </p:nvCxnSpPr>
          <p:spPr>
            <a:xfrm>
              <a:off x="6837854" y="176609"/>
              <a:ext cx="324057" cy="42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4634121" y="-309386"/>
              <a:ext cx="12326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smtClean="0"/>
                <a:t>Benchmark dataset</a:t>
              </a:r>
              <a:endParaRPr lang="zh-CN" altLang="en-US" sz="1400" b="1" dirty="0"/>
            </a:p>
          </p:txBody>
        </p:sp>
        <p:cxnSp>
          <p:nvCxnSpPr>
            <p:cNvPr id="3" name="肘形连接符 2"/>
            <p:cNvCxnSpPr>
              <a:stCxn id="60" idx="3"/>
            </p:cNvCxnSpPr>
            <p:nvPr/>
          </p:nvCxnSpPr>
          <p:spPr>
            <a:xfrm>
              <a:off x="4625987" y="-478020"/>
              <a:ext cx="135532" cy="64210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3332448" y="-728189"/>
              <a:ext cx="1293539" cy="500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Feature expansion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613063" y="3844781"/>
            <a:ext cx="7614996" cy="1737781"/>
            <a:chOff x="1101436" y="4407606"/>
            <a:chExt cx="7614996" cy="1737781"/>
          </a:xfrm>
        </p:grpSpPr>
        <p:sp>
          <p:nvSpPr>
            <p:cNvPr id="57" name="圆角矩形 56"/>
            <p:cNvSpPr/>
            <p:nvPr/>
          </p:nvSpPr>
          <p:spPr>
            <a:xfrm>
              <a:off x="1101436" y="4407606"/>
              <a:ext cx="7614996" cy="173778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6140145" y="4415159"/>
              <a:ext cx="25423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smtClean="0">
                  <a:ln w="0"/>
                </a:rPr>
                <a:t>Communication Time Prediction</a:t>
              </a:r>
              <a:endParaRPr lang="zh-CN" altLang="en-US" b="1" dirty="0">
                <a:ln w="0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1398616" y="4730606"/>
              <a:ext cx="195205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Real-time throughput analysis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3745811" y="4730606"/>
              <a:ext cx="238482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Single-link 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communication time prediction model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745810" y="5436732"/>
              <a:ext cx="2384826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Cluster communication </a:t>
              </a:r>
              <a:r>
                <a:rPr lang="en-US" altLang="zh-CN" sz="1400" b="1" dirty="0">
                  <a:solidFill>
                    <a:schemeClr val="tx1"/>
                  </a:solidFill>
                </a:rPr>
                <a:t>model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7" name="直接箭头连接符 76"/>
            <p:cNvCxnSpPr>
              <a:stCxn id="73" idx="3"/>
              <a:endCxn id="75" idx="1"/>
            </p:cNvCxnSpPr>
            <p:nvPr/>
          </p:nvCxnSpPr>
          <p:spPr>
            <a:xfrm>
              <a:off x="3350671" y="4977279"/>
              <a:ext cx="3951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90" idx="3"/>
              <a:endCxn id="76" idx="1"/>
            </p:cNvCxnSpPr>
            <p:nvPr/>
          </p:nvCxnSpPr>
          <p:spPr>
            <a:xfrm>
              <a:off x="3350670" y="5683405"/>
              <a:ext cx="3951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6472436" y="5162811"/>
              <a:ext cx="1854164" cy="355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</a:rPr>
                <a:t>Model combination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0" name="肘形连接符 79"/>
            <p:cNvCxnSpPr>
              <a:stCxn id="75" idx="3"/>
              <a:endCxn id="76" idx="3"/>
            </p:cNvCxnSpPr>
            <p:nvPr/>
          </p:nvCxnSpPr>
          <p:spPr>
            <a:xfrm>
              <a:off x="6130636" y="4977279"/>
              <a:ext cx="12700" cy="706126"/>
            </a:xfrm>
            <a:prstGeom prst="bentConnector3">
              <a:avLst>
                <a:gd name="adj1" fmla="val 116000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endCxn id="79" idx="1"/>
            </p:cNvCxnSpPr>
            <p:nvPr/>
          </p:nvCxnSpPr>
          <p:spPr>
            <a:xfrm flipV="1">
              <a:off x="6279226" y="5340410"/>
              <a:ext cx="193210" cy="55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 w="med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矩形 89"/>
            <p:cNvSpPr/>
            <p:nvPr/>
          </p:nvSpPr>
          <p:spPr>
            <a:xfrm>
              <a:off x="1398615" y="5436732"/>
              <a:ext cx="1952055" cy="4933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</a:rPr>
                <a:t>Communication topology analysis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6" name="矩形 115"/>
          <p:cNvSpPr/>
          <p:nvPr/>
        </p:nvSpPr>
        <p:spPr>
          <a:xfrm>
            <a:off x="4403423" y="2313337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</a:rPr>
              <a:t>Operation queue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403423" y="3077773"/>
            <a:ext cx="1559977" cy="39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solidFill>
                  <a:schemeClr val="tx1"/>
                </a:solidFill>
              </a:rPr>
              <a:t>Device time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cxnSp>
        <p:nvCxnSpPr>
          <p:cNvPr id="122" name="肘形连接符 121"/>
          <p:cNvCxnSpPr>
            <a:stCxn id="116" idx="1"/>
            <a:endCxn id="117" idx="1"/>
          </p:cNvCxnSpPr>
          <p:nvPr/>
        </p:nvCxnSpPr>
        <p:spPr>
          <a:xfrm rot="10800000" flipV="1">
            <a:off x="4403423" y="2511522"/>
            <a:ext cx="12700" cy="764436"/>
          </a:xfrm>
          <a:prstGeom prst="bentConnector3">
            <a:avLst>
              <a:gd name="adj1" fmla="val 125316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83" idx="3"/>
          </p:cNvCxnSpPr>
          <p:nvPr/>
        </p:nvCxnSpPr>
        <p:spPr>
          <a:xfrm flipH="1">
            <a:off x="3978230" y="2890893"/>
            <a:ext cx="273653" cy="437"/>
          </a:xfrm>
          <a:prstGeom prst="straightConnector1">
            <a:avLst/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肘形连接符 85"/>
          <p:cNvCxnSpPr>
            <a:stCxn id="69" idx="3"/>
          </p:cNvCxnSpPr>
          <p:nvPr/>
        </p:nvCxnSpPr>
        <p:spPr>
          <a:xfrm flipH="1">
            <a:off x="6286940" y="1307900"/>
            <a:ext cx="1665616" cy="1004416"/>
          </a:xfrm>
          <a:prstGeom prst="bentConnector3">
            <a:avLst>
              <a:gd name="adj1" fmla="val -13725"/>
            </a:avLst>
          </a:prstGeom>
          <a:ln w="19050">
            <a:solidFill>
              <a:schemeClr val="tx1"/>
            </a:solidFill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肘形连接符 86"/>
          <p:cNvCxnSpPr>
            <a:stCxn id="79" idx="3"/>
          </p:cNvCxnSpPr>
          <p:nvPr/>
        </p:nvCxnSpPr>
        <p:spPr>
          <a:xfrm flipH="1" flipV="1">
            <a:off x="6305200" y="3252807"/>
            <a:ext cx="1533027" cy="1524778"/>
          </a:xfrm>
          <a:prstGeom prst="bentConnector3">
            <a:avLst>
              <a:gd name="adj1" fmla="val -21707"/>
            </a:avLst>
          </a:prstGeom>
          <a:ln w="1905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加号 9"/>
          <p:cNvSpPr/>
          <p:nvPr/>
        </p:nvSpPr>
        <p:spPr>
          <a:xfrm>
            <a:off x="5015578" y="2733031"/>
            <a:ext cx="335666" cy="321416"/>
          </a:xfrm>
          <a:prstGeom prst="mathPlus">
            <a:avLst>
              <a:gd name="adj1" fmla="val 1631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08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组合 242"/>
          <p:cNvGrpSpPr/>
          <p:nvPr/>
        </p:nvGrpSpPr>
        <p:grpSpPr>
          <a:xfrm>
            <a:off x="913103" y="534632"/>
            <a:ext cx="5812567" cy="2666232"/>
            <a:chOff x="913103" y="534632"/>
            <a:chExt cx="5812567" cy="2666232"/>
          </a:xfrm>
        </p:grpSpPr>
        <p:sp>
          <p:nvSpPr>
            <p:cNvPr id="244" name="椭圆 243"/>
            <p:cNvSpPr/>
            <p:nvPr/>
          </p:nvSpPr>
          <p:spPr>
            <a:xfrm>
              <a:off x="3696722" y="977520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/>
            <p:cNvSpPr/>
            <p:nvPr/>
          </p:nvSpPr>
          <p:spPr>
            <a:xfrm>
              <a:off x="2386534" y="977522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/>
            <p:cNvSpPr/>
            <p:nvPr/>
          </p:nvSpPr>
          <p:spPr>
            <a:xfrm>
              <a:off x="1076346" y="977524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/>
            <p:cNvSpPr/>
            <p:nvPr/>
          </p:nvSpPr>
          <p:spPr>
            <a:xfrm>
              <a:off x="6183818" y="977520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8" name="直接箭头连接符 247"/>
            <p:cNvCxnSpPr>
              <a:stCxn id="246" idx="6"/>
              <a:endCxn id="245" idx="2"/>
            </p:cNvCxnSpPr>
            <p:nvPr/>
          </p:nvCxnSpPr>
          <p:spPr>
            <a:xfrm flipV="1">
              <a:off x="1504363" y="1191531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/>
            <p:cNvCxnSpPr>
              <a:stCxn id="245" idx="6"/>
              <a:endCxn id="244" idx="2"/>
            </p:cNvCxnSpPr>
            <p:nvPr/>
          </p:nvCxnSpPr>
          <p:spPr>
            <a:xfrm flipV="1">
              <a:off x="2814551" y="1191529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/>
            <p:cNvCxnSpPr>
              <a:stCxn id="251" idx="3"/>
              <a:endCxn id="247" idx="2"/>
            </p:cNvCxnSpPr>
            <p:nvPr/>
          </p:nvCxnSpPr>
          <p:spPr>
            <a:xfrm>
              <a:off x="5577496" y="1191527"/>
              <a:ext cx="606322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矩形 250"/>
            <p:cNvSpPr/>
            <p:nvPr/>
          </p:nvSpPr>
          <p:spPr>
            <a:xfrm>
              <a:off x="4694152" y="1019590"/>
              <a:ext cx="883344" cy="343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2" name="直接箭头连接符 251"/>
            <p:cNvCxnSpPr>
              <a:stCxn id="244" idx="6"/>
              <a:endCxn id="251" idx="1"/>
            </p:cNvCxnSpPr>
            <p:nvPr/>
          </p:nvCxnSpPr>
          <p:spPr>
            <a:xfrm flipV="1">
              <a:off x="4124739" y="1191527"/>
              <a:ext cx="569413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3" name="组合 252"/>
            <p:cNvGrpSpPr/>
            <p:nvPr/>
          </p:nvGrpSpPr>
          <p:grpSpPr>
            <a:xfrm>
              <a:off x="4732881" y="1168665"/>
              <a:ext cx="783416" cy="45721"/>
              <a:chOff x="6808332" y="336939"/>
              <a:chExt cx="783416" cy="45721"/>
            </a:xfrm>
          </p:grpSpPr>
          <p:sp>
            <p:nvSpPr>
              <p:cNvPr id="335" name="椭圆 334"/>
              <p:cNvSpPr/>
              <p:nvPr/>
            </p:nvSpPr>
            <p:spPr>
              <a:xfrm>
                <a:off x="680833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6" name="椭圆 335"/>
              <p:cNvSpPr/>
              <p:nvPr/>
            </p:nvSpPr>
            <p:spPr>
              <a:xfrm>
                <a:off x="6955869" y="3369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7" name="椭圆 336"/>
              <p:cNvSpPr/>
              <p:nvPr/>
            </p:nvSpPr>
            <p:spPr>
              <a:xfrm>
                <a:off x="7101225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8" name="椭圆 337"/>
              <p:cNvSpPr/>
              <p:nvPr/>
            </p:nvSpPr>
            <p:spPr>
              <a:xfrm>
                <a:off x="724739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9" name="椭圆 338"/>
              <p:cNvSpPr/>
              <p:nvPr/>
            </p:nvSpPr>
            <p:spPr>
              <a:xfrm>
                <a:off x="73949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0" name="椭圆 339"/>
              <p:cNvSpPr/>
              <p:nvPr/>
            </p:nvSpPr>
            <p:spPr>
              <a:xfrm>
                <a:off x="75460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4" name="矩形 253"/>
            <p:cNvSpPr/>
            <p:nvPr/>
          </p:nvSpPr>
          <p:spPr>
            <a:xfrm>
              <a:off x="913103" y="542109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55" name="直接连接符 254"/>
            <p:cNvCxnSpPr/>
            <p:nvPr/>
          </p:nvCxnSpPr>
          <p:spPr>
            <a:xfrm>
              <a:off x="1147925" y="542109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6" name="文本框 255"/>
            <p:cNvSpPr txBox="1"/>
            <p:nvPr/>
          </p:nvSpPr>
          <p:spPr>
            <a:xfrm>
              <a:off x="1186782" y="568728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57" name="直接连接符 256"/>
            <p:cNvCxnSpPr/>
            <p:nvPr/>
          </p:nvCxnSpPr>
          <p:spPr>
            <a:xfrm>
              <a:off x="1227935" y="54369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>
              <a:off x="986371" y="54013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>
              <a:off x="1067651" y="54521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>
              <a:off x="1527391" y="54267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1" name="矩形 260"/>
            <p:cNvSpPr/>
            <p:nvPr/>
          </p:nvSpPr>
          <p:spPr>
            <a:xfrm>
              <a:off x="2218870" y="535621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2" name="文本框 261"/>
            <p:cNvSpPr txBox="1"/>
            <p:nvPr/>
          </p:nvSpPr>
          <p:spPr>
            <a:xfrm>
              <a:off x="2492549" y="56224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63" name="直接连接符 262"/>
            <p:cNvCxnSpPr/>
            <p:nvPr/>
          </p:nvCxnSpPr>
          <p:spPr>
            <a:xfrm>
              <a:off x="2527987" y="53720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>
              <a:off x="2833158" y="53618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5" name="矩形 264"/>
            <p:cNvSpPr/>
            <p:nvPr/>
          </p:nvSpPr>
          <p:spPr>
            <a:xfrm>
              <a:off x="3554584" y="535621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6" name="直接连接符 265"/>
            <p:cNvCxnSpPr/>
            <p:nvPr/>
          </p:nvCxnSpPr>
          <p:spPr>
            <a:xfrm>
              <a:off x="3789406" y="53562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7" name="文本框 266"/>
            <p:cNvSpPr txBox="1"/>
            <p:nvPr/>
          </p:nvSpPr>
          <p:spPr>
            <a:xfrm>
              <a:off x="3828263" y="562240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68" name="直接连接符 267"/>
            <p:cNvCxnSpPr/>
            <p:nvPr/>
          </p:nvCxnSpPr>
          <p:spPr>
            <a:xfrm>
              <a:off x="3869416" y="53720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>
              <a:off x="4168872" y="536187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0" name="矩形 269"/>
            <p:cNvSpPr/>
            <p:nvPr/>
          </p:nvSpPr>
          <p:spPr>
            <a:xfrm>
              <a:off x="6035577" y="540135"/>
              <a:ext cx="690093" cy="3146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71" name="直接连接符 270"/>
            <p:cNvCxnSpPr/>
            <p:nvPr/>
          </p:nvCxnSpPr>
          <p:spPr>
            <a:xfrm>
              <a:off x="6270399" y="540135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2" name="文本框 271"/>
            <p:cNvSpPr txBox="1"/>
            <p:nvPr/>
          </p:nvSpPr>
          <p:spPr>
            <a:xfrm>
              <a:off x="6309256" y="566754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73" name="直接连接符 272"/>
            <p:cNvCxnSpPr/>
            <p:nvPr/>
          </p:nvCxnSpPr>
          <p:spPr>
            <a:xfrm>
              <a:off x="6350409" y="54172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>
              <a:off x="6108845" y="53816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>
              <a:off x="6190125" y="54324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>
              <a:off x="6649865" y="540701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7" name="矩形 276"/>
            <p:cNvSpPr/>
            <p:nvPr/>
          </p:nvSpPr>
          <p:spPr>
            <a:xfrm>
              <a:off x="2218988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/>
            <p:cNvSpPr/>
            <p:nvPr/>
          </p:nvSpPr>
          <p:spPr>
            <a:xfrm>
              <a:off x="2292139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/>
            <p:cNvSpPr/>
            <p:nvPr/>
          </p:nvSpPr>
          <p:spPr>
            <a:xfrm>
              <a:off x="2368686" y="53463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/>
            <p:cNvSpPr/>
            <p:nvPr/>
          </p:nvSpPr>
          <p:spPr>
            <a:xfrm>
              <a:off x="3554677" y="536889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/>
            <p:cNvSpPr/>
            <p:nvPr/>
          </p:nvSpPr>
          <p:spPr>
            <a:xfrm>
              <a:off x="3627828" y="536889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矩形 281"/>
            <p:cNvSpPr/>
            <p:nvPr/>
          </p:nvSpPr>
          <p:spPr>
            <a:xfrm>
              <a:off x="1883191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矩形 282"/>
            <p:cNvSpPr/>
            <p:nvPr/>
          </p:nvSpPr>
          <p:spPr>
            <a:xfrm>
              <a:off x="3181370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 283"/>
            <p:cNvSpPr/>
            <p:nvPr/>
          </p:nvSpPr>
          <p:spPr>
            <a:xfrm>
              <a:off x="4414897" y="82067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椭圆 284"/>
            <p:cNvSpPr/>
            <p:nvPr/>
          </p:nvSpPr>
          <p:spPr>
            <a:xfrm>
              <a:off x="3696722" y="2772843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椭圆 285"/>
            <p:cNvSpPr/>
            <p:nvPr/>
          </p:nvSpPr>
          <p:spPr>
            <a:xfrm>
              <a:off x="2386534" y="2772845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椭圆 286"/>
            <p:cNvSpPr/>
            <p:nvPr/>
          </p:nvSpPr>
          <p:spPr>
            <a:xfrm>
              <a:off x="1076346" y="2772847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椭圆 287"/>
            <p:cNvSpPr/>
            <p:nvPr/>
          </p:nvSpPr>
          <p:spPr>
            <a:xfrm>
              <a:off x="6183818" y="2772843"/>
              <a:ext cx="428017" cy="42801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9" name="直接箭头连接符 288"/>
            <p:cNvCxnSpPr>
              <a:stCxn id="287" idx="6"/>
              <a:endCxn id="286" idx="2"/>
            </p:cNvCxnSpPr>
            <p:nvPr/>
          </p:nvCxnSpPr>
          <p:spPr>
            <a:xfrm flipV="1">
              <a:off x="1504363" y="2986854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/>
            <p:cNvCxnSpPr>
              <a:stCxn id="286" idx="6"/>
              <a:endCxn id="285" idx="2"/>
            </p:cNvCxnSpPr>
            <p:nvPr/>
          </p:nvCxnSpPr>
          <p:spPr>
            <a:xfrm flipV="1">
              <a:off x="2814551" y="2986852"/>
              <a:ext cx="882171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/>
            <p:cNvCxnSpPr>
              <a:stCxn id="292" idx="3"/>
              <a:endCxn id="288" idx="2"/>
            </p:cNvCxnSpPr>
            <p:nvPr/>
          </p:nvCxnSpPr>
          <p:spPr>
            <a:xfrm>
              <a:off x="5577496" y="2986850"/>
              <a:ext cx="606322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矩形 291"/>
            <p:cNvSpPr/>
            <p:nvPr/>
          </p:nvSpPr>
          <p:spPr>
            <a:xfrm>
              <a:off x="4694152" y="2814913"/>
              <a:ext cx="883344" cy="3438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3" name="直接箭头连接符 292"/>
            <p:cNvCxnSpPr>
              <a:stCxn id="285" idx="6"/>
              <a:endCxn id="292" idx="1"/>
            </p:cNvCxnSpPr>
            <p:nvPr/>
          </p:nvCxnSpPr>
          <p:spPr>
            <a:xfrm flipV="1">
              <a:off x="4124739" y="2986850"/>
              <a:ext cx="569413" cy="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4" name="组合 293"/>
            <p:cNvGrpSpPr/>
            <p:nvPr/>
          </p:nvGrpSpPr>
          <p:grpSpPr>
            <a:xfrm>
              <a:off x="4732881" y="2963988"/>
              <a:ext cx="783416" cy="45721"/>
              <a:chOff x="6808332" y="336939"/>
              <a:chExt cx="783416" cy="45721"/>
            </a:xfrm>
          </p:grpSpPr>
          <p:sp>
            <p:nvSpPr>
              <p:cNvPr id="329" name="椭圆 328"/>
              <p:cNvSpPr/>
              <p:nvPr/>
            </p:nvSpPr>
            <p:spPr>
              <a:xfrm>
                <a:off x="680833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椭圆 329"/>
              <p:cNvSpPr/>
              <p:nvPr/>
            </p:nvSpPr>
            <p:spPr>
              <a:xfrm>
                <a:off x="6955869" y="33694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椭圆 330"/>
              <p:cNvSpPr/>
              <p:nvPr/>
            </p:nvSpPr>
            <p:spPr>
              <a:xfrm>
                <a:off x="7101225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椭圆 331"/>
              <p:cNvSpPr/>
              <p:nvPr/>
            </p:nvSpPr>
            <p:spPr>
              <a:xfrm>
                <a:off x="7247392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3" name="椭圆 332"/>
              <p:cNvSpPr/>
              <p:nvPr/>
            </p:nvSpPr>
            <p:spPr>
              <a:xfrm>
                <a:off x="73949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4" name="椭圆 333"/>
              <p:cNvSpPr/>
              <p:nvPr/>
            </p:nvSpPr>
            <p:spPr>
              <a:xfrm>
                <a:off x="7546029" y="33693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95" name="矩形 294"/>
            <p:cNvSpPr/>
            <p:nvPr/>
          </p:nvSpPr>
          <p:spPr>
            <a:xfrm>
              <a:off x="913103" y="2337432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6" name="直接连接符 295"/>
            <p:cNvCxnSpPr/>
            <p:nvPr/>
          </p:nvCxnSpPr>
          <p:spPr>
            <a:xfrm>
              <a:off x="1147925" y="2337432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7" name="文本框 296"/>
            <p:cNvSpPr txBox="1"/>
            <p:nvPr/>
          </p:nvSpPr>
          <p:spPr>
            <a:xfrm>
              <a:off x="1186782" y="2364051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298" name="直接连接符 297"/>
            <p:cNvCxnSpPr/>
            <p:nvPr/>
          </p:nvCxnSpPr>
          <p:spPr>
            <a:xfrm>
              <a:off x="1227935" y="233901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直接连接符 298"/>
            <p:cNvCxnSpPr/>
            <p:nvPr/>
          </p:nvCxnSpPr>
          <p:spPr>
            <a:xfrm>
              <a:off x="986371" y="233545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直接连接符 299"/>
            <p:cNvCxnSpPr/>
            <p:nvPr/>
          </p:nvCxnSpPr>
          <p:spPr>
            <a:xfrm>
              <a:off x="1067651" y="234053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/>
            <p:nvPr/>
          </p:nvCxnSpPr>
          <p:spPr>
            <a:xfrm>
              <a:off x="1527391" y="233799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2" name="矩形 301"/>
            <p:cNvSpPr/>
            <p:nvPr/>
          </p:nvSpPr>
          <p:spPr>
            <a:xfrm>
              <a:off x="2218870" y="2330944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2492549" y="2357563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04" name="直接连接符 303"/>
            <p:cNvCxnSpPr/>
            <p:nvPr/>
          </p:nvCxnSpPr>
          <p:spPr>
            <a:xfrm>
              <a:off x="2527987" y="233253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直接连接符 304"/>
            <p:cNvCxnSpPr/>
            <p:nvPr/>
          </p:nvCxnSpPr>
          <p:spPr>
            <a:xfrm>
              <a:off x="2833158" y="233151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6" name="矩形 305"/>
            <p:cNvSpPr/>
            <p:nvPr/>
          </p:nvSpPr>
          <p:spPr>
            <a:xfrm>
              <a:off x="3554584" y="2330944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07" name="直接连接符 306"/>
            <p:cNvCxnSpPr/>
            <p:nvPr/>
          </p:nvCxnSpPr>
          <p:spPr>
            <a:xfrm>
              <a:off x="3789406" y="233094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8" name="文本框 307"/>
            <p:cNvSpPr txBox="1"/>
            <p:nvPr/>
          </p:nvSpPr>
          <p:spPr>
            <a:xfrm>
              <a:off x="3828263" y="2357563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09" name="直接连接符 308"/>
            <p:cNvCxnSpPr/>
            <p:nvPr/>
          </p:nvCxnSpPr>
          <p:spPr>
            <a:xfrm>
              <a:off x="3869416" y="233253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直接连接符 309"/>
            <p:cNvCxnSpPr/>
            <p:nvPr/>
          </p:nvCxnSpPr>
          <p:spPr>
            <a:xfrm>
              <a:off x="4168872" y="2331510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1" name="矩形 310"/>
            <p:cNvSpPr/>
            <p:nvPr/>
          </p:nvSpPr>
          <p:spPr>
            <a:xfrm>
              <a:off x="6035577" y="2335458"/>
              <a:ext cx="690093" cy="314675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12" name="直接连接符 311"/>
            <p:cNvCxnSpPr/>
            <p:nvPr/>
          </p:nvCxnSpPr>
          <p:spPr>
            <a:xfrm>
              <a:off x="6270399" y="2335458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3" name="文本框 312"/>
            <p:cNvSpPr txBox="1"/>
            <p:nvPr/>
          </p:nvSpPr>
          <p:spPr>
            <a:xfrm>
              <a:off x="6309256" y="2362077"/>
              <a:ext cx="41641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E" altLang="zh-CN" sz="1100" dirty="0" smtClean="0"/>
                <a:t>……</a:t>
              </a:r>
              <a:endParaRPr lang="zh-CN" altLang="en-US" sz="1100" dirty="0"/>
            </a:p>
          </p:txBody>
        </p:sp>
        <p:cxnSp>
          <p:nvCxnSpPr>
            <p:cNvPr id="314" name="直接连接符 313"/>
            <p:cNvCxnSpPr/>
            <p:nvPr/>
          </p:nvCxnSpPr>
          <p:spPr>
            <a:xfrm>
              <a:off x="6350409" y="233704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直接连接符 314"/>
            <p:cNvCxnSpPr/>
            <p:nvPr/>
          </p:nvCxnSpPr>
          <p:spPr>
            <a:xfrm>
              <a:off x="6108845" y="233348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6" name="直接连接符 315"/>
            <p:cNvCxnSpPr/>
            <p:nvPr/>
          </p:nvCxnSpPr>
          <p:spPr>
            <a:xfrm>
              <a:off x="6190125" y="233856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直接连接符 316"/>
            <p:cNvCxnSpPr/>
            <p:nvPr/>
          </p:nvCxnSpPr>
          <p:spPr>
            <a:xfrm>
              <a:off x="6649865" y="2336024"/>
              <a:ext cx="0" cy="3146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8" name="矩形 317"/>
            <p:cNvSpPr/>
            <p:nvPr/>
          </p:nvSpPr>
          <p:spPr>
            <a:xfrm>
              <a:off x="2218988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矩形 318"/>
            <p:cNvSpPr/>
            <p:nvPr/>
          </p:nvSpPr>
          <p:spPr>
            <a:xfrm>
              <a:off x="2292139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矩形 319"/>
            <p:cNvSpPr/>
            <p:nvPr/>
          </p:nvSpPr>
          <p:spPr>
            <a:xfrm>
              <a:off x="2368686" y="2329955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 320"/>
            <p:cNvSpPr/>
            <p:nvPr/>
          </p:nvSpPr>
          <p:spPr>
            <a:xfrm>
              <a:off x="3554677" y="233221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矩形 321"/>
            <p:cNvSpPr/>
            <p:nvPr/>
          </p:nvSpPr>
          <p:spPr>
            <a:xfrm>
              <a:off x="3627828" y="2332212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矩形 322"/>
            <p:cNvSpPr/>
            <p:nvPr/>
          </p:nvSpPr>
          <p:spPr>
            <a:xfrm>
              <a:off x="1883191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矩形 323"/>
            <p:cNvSpPr/>
            <p:nvPr/>
          </p:nvSpPr>
          <p:spPr>
            <a:xfrm>
              <a:off x="3181370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 324"/>
            <p:cNvSpPr/>
            <p:nvPr/>
          </p:nvSpPr>
          <p:spPr>
            <a:xfrm>
              <a:off x="4414897" y="2615998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矩形 325"/>
            <p:cNvSpPr/>
            <p:nvPr/>
          </p:nvSpPr>
          <p:spPr>
            <a:xfrm>
              <a:off x="5840256" y="2612706"/>
              <a:ext cx="75383" cy="313690"/>
            </a:xfrm>
            <a:prstGeom prst="rect">
              <a:avLst/>
            </a:prstGeom>
            <a:solidFill>
              <a:schemeClr val="accent6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7" name="直接箭头连接符 326"/>
            <p:cNvCxnSpPr/>
            <p:nvPr/>
          </p:nvCxnSpPr>
          <p:spPr>
            <a:xfrm rot="5400000">
              <a:off x="3713226" y="1867624"/>
              <a:ext cx="396240" cy="12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8" name="文本框 327"/>
            <p:cNvSpPr txBox="1"/>
            <p:nvPr/>
          </p:nvSpPr>
          <p:spPr>
            <a:xfrm>
              <a:off x="958186" y="1614868"/>
              <a:ext cx="2932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 S+n-2 times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0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弧形 202">
            <a:extLst>
              <a:ext uri="{FF2B5EF4-FFF2-40B4-BE49-F238E27FC236}">
                <a16:creationId xmlns:a16="http://schemas.microsoft.com/office/drawing/2014/main" id="{F8A33E47-8301-AEDB-3CF8-92231BECC24F}"/>
              </a:ext>
            </a:extLst>
          </p:cNvPr>
          <p:cNvSpPr/>
          <p:nvPr/>
        </p:nvSpPr>
        <p:spPr>
          <a:xfrm>
            <a:off x="1047777" y="1765411"/>
            <a:ext cx="1773155" cy="1707722"/>
          </a:xfrm>
          <a:prstGeom prst="arc">
            <a:avLst>
              <a:gd name="adj1" fmla="val 10843985"/>
              <a:gd name="adj2" fmla="val 17370414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弧形 203">
            <a:extLst>
              <a:ext uri="{FF2B5EF4-FFF2-40B4-BE49-F238E27FC236}">
                <a16:creationId xmlns:a16="http://schemas.microsoft.com/office/drawing/2014/main" id="{E7195A1C-0149-9691-4EF2-EB804CC83D4D}"/>
              </a:ext>
            </a:extLst>
          </p:cNvPr>
          <p:cNvSpPr/>
          <p:nvPr/>
        </p:nvSpPr>
        <p:spPr>
          <a:xfrm flipV="1">
            <a:off x="1047777" y="2227588"/>
            <a:ext cx="1705819" cy="1759053"/>
          </a:xfrm>
          <a:prstGeom prst="arc">
            <a:avLst>
              <a:gd name="adj1" fmla="val 11210357"/>
              <a:gd name="adj2" fmla="val 17133077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3CD74299-1FF5-451F-B5F9-E74030E0CE57}"/>
              </a:ext>
            </a:extLst>
          </p:cNvPr>
          <p:cNvCxnSpPr>
            <a:cxnSpLocks/>
          </p:cNvCxnSpPr>
          <p:nvPr/>
        </p:nvCxnSpPr>
        <p:spPr>
          <a:xfrm flipV="1">
            <a:off x="3147504" y="3138885"/>
            <a:ext cx="6273356" cy="3173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9E7A2A5B-340F-01F4-15C2-0CC2C6C2BA54}"/>
              </a:ext>
            </a:extLst>
          </p:cNvPr>
          <p:cNvCxnSpPr>
            <a:cxnSpLocks/>
          </p:cNvCxnSpPr>
          <p:nvPr/>
        </p:nvCxnSpPr>
        <p:spPr>
          <a:xfrm flipV="1">
            <a:off x="3147504" y="2736994"/>
            <a:ext cx="6273356" cy="13037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06781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66451" y="1766173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05939" y="1765411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9B1C0D6A-5A1B-8BDC-F110-543DE90C7C88}"/>
              </a:ext>
            </a:extLst>
          </p:cNvPr>
          <p:cNvSpPr/>
          <p:nvPr/>
        </p:nvSpPr>
        <p:spPr>
          <a:xfrm>
            <a:off x="2001879" y="1772262"/>
            <a:ext cx="794149" cy="75809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F4FCA8EC-93A4-C70F-B599-B2B38B00D70B}"/>
              </a:ext>
            </a:extLst>
          </p:cNvPr>
          <p:cNvSpPr/>
          <p:nvPr/>
        </p:nvSpPr>
        <p:spPr>
          <a:xfrm>
            <a:off x="3735497" y="2746707"/>
            <a:ext cx="422482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50B87547-392A-21F2-5B4E-52DCF93C19FA}"/>
              </a:ext>
            </a:extLst>
          </p:cNvPr>
          <p:cNvSpPr/>
          <p:nvPr/>
        </p:nvSpPr>
        <p:spPr>
          <a:xfrm>
            <a:off x="4275778" y="2744679"/>
            <a:ext cx="496879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6D08E8B7-989D-3EE2-D155-FEE7F435CEC4}"/>
              </a:ext>
            </a:extLst>
          </p:cNvPr>
          <p:cNvSpPr/>
          <p:nvPr/>
        </p:nvSpPr>
        <p:spPr>
          <a:xfrm>
            <a:off x="4996310" y="2744679"/>
            <a:ext cx="566928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1163B787-97FC-293C-0229-504B0954DCE9}"/>
              </a:ext>
            </a:extLst>
          </p:cNvPr>
          <p:cNvSpPr/>
          <p:nvPr/>
        </p:nvSpPr>
        <p:spPr>
          <a:xfrm>
            <a:off x="7034896" y="2749504"/>
            <a:ext cx="608280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4B5D904A-246E-2773-3A25-0719B2695BEC}"/>
              </a:ext>
            </a:extLst>
          </p:cNvPr>
          <p:cNvSpPr/>
          <p:nvPr/>
        </p:nvSpPr>
        <p:spPr>
          <a:xfrm>
            <a:off x="7643176" y="2749185"/>
            <a:ext cx="650615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57862A7D-F92B-169C-4C0A-5D05F6B3B99B}"/>
              </a:ext>
            </a:extLst>
          </p:cNvPr>
          <p:cNvSpPr/>
          <p:nvPr/>
        </p:nvSpPr>
        <p:spPr>
          <a:xfrm>
            <a:off x="8293791" y="2746707"/>
            <a:ext cx="508897" cy="3886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42B4F279-A32E-66FE-1468-D73E31C88FAA}"/>
              </a:ext>
            </a:extLst>
          </p:cNvPr>
          <p:cNvCxnSpPr>
            <a:cxnSpLocks/>
          </p:cNvCxnSpPr>
          <p:nvPr/>
        </p:nvCxnSpPr>
        <p:spPr>
          <a:xfrm>
            <a:off x="3147504" y="1765411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矩形 191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47504" y="1766173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4993832" y="1766173"/>
            <a:ext cx="1312108" cy="3886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07878" y="1765411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62615" y="1772262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79A8D953-3563-6CF9-501A-6EA7D22D95C7}"/>
              </a:ext>
            </a:extLst>
          </p:cNvPr>
          <p:cNvCxnSpPr>
            <a:cxnSpLocks/>
          </p:cNvCxnSpPr>
          <p:nvPr/>
        </p:nvCxnSpPr>
        <p:spPr>
          <a:xfrm>
            <a:off x="3147504" y="2159222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B6F0112D-D27E-1AA9-B0E7-2AA9C062F0F0}"/>
              </a:ext>
            </a:extLst>
          </p:cNvPr>
          <p:cNvCxnSpPr>
            <a:cxnSpLocks/>
          </p:cNvCxnSpPr>
          <p:nvPr/>
        </p:nvCxnSpPr>
        <p:spPr>
          <a:xfrm>
            <a:off x="3141408" y="3674518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D23A3927-555F-F7AA-B50D-32E757F59748}"/>
              </a:ext>
            </a:extLst>
          </p:cNvPr>
          <p:cNvCxnSpPr>
            <a:cxnSpLocks/>
          </p:cNvCxnSpPr>
          <p:nvPr/>
        </p:nvCxnSpPr>
        <p:spPr>
          <a:xfrm>
            <a:off x="3147504" y="4068329"/>
            <a:ext cx="62733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41D5046-97E4-06F2-D5E4-AA4E754D18F7}"/>
              </a:ext>
            </a:extLst>
          </p:cNvPr>
          <p:cNvCxnSpPr>
            <a:cxnSpLocks/>
          </p:cNvCxnSpPr>
          <p:nvPr/>
        </p:nvCxnSpPr>
        <p:spPr>
          <a:xfrm>
            <a:off x="3142931" y="2749759"/>
            <a:ext cx="0" cy="397379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椭圆 200">
            <a:extLst>
              <a:ext uri="{FF2B5EF4-FFF2-40B4-BE49-F238E27FC236}">
                <a16:creationId xmlns:a16="http://schemas.microsoft.com/office/drawing/2014/main" id="{06FB9D98-5F2E-DE1A-59E7-3D8D32780455}"/>
              </a:ext>
            </a:extLst>
          </p:cNvPr>
          <p:cNvSpPr/>
          <p:nvPr/>
        </p:nvSpPr>
        <p:spPr>
          <a:xfrm>
            <a:off x="1996376" y="3287625"/>
            <a:ext cx="796865" cy="76068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263687E0-D9BC-57AD-123C-316339299C52}"/>
              </a:ext>
            </a:extLst>
          </p:cNvPr>
          <p:cNvCxnSpPr>
            <a:cxnSpLocks/>
            <a:stCxn id="184" idx="4"/>
            <a:endCxn id="201" idx="0"/>
          </p:cNvCxnSpPr>
          <p:nvPr/>
        </p:nvCxnSpPr>
        <p:spPr>
          <a:xfrm flipH="1">
            <a:off x="2394809" y="2530358"/>
            <a:ext cx="4145" cy="75726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文本框 204">
            <a:extLst>
              <a:ext uri="{FF2B5EF4-FFF2-40B4-BE49-F238E27FC236}">
                <a16:creationId xmlns:a16="http://schemas.microsoft.com/office/drawing/2014/main" id="{D45DA694-884E-A3C3-3D4A-43E402159AA6}"/>
              </a:ext>
            </a:extLst>
          </p:cNvPr>
          <p:cNvSpPr txBox="1"/>
          <p:nvPr/>
        </p:nvSpPr>
        <p:spPr>
          <a:xfrm rot="5400000">
            <a:off x="699200" y="2631293"/>
            <a:ext cx="688009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5680E7A-EE6A-D4FE-231D-D72EB834DC3A}"/>
              </a:ext>
            </a:extLst>
          </p:cNvPr>
          <p:cNvSpPr/>
          <p:nvPr/>
        </p:nvSpPr>
        <p:spPr>
          <a:xfrm>
            <a:off x="7007860" y="2701297"/>
            <a:ext cx="1831340" cy="47901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2B086B7A-0477-ED50-8EAF-F1107AC98B2E}"/>
              </a:ext>
            </a:extLst>
          </p:cNvPr>
          <p:cNvCxnSpPr>
            <a:cxnSpLocks/>
          </p:cNvCxnSpPr>
          <p:nvPr/>
        </p:nvCxnSpPr>
        <p:spPr>
          <a:xfrm flipV="1">
            <a:off x="8096800" y="2460967"/>
            <a:ext cx="351663" cy="2069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8370257" y="2197272"/>
            <a:ext cx="1383712" cy="369332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path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AF792EE3-2A02-CDCF-60EC-55882AD1BE01}"/>
              </a:ext>
            </a:extLst>
          </p:cNvPr>
          <p:cNvSpPr/>
          <p:nvPr/>
        </p:nvSpPr>
        <p:spPr>
          <a:xfrm>
            <a:off x="3114462" y="1718261"/>
            <a:ext cx="3918797" cy="479011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1" name="对象 21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11640" y="1741497"/>
          <a:ext cx="305774" cy="396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AxMath" r:id="rId3" imgW="118080" imgH="151920" progId="Equation.AxMath">
                  <p:embed/>
                </p:oleObj>
              </mc:Choice>
              <mc:Fallback>
                <p:oleObj name="AxMath" r:id="rId3" imgW="118080" imgH="151920" progId="Equation.AxMath">
                  <p:embed/>
                  <p:pic>
                    <p:nvPicPr>
                      <p:cNvPr id="211" name="对象 21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1640" y="1741497"/>
                        <a:ext cx="305774" cy="396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" name="对象 21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57625" y="1741170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AxMath" r:id="rId5" imgW="123120" imgH="151920" progId="Equation.AxMath">
                  <p:embed/>
                </p:oleObj>
              </mc:Choice>
              <mc:Fallback>
                <p:oleObj name="AxMath" r:id="rId5" imgW="123120" imgH="151920" progId="Equation.AxMath">
                  <p:embed/>
                  <p:pic>
                    <p:nvPicPr>
                      <p:cNvPr id="213" name="对象 21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57625" y="1741170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" name="对象 21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04736" y="1747622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AxMath" r:id="rId7" imgW="123840" imgH="151920" progId="Equation.AxMath">
                  <p:embed/>
                </p:oleObj>
              </mc:Choice>
              <mc:Fallback>
                <p:oleObj name="AxMath" r:id="rId7" imgW="123840" imgH="151920" progId="Equation.AxMath">
                  <p:embed/>
                  <p:pic>
                    <p:nvPicPr>
                      <p:cNvPr id="214" name="对象 21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4736" y="1747622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" name="对象 21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0505" y="1741169"/>
          <a:ext cx="6143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AxMath" r:id="rId9" imgW="236160" imgH="151920" progId="Equation.AxMath">
                  <p:embed/>
                </p:oleObj>
              </mc:Choice>
              <mc:Fallback>
                <p:oleObj name="AxMath" r:id="rId9" imgW="236160" imgH="151920" progId="Equation.AxMath">
                  <p:embed/>
                  <p:pic>
                    <p:nvPicPr>
                      <p:cNvPr id="215" name="对象 214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50505" y="1741169"/>
                        <a:ext cx="6143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" name="对象 21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74853" y="1739900"/>
          <a:ext cx="6016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AxMath" r:id="rId11" imgW="231840" imgH="151920" progId="Equation.AxMath">
                  <p:embed/>
                </p:oleObj>
              </mc:Choice>
              <mc:Fallback>
                <p:oleObj name="AxMath" r:id="rId11" imgW="231840" imgH="151920" progId="Equation.AxMath">
                  <p:embed/>
                  <p:pic>
                    <p:nvPicPr>
                      <p:cNvPr id="216" name="对象 21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74853" y="1739900"/>
                        <a:ext cx="6016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对象 21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29550" y="1739900"/>
          <a:ext cx="3508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AxMath" r:id="rId13" imgW="135360" imgH="151920" progId="Equation.AxMath">
                  <p:embed/>
                </p:oleObj>
              </mc:Choice>
              <mc:Fallback>
                <p:oleObj name="AxMath" r:id="rId13" imgW="135360" imgH="151920" progId="Equation.AxMath">
                  <p:embed/>
                  <p:pic>
                    <p:nvPicPr>
                      <p:cNvPr id="217" name="对象 21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29550" y="1739900"/>
                        <a:ext cx="3508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矩形 217">
            <a:extLst>
              <a:ext uri="{FF2B5EF4-FFF2-40B4-BE49-F238E27FC236}">
                <a16:creationId xmlns:a16="http://schemas.microsoft.com/office/drawing/2014/main" id="{E78D67F0-BFA7-5110-7E07-1DDB44AF2237}"/>
              </a:ext>
            </a:extLst>
          </p:cNvPr>
          <p:cNvSpPr/>
          <p:nvPr/>
        </p:nvSpPr>
        <p:spPr>
          <a:xfrm>
            <a:off x="3715346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FE1577DB-FBDB-C80C-B0CC-4AA623E20B4E}"/>
              </a:ext>
            </a:extLst>
          </p:cNvPr>
          <p:cNvSpPr/>
          <p:nvPr/>
        </p:nvSpPr>
        <p:spPr>
          <a:xfrm>
            <a:off x="4275016" y="3679709"/>
            <a:ext cx="727379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8BABD42D-7791-3BA2-BC1C-6192BEF03D6D}"/>
              </a:ext>
            </a:extLst>
          </p:cNvPr>
          <p:cNvSpPr/>
          <p:nvPr/>
        </p:nvSpPr>
        <p:spPr>
          <a:xfrm>
            <a:off x="6314504" y="3678947"/>
            <a:ext cx="70349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F1B84C95-C5EE-39E4-3C31-6FFF64A06F52}"/>
              </a:ext>
            </a:extLst>
          </p:cNvPr>
          <p:cNvSpPr/>
          <p:nvPr/>
        </p:nvSpPr>
        <p:spPr>
          <a:xfrm>
            <a:off x="3156069" y="3679709"/>
            <a:ext cx="560324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6F7F9F07-76F9-1D48-54E6-F2273C7CC9CE}"/>
              </a:ext>
            </a:extLst>
          </p:cNvPr>
          <p:cNvSpPr/>
          <p:nvPr/>
        </p:nvSpPr>
        <p:spPr>
          <a:xfrm>
            <a:off x="5002397" y="3679709"/>
            <a:ext cx="1312108" cy="3886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521342C0-368F-5C63-5385-11CA2706521C}"/>
              </a:ext>
            </a:extLst>
          </p:cNvPr>
          <p:cNvSpPr/>
          <p:nvPr/>
        </p:nvSpPr>
        <p:spPr>
          <a:xfrm>
            <a:off x="7016443" y="3678947"/>
            <a:ext cx="654737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131A3807-D3CD-4010-1295-E130121FBD32}"/>
              </a:ext>
            </a:extLst>
          </p:cNvPr>
          <p:cNvSpPr/>
          <p:nvPr/>
        </p:nvSpPr>
        <p:spPr>
          <a:xfrm>
            <a:off x="7671180" y="3685798"/>
            <a:ext cx="650085" cy="388620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5" name="对象 22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20205" y="3655033"/>
          <a:ext cx="305774" cy="396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AxMath" r:id="rId15" imgW="118080" imgH="151920" progId="Equation.AxMath">
                  <p:embed/>
                </p:oleObj>
              </mc:Choice>
              <mc:Fallback>
                <p:oleObj name="AxMath" r:id="rId15" imgW="118080" imgH="151920" progId="Equation.AxMath">
                  <p:embed/>
                  <p:pic>
                    <p:nvPicPr>
                      <p:cNvPr id="225" name="对象 224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0205" y="3655033"/>
                        <a:ext cx="305774" cy="396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" name="对象 22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66190" y="3654706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AxMath" r:id="rId16" imgW="123120" imgH="151920" progId="Equation.AxMath">
                  <p:embed/>
                </p:oleObj>
              </mc:Choice>
              <mc:Fallback>
                <p:oleObj name="AxMath" r:id="rId16" imgW="123120" imgH="151920" progId="Equation.AxMath">
                  <p:embed/>
                  <p:pic>
                    <p:nvPicPr>
                      <p:cNvPr id="226" name="对象 22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66190" y="3654706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" name="对象 226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13301" y="3661158"/>
          <a:ext cx="3222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AxMath" r:id="rId17" imgW="123840" imgH="151920" progId="Equation.AxMath">
                  <p:embed/>
                </p:oleObj>
              </mc:Choice>
              <mc:Fallback>
                <p:oleObj name="AxMath" r:id="rId17" imgW="123840" imgH="151920" progId="Equation.AxMath">
                  <p:embed/>
                  <p:pic>
                    <p:nvPicPr>
                      <p:cNvPr id="227" name="对象 226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13301" y="3661158"/>
                        <a:ext cx="322263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" name="对象 227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359070" y="3654705"/>
          <a:ext cx="6143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AxMath" r:id="rId18" imgW="236160" imgH="151920" progId="Equation.AxMath">
                  <p:embed/>
                </p:oleObj>
              </mc:Choice>
              <mc:Fallback>
                <p:oleObj name="AxMath" r:id="rId18" imgW="236160" imgH="151920" progId="Equation.AxMath">
                  <p:embed/>
                  <p:pic>
                    <p:nvPicPr>
                      <p:cNvPr id="228" name="对象 227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59070" y="3654705"/>
                        <a:ext cx="6143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" name="对象 228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83418" y="3653436"/>
          <a:ext cx="6016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AxMath" r:id="rId19" imgW="231840" imgH="151920" progId="Equation.AxMath">
                  <p:embed/>
                </p:oleObj>
              </mc:Choice>
              <mc:Fallback>
                <p:oleObj name="AxMath" r:id="rId19" imgW="231840" imgH="151920" progId="Equation.AxMath">
                  <p:embed/>
                  <p:pic>
                    <p:nvPicPr>
                      <p:cNvPr id="229" name="对象 228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83418" y="3653436"/>
                        <a:ext cx="601662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" name="对象 229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838115" y="3653436"/>
          <a:ext cx="3508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AxMath" r:id="rId20" imgW="135360" imgH="151920" progId="Equation.AxMath">
                  <p:embed/>
                </p:oleObj>
              </mc:Choice>
              <mc:Fallback>
                <p:oleObj name="AxMath" r:id="rId20" imgW="135360" imgH="151920" progId="Equation.AxMath">
                  <p:embed/>
                  <p:pic>
                    <p:nvPicPr>
                      <p:cNvPr id="230" name="对象 229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838115" y="3653436"/>
                        <a:ext cx="3508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" name="对象 230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25875" y="2709863"/>
          <a:ext cx="2809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AxMath" r:id="rId21" imgW="107640" imgH="151920" progId="Equation.AxMath">
                  <p:embed/>
                </p:oleObj>
              </mc:Choice>
              <mc:Fallback>
                <p:oleObj name="AxMath" r:id="rId21" imgW="107640" imgH="151920" progId="Equation.AxMath">
                  <p:embed/>
                  <p:pic>
                    <p:nvPicPr>
                      <p:cNvPr id="231" name="对象 230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25875" y="2709863"/>
                        <a:ext cx="28098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" name="对象 231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406900" y="2716213"/>
          <a:ext cx="2921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AxMath" r:id="rId23" imgW="111960" imgH="151920" progId="Equation.AxMath">
                  <p:embed/>
                </p:oleObj>
              </mc:Choice>
              <mc:Fallback>
                <p:oleObj name="AxMath" r:id="rId23" imgW="111960" imgH="151920" progId="Equation.AxMath">
                  <p:embed/>
                  <p:pic>
                    <p:nvPicPr>
                      <p:cNvPr id="232" name="对象 231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06900" y="2716213"/>
                        <a:ext cx="2921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" name="对象 232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139834" y="2716203"/>
          <a:ext cx="2921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AxMath" r:id="rId25" imgW="113040" imgH="151920" progId="Equation.AxMath">
                  <p:embed/>
                </p:oleObj>
              </mc:Choice>
              <mc:Fallback>
                <p:oleObj name="AxMath" r:id="rId25" imgW="113040" imgH="151920" progId="Equation.AxMath">
                  <p:embed/>
                  <p:pic>
                    <p:nvPicPr>
                      <p:cNvPr id="233" name="对象 232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39834" y="2716203"/>
                        <a:ext cx="2921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" name="对象 233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58976" y="2716212"/>
          <a:ext cx="5842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AxMath" r:id="rId27" imgW="225720" imgH="151920" progId="Equation.AxMath">
                  <p:embed/>
                </p:oleObj>
              </mc:Choice>
              <mc:Fallback>
                <p:oleObj name="AxMath" r:id="rId27" imgW="225720" imgH="151920" progId="Equation.AxMath">
                  <p:embed/>
                  <p:pic>
                    <p:nvPicPr>
                      <p:cNvPr id="234" name="对象 233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058976" y="2716212"/>
                        <a:ext cx="5842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" name="对象 234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702550" y="2724150"/>
          <a:ext cx="571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AxMath" r:id="rId29" imgW="220680" imgH="151920" progId="Equation.AxMath">
                  <p:embed/>
                </p:oleObj>
              </mc:Choice>
              <mc:Fallback>
                <p:oleObj name="AxMath" r:id="rId29" imgW="220680" imgH="151920" progId="Equation.AxMath">
                  <p:embed/>
                  <p:pic>
                    <p:nvPicPr>
                      <p:cNvPr id="235" name="对象 234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02550" y="2724150"/>
                        <a:ext cx="571500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" name="对象 235">
            <a:extLst>
              <a:ext uri="{FF2B5EF4-FFF2-40B4-BE49-F238E27FC236}">
                <a16:creationId xmlns:a16="http://schemas.microsoft.com/office/drawing/2014/main" id="{98584732-36B8-EE04-A2AB-D6E9ED85026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8398002" y="2738438"/>
          <a:ext cx="3254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AxMath" r:id="rId31" imgW="124920" imgH="151920" progId="Equation.AxMath">
                  <p:embed/>
                </p:oleObj>
              </mc:Choice>
              <mc:Fallback>
                <p:oleObj name="AxMath" r:id="rId31" imgW="124920" imgH="151920" progId="Equation.AxMath">
                  <p:embed/>
                  <p:pic>
                    <p:nvPicPr>
                      <p:cNvPr id="236" name="对象 235">
                        <a:extLst>
                          <a:ext uri="{FF2B5EF4-FFF2-40B4-BE49-F238E27FC236}">
                            <a16:creationId xmlns:a16="http://schemas.microsoft.com/office/drawing/2014/main" id="{98584732-36B8-EE04-A2AB-D6E9ED850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398002" y="2738438"/>
                        <a:ext cx="3254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984681" y="1946059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1982476" y="3465512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2339960" y="2708245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10832" y="1999180"/>
          <a:ext cx="148772" cy="348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AxMath" r:id="rId33" imgW="96840" imgH="226800" progId="Equation.AxMath">
                  <p:embed/>
                </p:oleObj>
              </mc:Choice>
              <mc:Fallback>
                <p:oleObj name="AxMath" r:id="rId33" imgW="96840" imgH="226800" progId="Equation.AxMath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610832" y="1999180"/>
                        <a:ext cx="148772" cy="348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" name="对象 239"/>
          <p:cNvGraphicFramePr>
            <a:graphicFrameLocks noChangeAspect="1"/>
          </p:cNvGraphicFramePr>
          <p:nvPr/>
        </p:nvGraphicFramePr>
        <p:xfrm>
          <a:off x="2612580" y="3512812"/>
          <a:ext cx="1778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AxMath" r:id="rId35" imgW="117360" imgH="226800" progId="Equation.AxMath">
                  <p:embed/>
                </p:oleObj>
              </mc:Choice>
              <mc:Fallback>
                <p:oleObj name="AxMath" r:id="rId35" imgW="117360" imgH="226800" progId="Equation.AxMath">
                  <p:embed/>
                  <p:pic>
                    <p:nvPicPr>
                      <p:cNvPr id="240" name="对象 23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612580" y="3512812"/>
                        <a:ext cx="177800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1" name="对象 240"/>
          <p:cNvGraphicFramePr>
            <a:graphicFrameLocks noChangeAspect="1"/>
          </p:cNvGraphicFramePr>
          <p:nvPr/>
        </p:nvGraphicFramePr>
        <p:xfrm>
          <a:off x="2865044" y="2756170"/>
          <a:ext cx="2333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AxMath" r:id="rId37" imgW="152280" imgH="226800" progId="Equation.AxMath">
                  <p:embed/>
                </p:oleObj>
              </mc:Choice>
              <mc:Fallback>
                <p:oleObj name="AxMath" r:id="rId37" imgW="152280" imgH="226800" progId="Equation.AxMath">
                  <p:embed/>
                  <p:pic>
                    <p:nvPicPr>
                      <p:cNvPr id="241" name="对象 240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865044" y="2756170"/>
                        <a:ext cx="233363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" name="文本框 241">
            <a:extLst>
              <a:ext uri="{FF2B5EF4-FFF2-40B4-BE49-F238E27FC236}">
                <a16:creationId xmlns:a16="http://schemas.microsoft.com/office/drawing/2014/main" id="{EA068F9B-D08D-829D-710E-31B0B02E85E3}"/>
              </a:ext>
            </a:extLst>
          </p:cNvPr>
          <p:cNvSpPr txBox="1"/>
          <p:nvPr/>
        </p:nvSpPr>
        <p:spPr>
          <a:xfrm>
            <a:off x="1061475" y="2530358"/>
            <a:ext cx="748923" cy="646331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2614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21022</TotalTime>
  <Words>498</Words>
  <Application>Microsoft Office PowerPoint</Application>
  <PresentationFormat>宽屏</PresentationFormat>
  <Paragraphs>260</Paragraphs>
  <Slides>19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宋体</vt:lpstr>
      <vt:lpstr>Arial</vt:lpstr>
      <vt:lpstr>Times New Roman</vt:lpstr>
      <vt:lpstr>Office 主题​​</vt:lpstr>
      <vt:lpstr>AxMath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YanChangzhi</dc:creator>
  <cp:lastModifiedBy>ycz</cp:lastModifiedBy>
  <cp:revision>69</cp:revision>
  <dcterms:created xsi:type="dcterms:W3CDTF">2023-02-24T06:41:17Z</dcterms:created>
  <dcterms:modified xsi:type="dcterms:W3CDTF">2023-12-09T16:17:22Z</dcterms:modified>
</cp:coreProperties>
</file>