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59" r:id="rId6"/>
    <p:sldId id="261" r:id="rId7"/>
    <p:sldId id="278" r:id="rId8"/>
    <p:sldId id="279" r:id="rId9"/>
    <p:sldId id="271" r:id="rId10"/>
    <p:sldId id="260" r:id="rId11"/>
    <p:sldId id="263" r:id="rId12"/>
    <p:sldId id="264" r:id="rId13"/>
    <p:sldId id="265" r:id="rId14"/>
    <p:sldId id="266" r:id="rId15"/>
    <p:sldId id="268" r:id="rId16"/>
    <p:sldId id="269" r:id="rId17"/>
    <p:sldId id="274" r:id="rId18"/>
    <p:sldId id="273" r:id="rId19"/>
    <p:sldId id="275" r:id="rId20"/>
    <p:sldId id="276" r:id="rId21"/>
    <p:sldId id="272" r:id="rId22"/>
    <p:sldId id="267" r:id="rId23"/>
    <p:sldId id="270" r:id="rId24"/>
    <p:sldId id="280" r:id="rId25"/>
    <p:sldId id="28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Z Yan" initials="CY" lastIdx="1" clrIdx="0">
    <p:extLst>
      <p:ext uri="{19B8F6BF-5375-455C-9EA6-DF929625EA0E}">
        <p15:presenceInfo xmlns:p15="http://schemas.microsoft.com/office/powerpoint/2012/main" userId="CZ Y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969696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9901" autoAdjust="0"/>
  </p:normalViewPr>
  <p:slideViewPr>
    <p:cSldViewPr snapToGrid="0">
      <p:cViewPr varScale="1">
        <p:scale>
          <a:sx n="75" d="100"/>
          <a:sy n="75" d="100"/>
        </p:scale>
        <p:origin x="8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20T20:30:47.407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20T20:30:47.407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20T20:30:47.407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03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29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66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34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00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84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02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63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2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47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19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9BC9D-8445-4AD7-B148-3227ABC6F9C1}" type="datetimeFigureOut">
              <a:rPr lang="zh-CN" altLang="en-US" smtClean="0"/>
              <a:t>2023/12/10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BE077-BFC9-4A56-A3F5-5EE46A68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42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组合 139"/>
          <p:cNvGrpSpPr/>
          <p:nvPr/>
        </p:nvGrpSpPr>
        <p:grpSpPr>
          <a:xfrm>
            <a:off x="3784110" y="3851552"/>
            <a:ext cx="3864718" cy="2117842"/>
            <a:chOff x="3784110" y="3851552"/>
            <a:chExt cx="3864718" cy="2117842"/>
          </a:xfrm>
        </p:grpSpPr>
        <p:sp>
          <p:nvSpPr>
            <p:cNvPr id="34" name="平行四边形 22"/>
            <p:cNvSpPr/>
            <p:nvPr/>
          </p:nvSpPr>
          <p:spPr>
            <a:xfrm rot="801487" flipH="1">
              <a:off x="3784110" y="4533696"/>
              <a:ext cx="502521" cy="1415098"/>
            </a:xfrm>
            <a:custGeom>
              <a:avLst/>
              <a:gdLst>
                <a:gd name="connsiteX0" fmla="*/ 0 w 632460"/>
                <a:gd name="connsiteY0" fmla="*/ 1353290 h 1353290"/>
                <a:gd name="connsiteX1" fmla="*/ 327210 w 632460"/>
                <a:gd name="connsiteY1" fmla="*/ 0 h 1353290"/>
                <a:gd name="connsiteX2" fmla="*/ 632460 w 632460"/>
                <a:gd name="connsiteY2" fmla="*/ 0 h 1353290"/>
                <a:gd name="connsiteX3" fmla="*/ 305250 w 632460"/>
                <a:gd name="connsiteY3" fmla="*/ 1353290 h 1353290"/>
                <a:gd name="connsiteX4" fmla="*/ 0 w 632460"/>
                <a:gd name="connsiteY4" fmla="*/ 1353290 h 1353290"/>
                <a:gd name="connsiteX0" fmla="*/ 0 w 581046"/>
                <a:gd name="connsiteY0" fmla="*/ 1527315 h 1527315"/>
                <a:gd name="connsiteX1" fmla="*/ 327210 w 581046"/>
                <a:gd name="connsiteY1" fmla="*/ 174025 h 1527315"/>
                <a:gd name="connsiteX2" fmla="*/ 581046 w 581046"/>
                <a:gd name="connsiteY2" fmla="*/ 0 h 1527315"/>
                <a:gd name="connsiteX3" fmla="*/ 305250 w 581046"/>
                <a:gd name="connsiteY3" fmla="*/ 1527315 h 1527315"/>
                <a:gd name="connsiteX4" fmla="*/ 0 w 581046"/>
                <a:gd name="connsiteY4" fmla="*/ 1527315 h 1527315"/>
                <a:gd name="connsiteX0" fmla="*/ 0 w 581046"/>
                <a:gd name="connsiteY0" fmla="*/ 1527315 h 1527315"/>
                <a:gd name="connsiteX1" fmla="*/ 327210 w 581046"/>
                <a:gd name="connsiteY1" fmla="*/ 174025 h 1527315"/>
                <a:gd name="connsiteX2" fmla="*/ 581046 w 581046"/>
                <a:gd name="connsiteY2" fmla="*/ 0 h 1527315"/>
                <a:gd name="connsiteX3" fmla="*/ 267006 w 581046"/>
                <a:gd name="connsiteY3" fmla="*/ 1380202 h 1527315"/>
                <a:gd name="connsiteX4" fmla="*/ 0 w 581046"/>
                <a:gd name="connsiteY4" fmla="*/ 1527315 h 1527315"/>
                <a:gd name="connsiteX0" fmla="*/ 0 w 581046"/>
                <a:gd name="connsiteY0" fmla="*/ 1527315 h 1527315"/>
                <a:gd name="connsiteX1" fmla="*/ 327210 w 581046"/>
                <a:gd name="connsiteY1" fmla="*/ 174025 h 1527315"/>
                <a:gd name="connsiteX2" fmla="*/ 581046 w 581046"/>
                <a:gd name="connsiteY2" fmla="*/ 0 h 1527315"/>
                <a:gd name="connsiteX3" fmla="*/ 254379 w 581046"/>
                <a:gd name="connsiteY3" fmla="*/ 1367414 h 1527315"/>
                <a:gd name="connsiteX4" fmla="*/ 0 w 581046"/>
                <a:gd name="connsiteY4" fmla="*/ 1527315 h 1527315"/>
                <a:gd name="connsiteX0" fmla="*/ 0 w 668567"/>
                <a:gd name="connsiteY0" fmla="*/ 1429965 h 1429965"/>
                <a:gd name="connsiteX1" fmla="*/ 327210 w 668567"/>
                <a:gd name="connsiteY1" fmla="*/ 76675 h 1429965"/>
                <a:gd name="connsiteX2" fmla="*/ 668567 w 668567"/>
                <a:gd name="connsiteY2" fmla="*/ 0 h 1429965"/>
                <a:gd name="connsiteX3" fmla="*/ 254379 w 668567"/>
                <a:gd name="connsiteY3" fmla="*/ 1270064 h 1429965"/>
                <a:gd name="connsiteX4" fmla="*/ 0 w 668567"/>
                <a:gd name="connsiteY4" fmla="*/ 1429965 h 1429965"/>
                <a:gd name="connsiteX0" fmla="*/ 0 w 581497"/>
                <a:gd name="connsiteY0" fmla="*/ 1525044 h 1525044"/>
                <a:gd name="connsiteX1" fmla="*/ 327210 w 581497"/>
                <a:gd name="connsiteY1" fmla="*/ 171754 h 1525044"/>
                <a:gd name="connsiteX2" fmla="*/ 581497 w 581497"/>
                <a:gd name="connsiteY2" fmla="*/ 0 h 1525044"/>
                <a:gd name="connsiteX3" fmla="*/ 254379 w 581497"/>
                <a:gd name="connsiteY3" fmla="*/ 1365143 h 1525044"/>
                <a:gd name="connsiteX4" fmla="*/ 0 w 581497"/>
                <a:gd name="connsiteY4" fmla="*/ 1525044 h 1525044"/>
                <a:gd name="connsiteX0" fmla="*/ 0 w 576909"/>
                <a:gd name="connsiteY0" fmla="*/ 1522217 h 1522217"/>
                <a:gd name="connsiteX1" fmla="*/ 327210 w 576909"/>
                <a:gd name="connsiteY1" fmla="*/ 168927 h 1522217"/>
                <a:gd name="connsiteX2" fmla="*/ 576909 w 576909"/>
                <a:gd name="connsiteY2" fmla="*/ 0 h 1522217"/>
                <a:gd name="connsiteX3" fmla="*/ 254379 w 576909"/>
                <a:gd name="connsiteY3" fmla="*/ 1362316 h 1522217"/>
                <a:gd name="connsiteX4" fmla="*/ 0 w 576909"/>
                <a:gd name="connsiteY4" fmla="*/ 1522217 h 1522217"/>
                <a:gd name="connsiteX0" fmla="*/ 0 w 570468"/>
                <a:gd name="connsiteY0" fmla="*/ 1519830 h 1519830"/>
                <a:gd name="connsiteX1" fmla="*/ 327210 w 570468"/>
                <a:gd name="connsiteY1" fmla="*/ 166540 h 1519830"/>
                <a:gd name="connsiteX2" fmla="*/ 570468 w 570468"/>
                <a:gd name="connsiteY2" fmla="*/ 0 h 1519830"/>
                <a:gd name="connsiteX3" fmla="*/ 254379 w 570468"/>
                <a:gd name="connsiteY3" fmla="*/ 1359929 h 1519830"/>
                <a:gd name="connsiteX4" fmla="*/ 0 w 570468"/>
                <a:gd name="connsiteY4" fmla="*/ 1519830 h 1519830"/>
                <a:gd name="connsiteX0" fmla="*/ 0 w 482918"/>
                <a:gd name="connsiteY0" fmla="*/ 1464259 h 1464259"/>
                <a:gd name="connsiteX1" fmla="*/ 327210 w 482918"/>
                <a:gd name="connsiteY1" fmla="*/ 110969 h 1464259"/>
                <a:gd name="connsiteX2" fmla="*/ 482918 w 482918"/>
                <a:gd name="connsiteY2" fmla="*/ 0 h 1464259"/>
                <a:gd name="connsiteX3" fmla="*/ 254379 w 482918"/>
                <a:gd name="connsiteY3" fmla="*/ 1304358 h 1464259"/>
                <a:gd name="connsiteX4" fmla="*/ 0 w 482918"/>
                <a:gd name="connsiteY4" fmla="*/ 1464259 h 1464259"/>
                <a:gd name="connsiteX0" fmla="*/ 0 w 522727"/>
                <a:gd name="connsiteY0" fmla="*/ 1431255 h 1431255"/>
                <a:gd name="connsiteX1" fmla="*/ 327210 w 522727"/>
                <a:gd name="connsiteY1" fmla="*/ 77965 h 1431255"/>
                <a:gd name="connsiteX2" fmla="*/ 522727 w 522727"/>
                <a:gd name="connsiteY2" fmla="*/ 0 h 1431255"/>
                <a:gd name="connsiteX3" fmla="*/ 254379 w 522727"/>
                <a:gd name="connsiteY3" fmla="*/ 1271354 h 1431255"/>
                <a:gd name="connsiteX4" fmla="*/ 0 w 522727"/>
                <a:gd name="connsiteY4" fmla="*/ 1431255 h 1431255"/>
                <a:gd name="connsiteX0" fmla="*/ 0 w 522727"/>
                <a:gd name="connsiteY0" fmla="*/ 1431255 h 1431255"/>
                <a:gd name="connsiteX1" fmla="*/ 327210 w 522727"/>
                <a:gd name="connsiteY1" fmla="*/ 77965 h 1431255"/>
                <a:gd name="connsiteX2" fmla="*/ 522727 w 522727"/>
                <a:gd name="connsiteY2" fmla="*/ 0 h 1431255"/>
                <a:gd name="connsiteX3" fmla="*/ 212724 w 522727"/>
                <a:gd name="connsiteY3" fmla="*/ 1345601 h 1431255"/>
                <a:gd name="connsiteX4" fmla="*/ 0 w 522727"/>
                <a:gd name="connsiteY4" fmla="*/ 1431255 h 1431255"/>
                <a:gd name="connsiteX0" fmla="*/ 0 w 522727"/>
                <a:gd name="connsiteY0" fmla="*/ 1431255 h 1431255"/>
                <a:gd name="connsiteX1" fmla="*/ 327210 w 522727"/>
                <a:gd name="connsiteY1" fmla="*/ 77965 h 1431255"/>
                <a:gd name="connsiteX2" fmla="*/ 522727 w 522727"/>
                <a:gd name="connsiteY2" fmla="*/ 0 h 1431255"/>
                <a:gd name="connsiteX3" fmla="*/ 203408 w 522727"/>
                <a:gd name="connsiteY3" fmla="*/ 1351289 h 1431255"/>
                <a:gd name="connsiteX4" fmla="*/ 0 w 522727"/>
                <a:gd name="connsiteY4" fmla="*/ 1431255 h 1431255"/>
                <a:gd name="connsiteX0" fmla="*/ 0 w 522727"/>
                <a:gd name="connsiteY0" fmla="*/ 1431255 h 1431255"/>
                <a:gd name="connsiteX1" fmla="*/ 327210 w 522727"/>
                <a:gd name="connsiteY1" fmla="*/ 77965 h 1431255"/>
                <a:gd name="connsiteX2" fmla="*/ 522727 w 522727"/>
                <a:gd name="connsiteY2" fmla="*/ 0 h 1431255"/>
                <a:gd name="connsiteX3" fmla="*/ 198390 w 522727"/>
                <a:gd name="connsiteY3" fmla="*/ 1350110 h 1431255"/>
                <a:gd name="connsiteX4" fmla="*/ 0 w 522727"/>
                <a:gd name="connsiteY4" fmla="*/ 1431255 h 1431255"/>
                <a:gd name="connsiteX0" fmla="*/ 0 w 522727"/>
                <a:gd name="connsiteY0" fmla="*/ 1431255 h 1431255"/>
                <a:gd name="connsiteX1" fmla="*/ 327210 w 522727"/>
                <a:gd name="connsiteY1" fmla="*/ 77965 h 1431255"/>
                <a:gd name="connsiteX2" fmla="*/ 522727 w 522727"/>
                <a:gd name="connsiteY2" fmla="*/ 0 h 1431255"/>
                <a:gd name="connsiteX3" fmla="*/ 188353 w 522727"/>
                <a:gd name="connsiteY3" fmla="*/ 1347748 h 1431255"/>
                <a:gd name="connsiteX4" fmla="*/ 0 w 522727"/>
                <a:gd name="connsiteY4" fmla="*/ 1431255 h 1431255"/>
                <a:gd name="connsiteX0" fmla="*/ 0 w 522727"/>
                <a:gd name="connsiteY0" fmla="*/ 1431255 h 1431255"/>
                <a:gd name="connsiteX1" fmla="*/ 327210 w 522727"/>
                <a:gd name="connsiteY1" fmla="*/ 77965 h 1431255"/>
                <a:gd name="connsiteX2" fmla="*/ 522727 w 522727"/>
                <a:gd name="connsiteY2" fmla="*/ 0 h 1431255"/>
                <a:gd name="connsiteX3" fmla="*/ 188354 w 522727"/>
                <a:gd name="connsiteY3" fmla="*/ 1347748 h 1431255"/>
                <a:gd name="connsiteX4" fmla="*/ 0 w 522727"/>
                <a:gd name="connsiteY4" fmla="*/ 1431255 h 1431255"/>
                <a:gd name="connsiteX0" fmla="*/ 0 w 510306"/>
                <a:gd name="connsiteY0" fmla="*/ 1423672 h 1423672"/>
                <a:gd name="connsiteX1" fmla="*/ 327210 w 510306"/>
                <a:gd name="connsiteY1" fmla="*/ 70382 h 1423672"/>
                <a:gd name="connsiteX2" fmla="*/ 510306 w 510306"/>
                <a:gd name="connsiteY2" fmla="*/ 0 h 1423672"/>
                <a:gd name="connsiteX3" fmla="*/ 188354 w 510306"/>
                <a:gd name="connsiteY3" fmla="*/ 1340165 h 1423672"/>
                <a:gd name="connsiteX4" fmla="*/ 0 w 510306"/>
                <a:gd name="connsiteY4" fmla="*/ 1423672 h 142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306" h="1423672">
                  <a:moveTo>
                    <a:pt x="0" y="1423672"/>
                  </a:moveTo>
                  <a:lnTo>
                    <a:pt x="327210" y="70382"/>
                  </a:lnTo>
                  <a:lnTo>
                    <a:pt x="510306" y="0"/>
                  </a:lnTo>
                  <a:lnTo>
                    <a:pt x="188354" y="1340165"/>
                  </a:lnTo>
                  <a:lnTo>
                    <a:pt x="0" y="1423672"/>
                  </a:lnTo>
                  <a:close/>
                </a:path>
              </a:pathLst>
            </a:custGeom>
            <a:solidFill>
              <a:srgbClr val="BFBFB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016547" y="3851552"/>
              <a:ext cx="3632281" cy="2117842"/>
              <a:chOff x="4016547" y="3851552"/>
              <a:chExt cx="3632281" cy="2117842"/>
            </a:xfrm>
          </p:grpSpPr>
          <p:cxnSp>
            <p:nvCxnSpPr>
              <p:cNvPr id="4" name="直接连接符 3"/>
              <p:cNvCxnSpPr>
                <a:endCxn id="43" idx="4"/>
              </p:cNvCxnSpPr>
              <p:nvPr/>
            </p:nvCxnSpPr>
            <p:spPr>
              <a:xfrm>
                <a:off x="4558468" y="5138437"/>
                <a:ext cx="1474817" cy="9282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>
                <a:endCxn id="54" idx="4"/>
              </p:cNvCxnSpPr>
              <p:nvPr/>
            </p:nvCxnSpPr>
            <p:spPr>
              <a:xfrm>
                <a:off x="6042257" y="4386716"/>
                <a:ext cx="1075737" cy="3080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平行四边形 5"/>
              <p:cNvSpPr/>
              <p:nvPr/>
            </p:nvSpPr>
            <p:spPr>
              <a:xfrm rot="2406933">
                <a:off x="5659682" y="4245030"/>
                <a:ext cx="240917" cy="512301"/>
              </a:xfrm>
              <a:prstGeom prst="parallelogram">
                <a:avLst>
                  <a:gd name="adj" fmla="val 55873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平行四边形 22"/>
              <p:cNvSpPr/>
              <p:nvPr/>
            </p:nvSpPr>
            <p:spPr>
              <a:xfrm rot="780596" flipH="1">
                <a:off x="5417710" y="4649519"/>
                <a:ext cx="286384" cy="858696"/>
              </a:xfrm>
              <a:custGeom>
                <a:avLst/>
                <a:gdLst>
                  <a:gd name="connsiteX0" fmla="*/ 0 w 632460"/>
                  <a:gd name="connsiteY0" fmla="*/ 1353290 h 1353290"/>
                  <a:gd name="connsiteX1" fmla="*/ 327210 w 632460"/>
                  <a:gd name="connsiteY1" fmla="*/ 0 h 1353290"/>
                  <a:gd name="connsiteX2" fmla="*/ 632460 w 632460"/>
                  <a:gd name="connsiteY2" fmla="*/ 0 h 1353290"/>
                  <a:gd name="connsiteX3" fmla="*/ 305250 w 632460"/>
                  <a:gd name="connsiteY3" fmla="*/ 1353290 h 1353290"/>
                  <a:gd name="connsiteX4" fmla="*/ 0 w 632460"/>
                  <a:gd name="connsiteY4" fmla="*/ 1353290 h 1353290"/>
                  <a:gd name="connsiteX0" fmla="*/ 0 w 581046"/>
                  <a:gd name="connsiteY0" fmla="*/ 1527315 h 1527315"/>
                  <a:gd name="connsiteX1" fmla="*/ 327210 w 581046"/>
                  <a:gd name="connsiteY1" fmla="*/ 174025 h 1527315"/>
                  <a:gd name="connsiteX2" fmla="*/ 581046 w 581046"/>
                  <a:gd name="connsiteY2" fmla="*/ 0 h 1527315"/>
                  <a:gd name="connsiteX3" fmla="*/ 305250 w 581046"/>
                  <a:gd name="connsiteY3" fmla="*/ 1527315 h 1527315"/>
                  <a:gd name="connsiteX4" fmla="*/ 0 w 581046"/>
                  <a:gd name="connsiteY4" fmla="*/ 1527315 h 1527315"/>
                  <a:gd name="connsiteX0" fmla="*/ 0 w 581046"/>
                  <a:gd name="connsiteY0" fmla="*/ 1527315 h 1527315"/>
                  <a:gd name="connsiteX1" fmla="*/ 327210 w 581046"/>
                  <a:gd name="connsiteY1" fmla="*/ 174025 h 1527315"/>
                  <a:gd name="connsiteX2" fmla="*/ 581046 w 581046"/>
                  <a:gd name="connsiteY2" fmla="*/ 0 h 1527315"/>
                  <a:gd name="connsiteX3" fmla="*/ 267006 w 581046"/>
                  <a:gd name="connsiteY3" fmla="*/ 1380202 h 1527315"/>
                  <a:gd name="connsiteX4" fmla="*/ 0 w 581046"/>
                  <a:gd name="connsiteY4" fmla="*/ 1527315 h 1527315"/>
                  <a:gd name="connsiteX0" fmla="*/ 0 w 581046"/>
                  <a:gd name="connsiteY0" fmla="*/ 1527315 h 1527315"/>
                  <a:gd name="connsiteX1" fmla="*/ 327210 w 581046"/>
                  <a:gd name="connsiteY1" fmla="*/ 174025 h 1527315"/>
                  <a:gd name="connsiteX2" fmla="*/ 581046 w 581046"/>
                  <a:gd name="connsiteY2" fmla="*/ 0 h 1527315"/>
                  <a:gd name="connsiteX3" fmla="*/ 254379 w 581046"/>
                  <a:gd name="connsiteY3" fmla="*/ 1367414 h 1527315"/>
                  <a:gd name="connsiteX4" fmla="*/ 0 w 581046"/>
                  <a:gd name="connsiteY4" fmla="*/ 1527315 h 1527315"/>
                  <a:gd name="connsiteX0" fmla="*/ 0 w 668567"/>
                  <a:gd name="connsiteY0" fmla="*/ 1429965 h 1429965"/>
                  <a:gd name="connsiteX1" fmla="*/ 327210 w 668567"/>
                  <a:gd name="connsiteY1" fmla="*/ 76675 h 1429965"/>
                  <a:gd name="connsiteX2" fmla="*/ 668567 w 668567"/>
                  <a:gd name="connsiteY2" fmla="*/ 0 h 1429965"/>
                  <a:gd name="connsiteX3" fmla="*/ 254379 w 668567"/>
                  <a:gd name="connsiteY3" fmla="*/ 1270064 h 1429965"/>
                  <a:gd name="connsiteX4" fmla="*/ 0 w 668567"/>
                  <a:gd name="connsiteY4" fmla="*/ 1429965 h 1429965"/>
                  <a:gd name="connsiteX0" fmla="*/ 0 w 581497"/>
                  <a:gd name="connsiteY0" fmla="*/ 1525044 h 1525044"/>
                  <a:gd name="connsiteX1" fmla="*/ 327210 w 581497"/>
                  <a:gd name="connsiteY1" fmla="*/ 171754 h 1525044"/>
                  <a:gd name="connsiteX2" fmla="*/ 581497 w 581497"/>
                  <a:gd name="connsiteY2" fmla="*/ 0 h 1525044"/>
                  <a:gd name="connsiteX3" fmla="*/ 254379 w 581497"/>
                  <a:gd name="connsiteY3" fmla="*/ 1365143 h 1525044"/>
                  <a:gd name="connsiteX4" fmla="*/ 0 w 581497"/>
                  <a:gd name="connsiteY4" fmla="*/ 1525044 h 1525044"/>
                  <a:gd name="connsiteX0" fmla="*/ 0 w 576909"/>
                  <a:gd name="connsiteY0" fmla="*/ 1522217 h 1522217"/>
                  <a:gd name="connsiteX1" fmla="*/ 327210 w 576909"/>
                  <a:gd name="connsiteY1" fmla="*/ 168927 h 1522217"/>
                  <a:gd name="connsiteX2" fmla="*/ 576909 w 576909"/>
                  <a:gd name="connsiteY2" fmla="*/ 0 h 1522217"/>
                  <a:gd name="connsiteX3" fmla="*/ 254379 w 576909"/>
                  <a:gd name="connsiteY3" fmla="*/ 1362316 h 1522217"/>
                  <a:gd name="connsiteX4" fmla="*/ 0 w 576909"/>
                  <a:gd name="connsiteY4" fmla="*/ 1522217 h 1522217"/>
                  <a:gd name="connsiteX0" fmla="*/ 0 w 570468"/>
                  <a:gd name="connsiteY0" fmla="*/ 1519830 h 1519830"/>
                  <a:gd name="connsiteX1" fmla="*/ 327210 w 570468"/>
                  <a:gd name="connsiteY1" fmla="*/ 166540 h 1519830"/>
                  <a:gd name="connsiteX2" fmla="*/ 570468 w 570468"/>
                  <a:gd name="connsiteY2" fmla="*/ 0 h 1519830"/>
                  <a:gd name="connsiteX3" fmla="*/ 254379 w 570468"/>
                  <a:gd name="connsiteY3" fmla="*/ 1359929 h 1519830"/>
                  <a:gd name="connsiteX4" fmla="*/ 0 w 570468"/>
                  <a:gd name="connsiteY4" fmla="*/ 1519830 h 1519830"/>
                  <a:gd name="connsiteX0" fmla="*/ 0 w 482918"/>
                  <a:gd name="connsiteY0" fmla="*/ 1464259 h 1464259"/>
                  <a:gd name="connsiteX1" fmla="*/ 327210 w 482918"/>
                  <a:gd name="connsiteY1" fmla="*/ 110969 h 1464259"/>
                  <a:gd name="connsiteX2" fmla="*/ 482918 w 482918"/>
                  <a:gd name="connsiteY2" fmla="*/ 0 h 1464259"/>
                  <a:gd name="connsiteX3" fmla="*/ 254379 w 482918"/>
                  <a:gd name="connsiteY3" fmla="*/ 1304358 h 1464259"/>
                  <a:gd name="connsiteX4" fmla="*/ 0 w 482918"/>
                  <a:gd name="connsiteY4" fmla="*/ 1464259 h 1464259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254379 w 522727"/>
                  <a:gd name="connsiteY3" fmla="*/ 1271354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212724 w 522727"/>
                  <a:gd name="connsiteY3" fmla="*/ 1345601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203408 w 522727"/>
                  <a:gd name="connsiteY3" fmla="*/ 1351289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198390 w 522727"/>
                  <a:gd name="connsiteY3" fmla="*/ 1350110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188353 w 522727"/>
                  <a:gd name="connsiteY3" fmla="*/ 1347748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188354 w 522727"/>
                  <a:gd name="connsiteY3" fmla="*/ 1347748 h 1431255"/>
                  <a:gd name="connsiteX4" fmla="*/ 0 w 522727"/>
                  <a:gd name="connsiteY4" fmla="*/ 1431255 h 1431255"/>
                  <a:gd name="connsiteX0" fmla="*/ 0 w 510306"/>
                  <a:gd name="connsiteY0" fmla="*/ 1423672 h 1423672"/>
                  <a:gd name="connsiteX1" fmla="*/ 327210 w 510306"/>
                  <a:gd name="connsiteY1" fmla="*/ 70382 h 1423672"/>
                  <a:gd name="connsiteX2" fmla="*/ 510306 w 510306"/>
                  <a:gd name="connsiteY2" fmla="*/ 0 h 1423672"/>
                  <a:gd name="connsiteX3" fmla="*/ 188354 w 510306"/>
                  <a:gd name="connsiteY3" fmla="*/ 1340165 h 1423672"/>
                  <a:gd name="connsiteX4" fmla="*/ 0 w 510306"/>
                  <a:gd name="connsiteY4" fmla="*/ 1423672 h 1423672"/>
                  <a:gd name="connsiteX0" fmla="*/ 0 w 494504"/>
                  <a:gd name="connsiteY0" fmla="*/ 1456875 h 1456875"/>
                  <a:gd name="connsiteX1" fmla="*/ 327210 w 494504"/>
                  <a:gd name="connsiteY1" fmla="*/ 103585 h 1456875"/>
                  <a:gd name="connsiteX2" fmla="*/ 494505 w 494504"/>
                  <a:gd name="connsiteY2" fmla="*/ -1 h 1456875"/>
                  <a:gd name="connsiteX3" fmla="*/ 188354 w 494504"/>
                  <a:gd name="connsiteY3" fmla="*/ 1373368 h 1456875"/>
                  <a:gd name="connsiteX4" fmla="*/ 0 w 494504"/>
                  <a:gd name="connsiteY4" fmla="*/ 1456875 h 1456875"/>
                  <a:gd name="connsiteX0" fmla="*/ 0 w 482646"/>
                  <a:gd name="connsiteY0" fmla="*/ 1449660 h 1449660"/>
                  <a:gd name="connsiteX1" fmla="*/ 327210 w 482646"/>
                  <a:gd name="connsiteY1" fmla="*/ 96370 h 1449660"/>
                  <a:gd name="connsiteX2" fmla="*/ 482646 w 482646"/>
                  <a:gd name="connsiteY2" fmla="*/ -1 h 1449660"/>
                  <a:gd name="connsiteX3" fmla="*/ 188354 w 482646"/>
                  <a:gd name="connsiteY3" fmla="*/ 1366153 h 1449660"/>
                  <a:gd name="connsiteX4" fmla="*/ 0 w 482646"/>
                  <a:gd name="connsiteY4" fmla="*/ 1449660 h 1449660"/>
                  <a:gd name="connsiteX0" fmla="*/ 0 w 482646"/>
                  <a:gd name="connsiteY0" fmla="*/ 1449662 h 1449662"/>
                  <a:gd name="connsiteX1" fmla="*/ 327210 w 482646"/>
                  <a:gd name="connsiteY1" fmla="*/ 96372 h 1449662"/>
                  <a:gd name="connsiteX2" fmla="*/ 482646 w 482646"/>
                  <a:gd name="connsiteY2" fmla="*/ 1 h 1449662"/>
                  <a:gd name="connsiteX3" fmla="*/ 176494 w 482646"/>
                  <a:gd name="connsiteY3" fmla="*/ 1373368 h 1449662"/>
                  <a:gd name="connsiteX4" fmla="*/ 0 w 482646"/>
                  <a:gd name="connsiteY4" fmla="*/ 1449662 h 1449662"/>
                  <a:gd name="connsiteX0" fmla="*/ 0 w 482646"/>
                  <a:gd name="connsiteY0" fmla="*/ 1449660 h 1449660"/>
                  <a:gd name="connsiteX1" fmla="*/ 327210 w 482646"/>
                  <a:gd name="connsiteY1" fmla="*/ 96370 h 1449660"/>
                  <a:gd name="connsiteX2" fmla="*/ 482646 w 482646"/>
                  <a:gd name="connsiteY2" fmla="*/ -1 h 1449660"/>
                  <a:gd name="connsiteX3" fmla="*/ 161422 w 482646"/>
                  <a:gd name="connsiteY3" fmla="*/ 1379859 h 1449660"/>
                  <a:gd name="connsiteX4" fmla="*/ 0 w 482646"/>
                  <a:gd name="connsiteY4" fmla="*/ 1449660 h 1449660"/>
                  <a:gd name="connsiteX0" fmla="*/ 0 w 482646"/>
                  <a:gd name="connsiteY0" fmla="*/ 1449662 h 1449662"/>
                  <a:gd name="connsiteX1" fmla="*/ 326226 w 482646"/>
                  <a:gd name="connsiteY1" fmla="*/ 86267 h 1449662"/>
                  <a:gd name="connsiteX2" fmla="*/ 482646 w 482646"/>
                  <a:gd name="connsiteY2" fmla="*/ 1 h 1449662"/>
                  <a:gd name="connsiteX3" fmla="*/ 161422 w 482646"/>
                  <a:gd name="connsiteY3" fmla="*/ 1379861 h 1449662"/>
                  <a:gd name="connsiteX4" fmla="*/ 0 w 482646"/>
                  <a:gd name="connsiteY4" fmla="*/ 1449662 h 1449662"/>
                  <a:gd name="connsiteX0" fmla="*/ 0 w 495487"/>
                  <a:gd name="connsiteY0" fmla="*/ 1446771 h 1446771"/>
                  <a:gd name="connsiteX1" fmla="*/ 326226 w 495487"/>
                  <a:gd name="connsiteY1" fmla="*/ 83376 h 1446771"/>
                  <a:gd name="connsiteX2" fmla="*/ 495488 w 495487"/>
                  <a:gd name="connsiteY2" fmla="*/ 0 h 1446771"/>
                  <a:gd name="connsiteX3" fmla="*/ 161422 w 495487"/>
                  <a:gd name="connsiteY3" fmla="*/ 1376970 h 1446771"/>
                  <a:gd name="connsiteX4" fmla="*/ 0 w 495487"/>
                  <a:gd name="connsiteY4" fmla="*/ 1446771 h 1446771"/>
                  <a:gd name="connsiteX0" fmla="*/ 0 w 495489"/>
                  <a:gd name="connsiteY0" fmla="*/ 1446771 h 1446771"/>
                  <a:gd name="connsiteX1" fmla="*/ 320543 w 495489"/>
                  <a:gd name="connsiteY1" fmla="*/ 78804 h 1446771"/>
                  <a:gd name="connsiteX2" fmla="*/ 495488 w 495489"/>
                  <a:gd name="connsiteY2" fmla="*/ 0 h 1446771"/>
                  <a:gd name="connsiteX3" fmla="*/ 161422 w 495489"/>
                  <a:gd name="connsiteY3" fmla="*/ 1376970 h 1446771"/>
                  <a:gd name="connsiteX4" fmla="*/ 0 w 495489"/>
                  <a:gd name="connsiteY4" fmla="*/ 1446771 h 144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489" h="1446771">
                    <a:moveTo>
                      <a:pt x="0" y="1446771"/>
                    </a:moveTo>
                    <a:lnTo>
                      <a:pt x="320543" y="78804"/>
                    </a:lnTo>
                    <a:lnTo>
                      <a:pt x="495488" y="0"/>
                    </a:lnTo>
                    <a:lnTo>
                      <a:pt x="161422" y="1376970"/>
                    </a:lnTo>
                    <a:lnTo>
                      <a:pt x="0" y="144677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平行四边形 7"/>
              <p:cNvSpPr/>
              <p:nvPr/>
            </p:nvSpPr>
            <p:spPr>
              <a:xfrm rot="2406933">
                <a:off x="4190582" y="3851552"/>
                <a:ext cx="414413" cy="872611"/>
              </a:xfrm>
              <a:prstGeom prst="parallelogram">
                <a:avLst>
                  <a:gd name="adj" fmla="val 55873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19485241">
                <a:off x="4030235" y="4579037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rot="19485241">
                <a:off x="4173110" y="4478072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平行四边形 10"/>
              <p:cNvSpPr/>
              <p:nvPr/>
            </p:nvSpPr>
            <p:spPr>
              <a:xfrm rot="19485241">
                <a:off x="4315984" y="4377108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平行四边形 11"/>
              <p:cNvSpPr/>
              <p:nvPr/>
            </p:nvSpPr>
            <p:spPr>
              <a:xfrm rot="19485241">
                <a:off x="4458860" y="4276144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 rot="19485241">
                <a:off x="4601735" y="4175179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485241">
                <a:off x="4030236" y="4855262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平行四边形 14"/>
              <p:cNvSpPr/>
              <p:nvPr/>
            </p:nvSpPr>
            <p:spPr>
              <a:xfrm rot="19485241">
                <a:off x="4173111" y="4754297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平行四边形 15"/>
              <p:cNvSpPr/>
              <p:nvPr/>
            </p:nvSpPr>
            <p:spPr>
              <a:xfrm rot="19485241">
                <a:off x="4315985" y="4653333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平行四边形 16"/>
              <p:cNvSpPr/>
              <p:nvPr/>
            </p:nvSpPr>
            <p:spPr>
              <a:xfrm rot="19485241">
                <a:off x="4458861" y="4552369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 rot="19485241">
                <a:off x="4601736" y="4451404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 rot="19485241">
                <a:off x="4030235" y="5133392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平行四边形 19"/>
              <p:cNvSpPr/>
              <p:nvPr/>
            </p:nvSpPr>
            <p:spPr>
              <a:xfrm rot="19485241">
                <a:off x="4173110" y="5032427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平行四边形 20"/>
              <p:cNvSpPr/>
              <p:nvPr/>
            </p:nvSpPr>
            <p:spPr>
              <a:xfrm rot="19485241">
                <a:off x="4315984" y="4931463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平行四边形 21"/>
              <p:cNvSpPr/>
              <p:nvPr/>
            </p:nvSpPr>
            <p:spPr>
              <a:xfrm rot="19485241">
                <a:off x="4458860" y="4830499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平行四边形 22"/>
              <p:cNvSpPr/>
              <p:nvPr/>
            </p:nvSpPr>
            <p:spPr>
              <a:xfrm rot="19485241">
                <a:off x="4601735" y="4729534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平行四边形 23"/>
              <p:cNvSpPr/>
              <p:nvPr/>
            </p:nvSpPr>
            <p:spPr>
              <a:xfrm rot="19485241">
                <a:off x="4030235" y="5411522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平行四边形 24"/>
              <p:cNvSpPr/>
              <p:nvPr/>
            </p:nvSpPr>
            <p:spPr>
              <a:xfrm rot="19485241">
                <a:off x="4173110" y="5310557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平行四边形 25"/>
              <p:cNvSpPr/>
              <p:nvPr/>
            </p:nvSpPr>
            <p:spPr>
              <a:xfrm rot="19485241">
                <a:off x="4315984" y="5209593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平行四边形 26"/>
              <p:cNvSpPr/>
              <p:nvPr/>
            </p:nvSpPr>
            <p:spPr>
              <a:xfrm rot="19485241">
                <a:off x="4458860" y="5108629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平行四边形 27"/>
              <p:cNvSpPr/>
              <p:nvPr/>
            </p:nvSpPr>
            <p:spPr>
              <a:xfrm rot="19485241">
                <a:off x="4601735" y="5007664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平行四边形 28"/>
              <p:cNvSpPr/>
              <p:nvPr/>
            </p:nvSpPr>
            <p:spPr>
              <a:xfrm rot="19485241">
                <a:off x="4030235" y="5689652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平行四边形 29"/>
              <p:cNvSpPr/>
              <p:nvPr/>
            </p:nvSpPr>
            <p:spPr>
              <a:xfrm rot="19485241">
                <a:off x="4173110" y="5588687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平行四边形 30"/>
              <p:cNvSpPr/>
              <p:nvPr/>
            </p:nvSpPr>
            <p:spPr>
              <a:xfrm rot="19485241">
                <a:off x="4315984" y="5487723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平行四边形 31"/>
              <p:cNvSpPr/>
              <p:nvPr/>
            </p:nvSpPr>
            <p:spPr>
              <a:xfrm rot="19485241">
                <a:off x="4458860" y="5386759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平行四边形 32"/>
              <p:cNvSpPr/>
              <p:nvPr/>
            </p:nvSpPr>
            <p:spPr>
              <a:xfrm rot="19485241">
                <a:off x="4601735" y="5285794"/>
                <a:ext cx="334371" cy="225188"/>
              </a:xfrm>
              <a:prstGeom prst="parallelogram">
                <a:avLst>
                  <a:gd name="adj" fmla="val 70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平行四边形 34"/>
              <p:cNvSpPr/>
              <p:nvPr/>
            </p:nvSpPr>
            <p:spPr>
              <a:xfrm rot="19485241">
                <a:off x="5515371" y="467238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/>
              <p:cNvSpPr/>
              <p:nvPr/>
            </p:nvSpPr>
            <p:spPr>
              <a:xfrm rot="19485241">
                <a:off x="5658247" y="4571417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平行四边形 36"/>
              <p:cNvSpPr/>
              <p:nvPr/>
            </p:nvSpPr>
            <p:spPr>
              <a:xfrm rot="19485241">
                <a:off x="5801122" y="4470452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平行四边形 37"/>
              <p:cNvSpPr/>
              <p:nvPr/>
            </p:nvSpPr>
            <p:spPr>
              <a:xfrm rot="19485241">
                <a:off x="5515371" y="495051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平行四边形 38"/>
              <p:cNvSpPr/>
              <p:nvPr/>
            </p:nvSpPr>
            <p:spPr>
              <a:xfrm rot="19485241">
                <a:off x="5658247" y="4849547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平行四边形 39"/>
              <p:cNvSpPr/>
              <p:nvPr/>
            </p:nvSpPr>
            <p:spPr>
              <a:xfrm rot="19485241">
                <a:off x="5801122" y="4748582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平行四边形 40"/>
              <p:cNvSpPr/>
              <p:nvPr/>
            </p:nvSpPr>
            <p:spPr>
              <a:xfrm rot="19485241">
                <a:off x="5515371" y="522864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平行四边形 41"/>
              <p:cNvSpPr/>
              <p:nvPr/>
            </p:nvSpPr>
            <p:spPr>
              <a:xfrm rot="19485241">
                <a:off x="5658247" y="5127677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平行四边形 42"/>
              <p:cNvSpPr/>
              <p:nvPr/>
            </p:nvSpPr>
            <p:spPr>
              <a:xfrm rot="19485241">
                <a:off x="5801122" y="5026712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平行四边形 43"/>
              <p:cNvSpPr/>
              <p:nvPr/>
            </p:nvSpPr>
            <p:spPr>
              <a:xfrm rot="2406933">
                <a:off x="6903303" y="3863744"/>
                <a:ext cx="414413" cy="872611"/>
              </a:xfrm>
              <a:prstGeom prst="parallelogram">
                <a:avLst>
                  <a:gd name="adj" fmla="val 55873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平行四边形 142"/>
              <p:cNvSpPr/>
              <p:nvPr/>
            </p:nvSpPr>
            <p:spPr>
              <a:xfrm rot="20908444">
                <a:off x="4016547" y="4352589"/>
                <a:ext cx="647470" cy="1028240"/>
              </a:xfrm>
              <a:custGeom>
                <a:avLst/>
                <a:gdLst>
                  <a:gd name="connsiteX0" fmla="*/ 0 w 743712"/>
                  <a:gd name="connsiteY0" fmla="*/ 890016 h 890016"/>
                  <a:gd name="connsiteX1" fmla="*/ 185928 w 743712"/>
                  <a:gd name="connsiteY1" fmla="*/ 0 h 890016"/>
                  <a:gd name="connsiteX2" fmla="*/ 743712 w 743712"/>
                  <a:gd name="connsiteY2" fmla="*/ 0 h 890016"/>
                  <a:gd name="connsiteX3" fmla="*/ 557784 w 743712"/>
                  <a:gd name="connsiteY3" fmla="*/ 890016 h 890016"/>
                  <a:gd name="connsiteX4" fmla="*/ 0 w 743712"/>
                  <a:gd name="connsiteY4" fmla="*/ 890016 h 890016"/>
                  <a:gd name="connsiteX0" fmla="*/ 0 w 771169"/>
                  <a:gd name="connsiteY0" fmla="*/ 938855 h 938855"/>
                  <a:gd name="connsiteX1" fmla="*/ 213385 w 771169"/>
                  <a:gd name="connsiteY1" fmla="*/ 0 h 938855"/>
                  <a:gd name="connsiteX2" fmla="*/ 771169 w 771169"/>
                  <a:gd name="connsiteY2" fmla="*/ 0 h 938855"/>
                  <a:gd name="connsiteX3" fmla="*/ 585241 w 771169"/>
                  <a:gd name="connsiteY3" fmla="*/ 890016 h 938855"/>
                  <a:gd name="connsiteX4" fmla="*/ 0 w 771169"/>
                  <a:gd name="connsiteY4" fmla="*/ 938855 h 938855"/>
                  <a:gd name="connsiteX0" fmla="*/ 0 w 771169"/>
                  <a:gd name="connsiteY0" fmla="*/ 938855 h 938855"/>
                  <a:gd name="connsiteX1" fmla="*/ 162474 w 771169"/>
                  <a:gd name="connsiteY1" fmla="*/ 125713 h 938855"/>
                  <a:gd name="connsiteX2" fmla="*/ 771169 w 771169"/>
                  <a:gd name="connsiteY2" fmla="*/ 0 h 938855"/>
                  <a:gd name="connsiteX3" fmla="*/ 585241 w 771169"/>
                  <a:gd name="connsiteY3" fmla="*/ 890016 h 938855"/>
                  <a:gd name="connsiteX4" fmla="*/ 0 w 771169"/>
                  <a:gd name="connsiteY4" fmla="*/ 938855 h 938855"/>
                  <a:gd name="connsiteX0" fmla="*/ 0 w 771169"/>
                  <a:gd name="connsiteY0" fmla="*/ 938855 h 938855"/>
                  <a:gd name="connsiteX1" fmla="*/ 162474 w 771169"/>
                  <a:gd name="connsiteY1" fmla="*/ 125713 h 938855"/>
                  <a:gd name="connsiteX2" fmla="*/ 771169 w 771169"/>
                  <a:gd name="connsiteY2" fmla="*/ 0 h 938855"/>
                  <a:gd name="connsiteX3" fmla="*/ 585241 w 771169"/>
                  <a:gd name="connsiteY3" fmla="*/ 890016 h 938855"/>
                  <a:gd name="connsiteX4" fmla="*/ 0 w 771169"/>
                  <a:gd name="connsiteY4" fmla="*/ 938855 h 938855"/>
                  <a:gd name="connsiteX0" fmla="*/ 0 w 642594"/>
                  <a:gd name="connsiteY0" fmla="*/ 1023401 h 1023401"/>
                  <a:gd name="connsiteX1" fmla="*/ 162474 w 642594"/>
                  <a:gd name="connsiteY1" fmla="*/ 210259 h 1023401"/>
                  <a:gd name="connsiteX2" fmla="*/ 642594 w 642594"/>
                  <a:gd name="connsiteY2" fmla="*/ 0 h 1023401"/>
                  <a:gd name="connsiteX3" fmla="*/ 585241 w 642594"/>
                  <a:gd name="connsiteY3" fmla="*/ 974562 h 1023401"/>
                  <a:gd name="connsiteX4" fmla="*/ 0 w 642594"/>
                  <a:gd name="connsiteY4" fmla="*/ 1023401 h 1023401"/>
                  <a:gd name="connsiteX0" fmla="*/ 0 w 642594"/>
                  <a:gd name="connsiteY0" fmla="*/ 1023401 h 1023401"/>
                  <a:gd name="connsiteX1" fmla="*/ 162474 w 642594"/>
                  <a:gd name="connsiteY1" fmla="*/ 210259 h 1023401"/>
                  <a:gd name="connsiteX2" fmla="*/ 642594 w 642594"/>
                  <a:gd name="connsiteY2" fmla="*/ 0 h 1023401"/>
                  <a:gd name="connsiteX3" fmla="*/ 381945 w 642594"/>
                  <a:gd name="connsiteY3" fmla="*/ 989487 h 1023401"/>
                  <a:gd name="connsiteX4" fmla="*/ 0 w 642594"/>
                  <a:gd name="connsiteY4" fmla="*/ 1023401 h 1023401"/>
                  <a:gd name="connsiteX0" fmla="*/ 0 w 642594"/>
                  <a:gd name="connsiteY0" fmla="*/ 1023401 h 1023401"/>
                  <a:gd name="connsiteX1" fmla="*/ 162474 w 642594"/>
                  <a:gd name="connsiteY1" fmla="*/ 210259 h 1023401"/>
                  <a:gd name="connsiteX2" fmla="*/ 642594 w 642594"/>
                  <a:gd name="connsiteY2" fmla="*/ 0 h 1023401"/>
                  <a:gd name="connsiteX3" fmla="*/ 481987 w 642594"/>
                  <a:gd name="connsiteY3" fmla="*/ 813524 h 1023401"/>
                  <a:gd name="connsiteX4" fmla="*/ 0 w 642594"/>
                  <a:gd name="connsiteY4" fmla="*/ 1023401 h 1023401"/>
                  <a:gd name="connsiteX0" fmla="*/ 0 w 646328"/>
                  <a:gd name="connsiteY0" fmla="*/ 1022640 h 1022640"/>
                  <a:gd name="connsiteX1" fmla="*/ 162474 w 646328"/>
                  <a:gd name="connsiteY1" fmla="*/ 209498 h 1022640"/>
                  <a:gd name="connsiteX2" fmla="*/ 646328 w 646328"/>
                  <a:gd name="connsiteY2" fmla="*/ 0 h 1022640"/>
                  <a:gd name="connsiteX3" fmla="*/ 481987 w 646328"/>
                  <a:gd name="connsiteY3" fmla="*/ 812763 h 1022640"/>
                  <a:gd name="connsiteX4" fmla="*/ 0 w 646328"/>
                  <a:gd name="connsiteY4" fmla="*/ 1022640 h 1022640"/>
                  <a:gd name="connsiteX0" fmla="*/ 0 w 647470"/>
                  <a:gd name="connsiteY0" fmla="*/ 1028240 h 1028240"/>
                  <a:gd name="connsiteX1" fmla="*/ 162474 w 647470"/>
                  <a:gd name="connsiteY1" fmla="*/ 215098 h 1028240"/>
                  <a:gd name="connsiteX2" fmla="*/ 647470 w 647470"/>
                  <a:gd name="connsiteY2" fmla="*/ 0 h 1028240"/>
                  <a:gd name="connsiteX3" fmla="*/ 481987 w 647470"/>
                  <a:gd name="connsiteY3" fmla="*/ 818363 h 1028240"/>
                  <a:gd name="connsiteX4" fmla="*/ 0 w 647470"/>
                  <a:gd name="connsiteY4" fmla="*/ 1028240 h 1028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7470" h="1028240">
                    <a:moveTo>
                      <a:pt x="0" y="1028240"/>
                    </a:moveTo>
                    <a:lnTo>
                      <a:pt x="162474" y="215098"/>
                    </a:lnTo>
                    <a:lnTo>
                      <a:pt x="647470" y="0"/>
                    </a:lnTo>
                    <a:lnTo>
                      <a:pt x="481987" y="818363"/>
                    </a:lnTo>
                    <a:lnTo>
                      <a:pt x="0" y="102824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9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" name="直接连接符 45"/>
              <p:cNvCxnSpPr>
                <a:endCxn id="7" idx="0"/>
              </p:cNvCxnSpPr>
              <p:nvPr/>
            </p:nvCxnSpPr>
            <p:spPr>
              <a:xfrm>
                <a:off x="4114654" y="5449711"/>
                <a:ext cx="1489110" cy="797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>
                <a:endCxn id="7" idx="1"/>
              </p:cNvCxnSpPr>
              <p:nvPr/>
            </p:nvCxnSpPr>
            <p:spPr>
              <a:xfrm>
                <a:off x="4114654" y="4607674"/>
                <a:ext cx="1491378" cy="889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stCxn id="45" idx="2"/>
              </p:cNvCxnSpPr>
              <p:nvPr/>
            </p:nvCxnSpPr>
            <p:spPr>
              <a:xfrm>
                <a:off x="4554762" y="4298271"/>
                <a:ext cx="1485590" cy="8844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>
                <a:stCxn id="35" idx="0"/>
                <a:endCxn id="59" idx="0"/>
              </p:cNvCxnSpPr>
              <p:nvPr/>
            </p:nvCxnSpPr>
            <p:spPr>
              <a:xfrm>
                <a:off x="5617580" y="4693021"/>
                <a:ext cx="1370461" cy="941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>
                <a:endCxn id="64" idx="0"/>
              </p:cNvCxnSpPr>
              <p:nvPr/>
            </p:nvCxnSpPr>
            <p:spPr>
              <a:xfrm flipV="1">
                <a:off x="5607917" y="5065259"/>
                <a:ext cx="1380123" cy="46064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>
                <a:stCxn id="43" idx="4"/>
                <a:endCxn id="65" idx="0"/>
              </p:cNvCxnSpPr>
              <p:nvPr/>
            </p:nvCxnSpPr>
            <p:spPr>
              <a:xfrm flipV="1">
                <a:off x="6033285" y="4964295"/>
                <a:ext cx="1097629" cy="2669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平行四边形 22"/>
              <p:cNvSpPr/>
              <p:nvPr/>
            </p:nvSpPr>
            <p:spPr>
              <a:xfrm rot="801487" flipH="1">
                <a:off x="6500621" y="4554296"/>
                <a:ext cx="502521" cy="1415098"/>
              </a:xfrm>
              <a:custGeom>
                <a:avLst/>
                <a:gdLst>
                  <a:gd name="connsiteX0" fmla="*/ 0 w 632460"/>
                  <a:gd name="connsiteY0" fmla="*/ 1353290 h 1353290"/>
                  <a:gd name="connsiteX1" fmla="*/ 327210 w 632460"/>
                  <a:gd name="connsiteY1" fmla="*/ 0 h 1353290"/>
                  <a:gd name="connsiteX2" fmla="*/ 632460 w 632460"/>
                  <a:gd name="connsiteY2" fmla="*/ 0 h 1353290"/>
                  <a:gd name="connsiteX3" fmla="*/ 305250 w 632460"/>
                  <a:gd name="connsiteY3" fmla="*/ 1353290 h 1353290"/>
                  <a:gd name="connsiteX4" fmla="*/ 0 w 632460"/>
                  <a:gd name="connsiteY4" fmla="*/ 1353290 h 1353290"/>
                  <a:gd name="connsiteX0" fmla="*/ 0 w 581046"/>
                  <a:gd name="connsiteY0" fmla="*/ 1527315 h 1527315"/>
                  <a:gd name="connsiteX1" fmla="*/ 327210 w 581046"/>
                  <a:gd name="connsiteY1" fmla="*/ 174025 h 1527315"/>
                  <a:gd name="connsiteX2" fmla="*/ 581046 w 581046"/>
                  <a:gd name="connsiteY2" fmla="*/ 0 h 1527315"/>
                  <a:gd name="connsiteX3" fmla="*/ 305250 w 581046"/>
                  <a:gd name="connsiteY3" fmla="*/ 1527315 h 1527315"/>
                  <a:gd name="connsiteX4" fmla="*/ 0 w 581046"/>
                  <a:gd name="connsiteY4" fmla="*/ 1527315 h 1527315"/>
                  <a:gd name="connsiteX0" fmla="*/ 0 w 581046"/>
                  <a:gd name="connsiteY0" fmla="*/ 1527315 h 1527315"/>
                  <a:gd name="connsiteX1" fmla="*/ 327210 w 581046"/>
                  <a:gd name="connsiteY1" fmla="*/ 174025 h 1527315"/>
                  <a:gd name="connsiteX2" fmla="*/ 581046 w 581046"/>
                  <a:gd name="connsiteY2" fmla="*/ 0 h 1527315"/>
                  <a:gd name="connsiteX3" fmla="*/ 267006 w 581046"/>
                  <a:gd name="connsiteY3" fmla="*/ 1380202 h 1527315"/>
                  <a:gd name="connsiteX4" fmla="*/ 0 w 581046"/>
                  <a:gd name="connsiteY4" fmla="*/ 1527315 h 1527315"/>
                  <a:gd name="connsiteX0" fmla="*/ 0 w 581046"/>
                  <a:gd name="connsiteY0" fmla="*/ 1527315 h 1527315"/>
                  <a:gd name="connsiteX1" fmla="*/ 327210 w 581046"/>
                  <a:gd name="connsiteY1" fmla="*/ 174025 h 1527315"/>
                  <a:gd name="connsiteX2" fmla="*/ 581046 w 581046"/>
                  <a:gd name="connsiteY2" fmla="*/ 0 h 1527315"/>
                  <a:gd name="connsiteX3" fmla="*/ 254379 w 581046"/>
                  <a:gd name="connsiteY3" fmla="*/ 1367414 h 1527315"/>
                  <a:gd name="connsiteX4" fmla="*/ 0 w 581046"/>
                  <a:gd name="connsiteY4" fmla="*/ 1527315 h 1527315"/>
                  <a:gd name="connsiteX0" fmla="*/ 0 w 668567"/>
                  <a:gd name="connsiteY0" fmla="*/ 1429965 h 1429965"/>
                  <a:gd name="connsiteX1" fmla="*/ 327210 w 668567"/>
                  <a:gd name="connsiteY1" fmla="*/ 76675 h 1429965"/>
                  <a:gd name="connsiteX2" fmla="*/ 668567 w 668567"/>
                  <a:gd name="connsiteY2" fmla="*/ 0 h 1429965"/>
                  <a:gd name="connsiteX3" fmla="*/ 254379 w 668567"/>
                  <a:gd name="connsiteY3" fmla="*/ 1270064 h 1429965"/>
                  <a:gd name="connsiteX4" fmla="*/ 0 w 668567"/>
                  <a:gd name="connsiteY4" fmla="*/ 1429965 h 1429965"/>
                  <a:gd name="connsiteX0" fmla="*/ 0 w 581497"/>
                  <a:gd name="connsiteY0" fmla="*/ 1525044 h 1525044"/>
                  <a:gd name="connsiteX1" fmla="*/ 327210 w 581497"/>
                  <a:gd name="connsiteY1" fmla="*/ 171754 h 1525044"/>
                  <a:gd name="connsiteX2" fmla="*/ 581497 w 581497"/>
                  <a:gd name="connsiteY2" fmla="*/ 0 h 1525044"/>
                  <a:gd name="connsiteX3" fmla="*/ 254379 w 581497"/>
                  <a:gd name="connsiteY3" fmla="*/ 1365143 h 1525044"/>
                  <a:gd name="connsiteX4" fmla="*/ 0 w 581497"/>
                  <a:gd name="connsiteY4" fmla="*/ 1525044 h 1525044"/>
                  <a:gd name="connsiteX0" fmla="*/ 0 w 576909"/>
                  <a:gd name="connsiteY0" fmla="*/ 1522217 h 1522217"/>
                  <a:gd name="connsiteX1" fmla="*/ 327210 w 576909"/>
                  <a:gd name="connsiteY1" fmla="*/ 168927 h 1522217"/>
                  <a:gd name="connsiteX2" fmla="*/ 576909 w 576909"/>
                  <a:gd name="connsiteY2" fmla="*/ 0 h 1522217"/>
                  <a:gd name="connsiteX3" fmla="*/ 254379 w 576909"/>
                  <a:gd name="connsiteY3" fmla="*/ 1362316 h 1522217"/>
                  <a:gd name="connsiteX4" fmla="*/ 0 w 576909"/>
                  <a:gd name="connsiteY4" fmla="*/ 1522217 h 1522217"/>
                  <a:gd name="connsiteX0" fmla="*/ 0 w 570468"/>
                  <a:gd name="connsiteY0" fmla="*/ 1519830 h 1519830"/>
                  <a:gd name="connsiteX1" fmla="*/ 327210 w 570468"/>
                  <a:gd name="connsiteY1" fmla="*/ 166540 h 1519830"/>
                  <a:gd name="connsiteX2" fmla="*/ 570468 w 570468"/>
                  <a:gd name="connsiteY2" fmla="*/ 0 h 1519830"/>
                  <a:gd name="connsiteX3" fmla="*/ 254379 w 570468"/>
                  <a:gd name="connsiteY3" fmla="*/ 1359929 h 1519830"/>
                  <a:gd name="connsiteX4" fmla="*/ 0 w 570468"/>
                  <a:gd name="connsiteY4" fmla="*/ 1519830 h 1519830"/>
                  <a:gd name="connsiteX0" fmla="*/ 0 w 482918"/>
                  <a:gd name="connsiteY0" fmla="*/ 1464259 h 1464259"/>
                  <a:gd name="connsiteX1" fmla="*/ 327210 w 482918"/>
                  <a:gd name="connsiteY1" fmla="*/ 110969 h 1464259"/>
                  <a:gd name="connsiteX2" fmla="*/ 482918 w 482918"/>
                  <a:gd name="connsiteY2" fmla="*/ 0 h 1464259"/>
                  <a:gd name="connsiteX3" fmla="*/ 254379 w 482918"/>
                  <a:gd name="connsiteY3" fmla="*/ 1304358 h 1464259"/>
                  <a:gd name="connsiteX4" fmla="*/ 0 w 482918"/>
                  <a:gd name="connsiteY4" fmla="*/ 1464259 h 1464259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254379 w 522727"/>
                  <a:gd name="connsiteY3" fmla="*/ 1271354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212724 w 522727"/>
                  <a:gd name="connsiteY3" fmla="*/ 1345601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203408 w 522727"/>
                  <a:gd name="connsiteY3" fmla="*/ 1351289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198390 w 522727"/>
                  <a:gd name="connsiteY3" fmla="*/ 1350110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188353 w 522727"/>
                  <a:gd name="connsiteY3" fmla="*/ 1347748 h 1431255"/>
                  <a:gd name="connsiteX4" fmla="*/ 0 w 522727"/>
                  <a:gd name="connsiteY4" fmla="*/ 1431255 h 1431255"/>
                  <a:gd name="connsiteX0" fmla="*/ 0 w 522727"/>
                  <a:gd name="connsiteY0" fmla="*/ 1431255 h 1431255"/>
                  <a:gd name="connsiteX1" fmla="*/ 327210 w 522727"/>
                  <a:gd name="connsiteY1" fmla="*/ 77965 h 1431255"/>
                  <a:gd name="connsiteX2" fmla="*/ 522727 w 522727"/>
                  <a:gd name="connsiteY2" fmla="*/ 0 h 1431255"/>
                  <a:gd name="connsiteX3" fmla="*/ 188354 w 522727"/>
                  <a:gd name="connsiteY3" fmla="*/ 1347748 h 1431255"/>
                  <a:gd name="connsiteX4" fmla="*/ 0 w 522727"/>
                  <a:gd name="connsiteY4" fmla="*/ 1431255 h 1431255"/>
                  <a:gd name="connsiteX0" fmla="*/ 0 w 510306"/>
                  <a:gd name="connsiteY0" fmla="*/ 1423672 h 1423672"/>
                  <a:gd name="connsiteX1" fmla="*/ 327210 w 510306"/>
                  <a:gd name="connsiteY1" fmla="*/ 70382 h 1423672"/>
                  <a:gd name="connsiteX2" fmla="*/ 510306 w 510306"/>
                  <a:gd name="connsiteY2" fmla="*/ 0 h 1423672"/>
                  <a:gd name="connsiteX3" fmla="*/ 188354 w 510306"/>
                  <a:gd name="connsiteY3" fmla="*/ 1340165 h 1423672"/>
                  <a:gd name="connsiteX4" fmla="*/ 0 w 510306"/>
                  <a:gd name="connsiteY4" fmla="*/ 1423672 h 142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306" h="1423672">
                    <a:moveTo>
                      <a:pt x="0" y="1423672"/>
                    </a:moveTo>
                    <a:lnTo>
                      <a:pt x="327210" y="70382"/>
                    </a:lnTo>
                    <a:lnTo>
                      <a:pt x="510306" y="0"/>
                    </a:lnTo>
                    <a:lnTo>
                      <a:pt x="188354" y="1340165"/>
                    </a:lnTo>
                    <a:lnTo>
                      <a:pt x="0" y="142367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平行四边形 52"/>
              <p:cNvSpPr/>
              <p:nvPr/>
            </p:nvSpPr>
            <p:spPr>
              <a:xfrm rot="19485241">
                <a:off x="6742956" y="4591229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平行四边形 53"/>
              <p:cNvSpPr/>
              <p:nvPr/>
            </p:nvSpPr>
            <p:spPr>
              <a:xfrm rot="19485241">
                <a:off x="6885831" y="4490264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平行四边形 54"/>
              <p:cNvSpPr/>
              <p:nvPr/>
            </p:nvSpPr>
            <p:spPr>
              <a:xfrm rot="19485241">
                <a:off x="7028705" y="4389300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平行四边形 55"/>
              <p:cNvSpPr/>
              <p:nvPr/>
            </p:nvSpPr>
            <p:spPr>
              <a:xfrm rot="19485241">
                <a:off x="7171581" y="4288336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平行四边形 56"/>
              <p:cNvSpPr/>
              <p:nvPr/>
            </p:nvSpPr>
            <p:spPr>
              <a:xfrm rot="19485241">
                <a:off x="7314456" y="418737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平行四边形 57"/>
              <p:cNvSpPr/>
              <p:nvPr/>
            </p:nvSpPr>
            <p:spPr>
              <a:xfrm rot="19485241">
                <a:off x="6742957" y="4867454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平行四边形 58"/>
              <p:cNvSpPr/>
              <p:nvPr/>
            </p:nvSpPr>
            <p:spPr>
              <a:xfrm rot="19485241">
                <a:off x="6885832" y="4766489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平行四边形 59"/>
              <p:cNvSpPr/>
              <p:nvPr/>
            </p:nvSpPr>
            <p:spPr>
              <a:xfrm rot="19485241">
                <a:off x="7028706" y="4665525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平行四边形 60"/>
              <p:cNvSpPr/>
              <p:nvPr/>
            </p:nvSpPr>
            <p:spPr>
              <a:xfrm rot="19485241">
                <a:off x="7171582" y="456456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 rot="19485241">
                <a:off x="7314457" y="4463596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平行四边形 62"/>
              <p:cNvSpPr/>
              <p:nvPr/>
            </p:nvSpPr>
            <p:spPr>
              <a:xfrm rot="19485241">
                <a:off x="6742956" y="5145584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平行四边形 63"/>
              <p:cNvSpPr/>
              <p:nvPr/>
            </p:nvSpPr>
            <p:spPr>
              <a:xfrm rot="19485241">
                <a:off x="6885831" y="5044619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 rot="19485241">
                <a:off x="7028705" y="4943655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平行四边形 65"/>
              <p:cNvSpPr/>
              <p:nvPr/>
            </p:nvSpPr>
            <p:spPr>
              <a:xfrm rot="19485241">
                <a:off x="7171581" y="484269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平行四边形 66"/>
              <p:cNvSpPr/>
              <p:nvPr/>
            </p:nvSpPr>
            <p:spPr>
              <a:xfrm rot="19485241">
                <a:off x="7314456" y="4741726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 rot="19485241">
                <a:off x="6742956" y="5423714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平行四边形 68"/>
              <p:cNvSpPr/>
              <p:nvPr/>
            </p:nvSpPr>
            <p:spPr>
              <a:xfrm rot="19485241">
                <a:off x="6885831" y="5322749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平行四边形 69"/>
              <p:cNvSpPr/>
              <p:nvPr/>
            </p:nvSpPr>
            <p:spPr>
              <a:xfrm rot="19485241">
                <a:off x="7028705" y="5221785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平行四边形 70"/>
              <p:cNvSpPr/>
              <p:nvPr/>
            </p:nvSpPr>
            <p:spPr>
              <a:xfrm rot="19485241">
                <a:off x="7171581" y="512082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平行四边形 71"/>
              <p:cNvSpPr/>
              <p:nvPr/>
            </p:nvSpPr>
            <p:spPr>
              <a:xfrm rot="19485241">
                <a:off x="7314456" y="5019856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平行四边形 72"/>
              <p:cNvSpPr/>
              <p:nvPr/>
            </p:nvSpPr>
            <p:spPr>
              <a:xfrm rot="19485241">
                <a:off x="6742956" y="5701844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平行四边形 73"/>
              <p:cNvSpPr/>
              <p:nvPr/>
            </p:nvSpPr>
            <p:spPr>
              <a:xfrm rot="19485241">
                <a:off x="6885831" y="5600879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平行四边形 74"/>
              <p:cNvSpPr/>
              <p:nvPr/>
            </p:nvSpPr>
            <p:spPr>
              <a:xfrm rot="19485241">
                <a:off x="7028705" y="5499915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平行四边形 75"/>
              <p:cNvSpPr/>
              <p:nvPr/>
            </p:nvSpPr>
            <p:spPr>
              <a:xfrm rot="19485241">
                <a:off x="7171581" y="5398951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平行四边形 76"/>
              <p:cNvSpPr/>
              <p:nvPr/>
            </p:nvSpPr>
            <p:spPr>
              <a:xfrm rot="19485241">
                <a:off x="7314456" y="5297986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平行四边形 77"/>
              <p:cNvSpPr/>
              <p:nvPr/>
            </p:nvSpPr>
            <p:spPr>
              <a:xfrm rot="19485241">
                <a:off x="6885832" y="4770973"/>
                <a:ext cx="334371" cy="225188"/>
              </a:xfrm>
              <a:prstGeom prst="parallelogram">
                <a:avLst>
                  <a:gd name="adj" fmla="val 70796"/>
                </a:avLst>
              </a:prstGeom>
              <a:solidFill>
                <a:schemeClr val="accent2">
                  <a:lumMod val="20000"/>
                  <a:lumOff val="80000"/>
                  <a:alpha val="9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9" name="矩形 78"/>
          <p:cNvSpPr/>
          <p:nvPr/>
        </p:nvSpPr>
        <p:spPr>
          <a:xfrm>
            <a:off x="7724292" y="877416"/>
            <a:ext cx="444483" cy="2185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 79"/>
          <p:cNvSpPr/>
          <p:nvPr/>
        </p:nvSpPr>
        <p:spPr>
          <a:xfrm>
            <a:off x="5924363" y="877416"/>
            <a:ext cx="444483" cy="2185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矩形 80"/>
          <p:cNvSpPr/>
          <p:nvPr/>
        </p:nvSpPr>
        <p:spPr>
          <a:xfrm>
            <a:off x="5008880" y="877416"/>
            <a:ext cx="444483" cy="2185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9E58D62-0300-454B-921C-760C4D4A060A}"/>
              </a:ext>
            </a:extLst>
          </p:cNvPr>
          <p:cNvSpPr/>
          <p:nvPr/>
        </p:nvSpPr>
        <p:spPr>
          <a:xfrm>
            <a:off x="5324730" y="951071"/>
            <a:ext cx="2992435" cy="205668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流程图: 接点 82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5037801" y="951071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4" name="流程图: 接点 83">
            <a:extLst>
              <a:ext uri="{FF2B5EF4-FFF2-40B4-BE49-F238E27FC236}">
                <a16:creationId xmlns:a16="http://schemas.microsoft.com/office/drawing/2014/main" id="{8DEB77C2-D546-43C6-88EC-AF1A35DA88C4}"/>
              </a:ext>
            </a:extLst>
          </p:cNvPr>
          <p:cNvSpPr/>
          <p:nvPr/>
        </p:nvSpPr>
        <p:spPr>
          <a:xfrm>
            <a:off x="5037801" y="1513989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5" name="流程图: 接点 84">
            <a:extLst>
              <a:ext uri="{FF2B5EF4-FFF2-40B4-BE49-F238E27FC236}">
                <a16:creationId xmlns:a16="http://schemas.microsoft.com/office/drawing/2014/main" id="{B1D41E38-786F-4B78-A61C-54337B5D38BD}"/>
              </a:ext>
            </a:extLst>
          </p:cNvPr>
          <p:cNvSpPr/>
          <p:nvPr/>
        </p:nvSpPr>
        <p:spPr>
          <a:xfrm>
            <a:off x="5037801" y="2647378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50398C65-E963-4AA0-93CA-C26DC48F127F}"/>
              </a:ext>
            </a:extLst>
          </p:cNvPr>
          <p:cNvCxnSpPr>
            <a:stCxn id="83" idx="6"/>
            <a:endCxn id="108" idx="2"/>
          </p:cNvCxnSpPr>
          <p:nvPr/>
        </p:nvCxnSpPr>
        <p:spPr>
          <a:xfrm>
            <a:off x="5378366" y="1114955"/>
            <a:ext cx="597959" cy="4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66D0C31E-5632-4327-A5F9-D33761E33F34}"/>
              </a:ext>
            </a:extLst>
          </p:cNvPr>
          <p:cNvCxnSpPr>
            <a:cxnSpLocks/>
            <a:stCxn id="83" idx="6"/>
            <a:endCxn id="109" idx="2"/>
          </p:cNvCxnSpPr>
          <p:nvPr/>
        </p:nvCxnSpPr>
        <p:spPr>
          <a:xfrm>
            <a:off x="5378366" y="1114955"/>
            <a:ext cx="597958" cy="565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3A5BAE97-C76B-4C81-814E-7A99053DD7EC}"/>
              </a:ext>
            </a:extLst>
          </p:cNvPr>
          <p:cNvCxnSpPr>
            <a:cxnSpLocks/>
            <a:stCxn id="83" idx="6"/>
            <a:endCxn id="110" idx="2"/>
          </p:cNvCxnSpPr>
          <p:nvPr/>
        </p:nvCxnSpPr>
        <p:spPr>
          <a:xfrm>
            <a:off x="5378366" y="1114955"/>
            <a:ext cx="597958" cy="16931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F8B43C25-D672-41E6-BF93-C82733E93879}"/>
              </a:ext>
            </a:extLst>
          </p:cNvPr>
          <p:cNvCxnSpPr>
            <a:cxnSpLocks/>
            <a:stCxn id="84" idx="6"/>
            <a:endCxn id="108" idx="2"/>
          </p:cNvCxnSpPr>
          <p:nvPr/>
        </p:nvCxnSpPr>
        <p:spPr>
          <a:xfrm flipV="1">
            <a:off x="5378366" y="1115379"/>
            <a:ext cx="597959" cy="5624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C91671CB-C962-4122-A3A4-9DD69CCD09C4}"/>
              </a:ext>
            </a:extLst>
          </p:cNvPr>
          <p:cNvCxnSpPr>
            <a:cxnSpLocks/>
            <a:stCxn id="84" idx="6"/>
            <a:endCxn id="109" idx="2"/>
          </p:cNvCxnSpPr>
          <p:nvPr/>
        </p:nvCxnSpPr>
        <p:spPr>
          <a:xfrm>
            <a:off x="5378366" y="1677873"/>
            <a:ext cx="597958" cy="26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896A9EDC-35B4-43B8-8DB4-D32E7BCA1553}"/>
              </a:ext>
            </a:extLst>
          </p:cNvPr>
          <p:cNvCxnSpPr>
            <a:cxnSpLocks/>
            <a:stCxn id="84" idx="6"/>
            <a:endCxn id="110" idx="2"/>
          </p:cNvCxnSpPr>
          <p:nvPr/>
        </p:nvCxnSpPr>
        <p:spPr>
          <a:xfrm>
            <a:off x="5378366" y="1677873"/>
            <a:ext cx="597958" cy="11302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1CBBA871-AD53-4474-980B-2C5666A9503F}"/>
              </a:ext>
            </a:extLst>
          </p:cNvPr>
          <p:cNvCxnSpPr>
            <a:cxnSpLocks/>
            <a:stCxn id="85" idx="6"/>
            <a:endCxn id="108" idx="2"/>
          </p:cNvCxnSpPr>
          <p:nvPr/>
        </p:nvCxnSpPr>
        <p:spPr>
          <a:xfrm flipV="1">
            <a:off x="5378366" y="1115379"/>
            <a:ext cx="597959" cy="16958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4EADC02C-C062-49B1-8151-00B88C356BCF}"/>
              </a:ext>
            </a:extLst>
          </p:cNvPr>
          <p:cNvCxnSpPr>
            <a:cxnSpLocks/>
            <a:stCxn id="85" idx="6"/>
            <a:endCxn id="109" idx="2"/>
          </p:cNvCxnSpPr>
          <p:nvPr/>
        </p:nvCxnSpPr>
        <p:spPr>
          <a:xfrm flipV="1">
            <a:off x="5378366" y="1680491"/>
            <a:ext cx="597958" cy="1130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/>
            <a:stCxn id="85" idx="6"/>
            <a:endCxn id="110" idx="2"/>
          </p:cNvCxnSpPr>
          <p:nvPr/>
        </p:nvCxnSpPr>
        <p:spPr>
          <a:xfrm flipV="1">
            <a:off x="5378366" y="2808097"/>
            <a:ext cx="597958" cy="31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17E3E164-867D-41D2-A3EC-02D57B3EF889}"/>
              </a:ext>
            </a:extLst>
          </p:cNvPr>
          <p:cNvCxnSpPr>
            <a:cxnSpLocks/>
            <a:stCxn id="114" idx="2"/>
          </p:cNvCxnSpPr>
          <p:nvPr/>
        </p:nvCxnSpPr>
        <p:spPr>
          <a:xfrm flipH="1">
            <a:off x="7175909" y="1686244"/>
            <a:ext cx="597573" cy="11311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A6CAA959-F366-46D4-8ADA-5B253EA946B9}"/>
              </a:ext>
            </a:extLst>
          </p:cNvPr>
          <p:cNvCxnSpPr>
            <a:cxnSpLocks/>
            <a:stCxn id="114" idx="2"/>
          </p:cNvCxnSpPr>
          <p:nvPr/>
        </p:nvCxnSpPr>
        <p:spPr>
          <a:xfrm flipH="1" flipV="1">
            <a:off x="7177759" y="1114954"/>
            <a:ext cx="595723" cy="5712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66150565-C3FC-46D0-92A2-A421ED05E222}"/>
              </a:ext>
            </a:extLst>
          </p:cNvPr>
          <p:cNvCxnSpPr>
            <a:cxnSpLocks/>
            <a:stCxn id="115" idx="2"/>
          </p:cNvCxnSpPr>
          <p:nvPr/>
        </p:nvCxnSpPr>
        <p:spPr>
          <a:xfrm flipH="1" flipV="1">
            <a:off x="7177759" y="1114954"/>
            <a:ext cx="592025" cy="16955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0060EF3-0800-4DAD-AB74-2A454E059EB7}"/>
              </a:ext>
            </a:extLst>
          </p:cNvPr>
          <p:cNvCxnSpPr>
            <a:cxnSpLocks/>
            <a:stCxn id="115" idx="2"/>
          </p:cNvCxnSpPr>
          <p:nvPr/>
        </p:nvCxnSpPr>
        <p:spPr>
          <a:xfrm flipH="1" flipV="1">
            <a:off x="7177760" y="1677873"/>
            <a:ext cx="592024" cy="11326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C6C02FCC-B38E-474F-8004-BDD4751E7186}"/>
              </a:ext>
            </a:extLst>
          </p:cNvPr>
          <p:cNvCxnSpPr>
            <a:cxnSpLocks/>
            <a:stCxn id="114" idx="2"/>
          </p:cNvCxnSpPr>
          <p:nvPr/>
        </p:nvCxnSpPr>
        <p:spPr>
          <a:xfrm flipH="1" flipV="1">
            <a:off x="7177760" y="1677873"/>
            <a:ext cx="595722" cy="83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2FF3297-C441-4C90-B66F-3E38F1D6BCF1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7175909" y="2810474"/>
            <a:ext cx="593875" cy="69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D98D79E2-78C1-4685-8D64-4AE303628E9A}"/>
              </a:ext>
            </a:extLst>
          </p:cNvPr>
          <p:cNvCxnSpPr>
            <a:cxnSpLocks/>
            <a:stCxn id="112" idx="2"/>
            <a:endCxn id="114" idx="6"/>
          </p:cNvCxnSpPr>
          <p:nvPr/>
        </p:nvCxnSpPr>
        <p:spPr>
          <a:xfrm flipH="1" flipV="1">
            <a:off x="8114047" y="1686244"/>
            <a:ext cx="486653" cy="2109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/>
            <a:stCxn id="112" idx="2"/>
            <a:endCxn id="115" idx="6"/>
          </p:cNvCxnSpPr>
          <p:nvPr/>
        </p:nvCxnSpPr>
        <p:spPr>
          <a:xfrm flipH="1">
            <a:off x="8110349" y="1897148"/>
            <a:ext cx="490351" cy="9133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F7F3AE1C-0C57-4E78-90D1-A5CEAAD4793C}"/>
              </a:ext>
            </a:extLst>
          </p:cNvPr>
          <p:cNvCxnSpPr>
            <a:cxnSpLocks/>
            <a:stCxn id="113" idx="2"/>
          </p:cNvCxnSpPr>
          <p:nvPr/>
        </p:nvCxnSpPr>
        <p:spPr>
          <a:xfrm flipH="1">
            <a:off x="7177759" y="1114954"/>
            <a:ext cx="5957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F7F3AE1C-0C57-4E78-90D1-A5CEAAD4793C}"/>
              </a:ext>
            </a:extLst>
          </p:cNvPr>
          <p:cNvCxnSpPr>
            <a:cxnSpLocks/>
            <a:stCxn id="113" idx="2"/>
          </p:cNvCxnSpPr>
          <p:nvPr/>
        </p:nvCxnSpPr>
        <p:spPr>
          <a:xfrm flipH="1">
            <a:off x="7177760" y="1114954"/>
            <a:ext cx="595722" cy="562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F7F3AE1C-0C57-4E78-90D1-A5CEAAD4793C}"/>
              </a:ext>
            </a:extLst>
          </p:cNvPr>
          <p:cNvCxnSpPr>
            <a:cxnSpLocks/>
            <a:stCxn id="113" idx="2"/>
          </p:cNvCxnSpPr>
          <p:nvPr/>
        </p:nvCxnSpPr>
        <p:spPr>
          <a:xfrm flipH="1">
            <a:off x="7175909" y="1114954"/>
            <a:ext cx="597573" cy="17024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78EA912F-B0E3-41C6-82EC-89595CDCF708}"/>
              </a:ext>
            </a:extLst>
          </p:cNvPr>
          <p:cNvCxnSpPr>
            <a:cxnSpLocks/>
            <a:stCxn id="112" idx="2"/>
            <a:endCxn id="113" idx="6"/>
          </p:cNvCxnSpPr>
          <p:nvPr/>
        </p:nvCxnSpPr>
        <p:spPr>
          <a:xfrm flipH="1" flipV="1">
            <a:off x="8114047" y="1114954"/>
            <a:ext cx="486653" cy="7821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4984255" y="2064823"/>
            <a:ext cx="461665" cy="8216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b="1" dirty="0" smtClean="0"/>
              <a:t>……</a:t>
            </a:r>
            <a:endParaRPr lang="zh-CN" altLang="en-US" b="1" dirty="0"/>
          </a:p>
        </p:txBody>
      </p:sp>
      <p:sp>
        <p:nvSpPr>
          <p:cNvPr id="108" name="流程图: 接点 107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5976325" y="951495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9" name="流程图: 接点 108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5976324" y="1516607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流程图: 接点 109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5976324" y="2644213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907181" y="2064823"/>
            <a:ext cx="461665" cy="8216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b="1" dirty="0" smtClean="0"/>
              <a:t>……</a:t>
            </a:r>
            <a:endParaRPr lang="zh-CN" altLang="en-US" b="1" dirty="0"/>
          </a:p>
        </p:txBody>
      </p:sp>
      <p:sp>
        <p:nvSpPr>
          <p:cNvPr id="112" name="流程图: 接点 111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8600700" y="1733264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3" name="流程图: 接点 112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7773482" y="951070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4" name="流程图: 接点 113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7773482" y="1522360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流程图: 接点 114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7769784" y="2646590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472675" y="930287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altLang="zh-CN" b="1" dirty="0" smtClean="0"/>
              <a:t>……</a:t>
            </a:r>
            <a:endParaRPr lang="zh-CN" altLang="en-US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6469552" y="149320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altLang="zh-CN" b="1" dirty="0" smtClean="0"/>
              <a:t>……</a:t>
            </a:r>
            <a:endParaRPr lang="zh-CN" altLang="en-US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6468007" y="2621237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altLang="zh-CN" b="1" dirty="0" smtClean="0"/>
              <a:t>……</a:t>
            </a:r>
            <a:endParaRPr lang="zh-CN" altLang="en-US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4895127" y="3101509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/>
              <a:t>input</a:t>
            </a:r>
            <a:endParaRPr lang="zh-CN" altLang="en-US" sz="16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8344258" y="3102638"/>
            <a:ext cx="817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out</a:t>
            </a:r>
            <a:r>
              <a:rPr lang="en-US" altLang="zh-CN" sz="1600" b="1" dirty="0" smtClean="0"/>
              <a:t>put</a:t>
            </a:r>
            <a:endParaRPr lang="zh-CN" altLang="en-US" sz="1600" b="1" dirty="0"/>
          </a:p>
        </p:txBody>
      </p:sp>
      <p:grpSp>
        <p:nvGrpSpPr>
          <p:cNvPr id="121" name="组合 120"/>
          <p:cNvGrpSpPr/>
          <p:nvPr/>
        </p:nvGrpSpPr>
        <p:grpSpPr>
          <a:xfrm>
            <a:off x="1041902" y="1418809"/>
            <a:ext cx="2949491" cy="2408345"/>
            <a:chOff x="9168140" y="1903485"/>
            <a:chExt cx="2949491" cy="2408345"/>
          </a:xfrm>
        </p:grpSpPr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F44F9D07-8839-4FCA-B9F5-8020A71B1DB1}"/>
                </a:ext>
              </a:extLst>
            </p:cNvPr>
            <p:cNvCxnSpPr>
              <a:cxnSpLocks/>
              <a:stCxn id="139" idx="7"/>
              <a:endCxn id="133" idx="3"/>
            </p:cNvCxnSpPr>
            <p:nvPr/>
          </p:nvCxnSpPr>
          <p:spPr>
            <a:xfrm flipV="1">
              <a:off x="9761272" y="2388987"/>
              <a:ext cx="606199" cy="36412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4D14AD55-8E56-4C14-95D0-BFF6F235AFC3}"/>
                </a:ext>
              </a:extLst>
            </p:cNvPr>
            <p:cNvCxnSpPr>
              <a:cxnSpLocks/>
              <a:stCxn id="133" idx="5"/>
              <a:endCxn id="136" idx="1"/>
            </p:cNvCxnSpPr>
            <p:nvPr/>
          </p:nvCxnSpPr>
          <p:spPr>
            <a:xfrm>
              <a:off x="10769674" y="2388987"/>
              <a:ext cx="745210" cy="34049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D4808B0F-19CA-43B1-8FB6-AF6CFED10DE7}"/>
                </a:ext>
              </a:extLst>
            </p:cNvPr>
            <p:cNvCxnSpPr>
              <a:stCxn id="139" idx="6"/>
              <a:endCxn id="136" idx="2"/>
            </p:cNvCxnSpPr>
            <p:nvPr/>
          </p:nvCxnSpPr>
          <p:spPr>
            <a:xfrm flipV="1">
              <a:off x="9844571" y="2930580"/>
              <a:ext cx="1587014" cy="23636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B878590B-F5FC-40C0-BE03-448919262356}"/>
                </a:ext>
              </a:extLst>
            </p:cNvPr>
            <p:cNvSpPr txBox="1"/>
            <p:nvPr/>
          </p:nvSpPr>
          <p:spPr>
            <a:xfrm>
              <a:off x="11314341" y="2776692"/>
              <a:ext cx="80329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9C2642A-0CFD-4868-9619-360D29E2CFAC}"/>
                </a:ext>
              </a:extLst>
            </p:cNvPr>
            <p:cNvSpPr txBox="1"/>
            <p:nvPr/>
          </p:nvSpPr>
          <p:spPr>
            <a:xfrm>
              <a:off x="10745877" y="3873542"/>
              <a:ext cx="80786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9776136" y="3866802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329C2293-2D0E-4A70-A8CD-CFED1826CB63}"/>
                </a:ext>
              </a:extLst>
            </p:cNvPr>
            <p:cNvCxnSpPr>
              <a:stCxn id="134" idx="1"/>
              <a:endCxn id="139" idx="4"/>
            </p:cNvCxnSpPr>
            <p:nvPr/>
          </p:nvCxnSpPr>
          <p:spPr>
            <a:xfrm flipH="1" flipV="1">
              <a:off x="9560171" y="3238616"/>
              <a:ext cx="370154" cy="58097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07CA84AD-9F24-40FE-8A0D-19DF3A96E43A}"/>
                </a:ext>
              </a:extLst>
            </p:cNvPr>
            <p:cNvCxnSpPr>
              <a:cxnSpLocks/>
              <a:stCxn id="134" idx="6"/>
            </p:cNvCxnSpPr>
            <p:nvPr/>
          </p:nvCxnSpPr>
          <p:spPr>
            <a:xfrm flipV="1">
              <a:off x="10415827" y="4020689"/>
              <a:ext cx="43714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20AA1297-547A-4643-A543-B5BC4B7887F1}"/>
                </a:ext>
              </a:extLst>
            </p:cNvPr>
            <p:cNvCxnSpPr>
              <a:stCxn id="135" idx="7"/>
              <a:endCxn id="136" idx="4"/>
            </p:cNvCxnSpPr>
            <p:nvPr/>
          </p:nvCxnSpPr>
          <p:spPr>
            <a:xfrm flipV="1">
              <a:off x="11338475" y="3214980"/>
              <a:ext cx="377511" cy="6113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C43BF42E-C920-4819-A171-31E26AE1E351}"/>
                </a:ext>
              </a:extLst>
            </p:cNvPr>
            <p:cNvCxnSpPr>
              <a:stCxn id="135" idx="1"/>
              <a:endCxn id="139" idx="5"/>
            </p:cNvCxnSpPr>
            <p:nvPr/>
          </p:nvCxnSpPr>
          <p:spPr>
            <a:xfrm flipH="1" flipV="1">
              <a:off x="9761272" y="3155317"/>
              <a:ext cx="1175000" cy="67101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2" name="组合 131"/>
            <p:cNvGrpSpPr/>
            <p:nvPr/>
          </p:nvGrpSpPr>
          <p:grpSpPr>
            <a:xfrm>
              <a:off x="9168140" y="2669815"/>
              <a:ext cx="776673" cy="568801"/>
              <a:chOff x="9168140" y="2669815"/>
              <a:chExt cx="776673" cy="568801"/>
            </a:xfrm>
          </p:grpSpPr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5919271C-7A48-48AF-8F19-C0326526271D}"/>
                  </a:ext>
                </a:extLst>
              </p:cNvPr>
              <p:cNvSpPr txBox="1"/>
              <p:nvPr/>
            </p:nvSpPr>
            <p:spPr>
              <a:xfrm>
                <a:off x="9168140" y="2794280"/>
                <a:ext cx="776673" cy="3077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9275770" y="2669815"/>
                <a:ext cx="568801" cy="56880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3" name="椭圆 132"/>
            <p:cNvSpPr/>
            <p:nvPr/>
          </p:nvSpPr>
          <p:spPr>
            <a:xfrm>
              <a:off x="10284172" y="1903485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4" name="椭圆 133"/>
            <p:cNvSpPr/>
            <p:nvPr/>
          </p:nvSpPr>
          <p:spPr>
            <a:xfrm>
              <a:off x="9847026" y="373628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10852973" y="374302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11431585" y="264617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10198091" y="2037106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114" y="3980675"/>
            <a:ext cx="2949491" cy="2408345"/>
            <a:chOff x="745114" y="3980675"/>
            <a:chExt cx="2949491" cy="2408345"/>
          </a:xfrm>
        </p:grpSpPr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F44F9D07-8839-4FCA-B9F5-8020A71B1DB1}"/>
                </a:ext>
              </a:extLst>
            </p:cNvPr>
            <p:cNvCxnSpPr>
              <a:cxnSpLocks/>
              <a:stCxn id="158" idx="7"/>
              <a:endCxn id="152" idx="3"/>
            </p:cNvCxnSpPr>
            <p:nvPr/>
          </p:nvCxnSpPr>
          <p:spPr>
            <a:xfrm flipV="1">
              <a:off x="1338246" y="4466177"/>
              <a:ext cx="606199" cy="36412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4D14AD55-8E56-4C14-95D0-BFF6F235AFC3}"/>
                </a:ext>
              </a:extLst>
            </p:cNvPr>
            <p:cNvCxnSpPr>
              <a:cxnSpLocks/>
              <a:stCxn id="152" idx="5"/>
              <a:endCxn id="155" idx="1"/>
            </p:cNvCxnSpPr>
            <p:nvPr/>
          </p:nvCxnSpPr>
          <p:spPr>
            <a:xfrm>
              <a:off x="2346648" y="4466177"/>
              <a:ext cx="745210" cy="340491"/>
            </a:xfrm>
            <a:prstGeom prst="straightConnector1">
              <a:avLst/>
            </a:prstGeom>
            <a:ln w="19050">
              <a:noFill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D4808B0F-19CA-43B1-8FB6-AF6CFED10DE7}"/>
                </a:ext>
              </a:extLst>
            </p:cNvPr>
            <p:cNvCxnSpPr>
              <a:stCxn id="158" idx="6"/>
              <a:endCxn id="155" idx="2"/>
            </p:cNvCxnSpPr>
            <p:nvPr/>
          </p:nvCxnSpPr>
          <p:spPr>
            <a:xfrm flipV="1">
              <a:off x="1421545" y="5007770"/>
              <a:ext cx="1587014" cy="23636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878590B-F5FC-40C0-BE03-448919262356}"/>
                </a:ext>
              </a:extLst>
            </p:cNvPr>
            <p:cNvSpPr txBox="1"/>
            <p:nvPr/>
          </p:nvSpPr>
          <p:spPr>
            <a:xfrm>
              <a:off x="2891315" y="4853882"/>
              <a:ext cx="80329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59C2642A-0CFD-4868-9619-360D29E2CFAC}"/>
                </a:ext>
              </a:extLst>
            </p:cNvPr>
            <p:cNvSpPr txBox="1"/>
            <p:nvPr/>
          </p:nvSpPr>
          <p:spPr>
            <a:xfrm>
              <a:off x="2322851" y="5950732"/>
              <a:ext cx="80786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1353110" y="5943992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329C2293-2D0E-4A70-A8CD-CFED1826CB63}"/>
                </a:ext>
              </a:extLst>
            </p:cNvPr>
            <p:cNvCxnSpPr>
              <a:stCxn id="153" idx="1"/>
              <a:endCxn id="158" idx="4"/>
            </p:cNvCxnSpPr>
            <p:nvPr/>
          </p:nvCxnSpPr>
          <p:spPr>
            <a:xfrm flipH="1" flipV="1">
              <a:off x="1137145" y="5315806"/>
              <a:ext cx="370154" cy="58097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07CA84AD-9F24-40FE-8A0D-19DF3A96E43A}"/>
                </a:ext>
              </a:extLst>
            </p:cNvPr>
            <p:cNvCxnSpPr>
              <a:cxnSpLocks/>
              <a:stCxn id="153" idx="6"/>
            </p:cNvCxnSpPr>
            <p:nvPr/>
          </p:nvCxnSpPr>
          <p:spPr>
            <a:xfrm flipV="1">
              <a:off x="1992801" y="6097879"/>
              <a:ext cx="437146" cy="1"/>
            </a:xfrm>
            <a:prstGeom prst="straightConnector1">
              <a:avLst/>
            </a:prstGeom>
            <a:ln w="19050">
              <a:noFill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20AA1297-547A-4643-A543-B5BC4B7887F1}"/>
                </a:ext>
              </a:extLst>
            </p:cNvPr>
            <p:cNvCxnSpPr>
              <a:stCxn id="154" idx="7"/>
              <a:endCxn id="155" idx="4"/>
            </p:cNvCxnSpPr>
            <p:nvPr/>
          </p:nvCxnSpPr>
          <p:spPr>
            <a:xfrm flipV="1">
              <a:off x="2915449" y="5292170"/>
              <a:ext cx="377511" cy="611348"/>
            </a:xfrm>
            <a:prstGeom prst="straightConnector1">
              <a:avLst/>
            </a:prstGeom>
            <a:ln w="19050"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C43BF42E-C920-4819-A171-31E26AE1E351}"/>
                </a:ext>
              </a:extLst>
            </p:cNvPr>
            <p:cNvCxnSpPr>
              <a:stCxn id="154" idx="1"/>
              <a:endCxn id="158" idx="5"/>
            </p:cNvCxnSpPr>
            <p:nvPr/>
          </p:nvCxnSpPr>
          <p:spPr>
            <a:xfrm flipH="1" flipV="1">
              <a:off x="1338246" y="5232507"/>
              <a:ext cx="1175000" cy="67101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1" name="组合 150"/>
            <p:cNvGrpSpPr/>
            <p:nvPr/>
          </p:nvGrpSpPr>
          <p:grpSpPr>
            <a:xfrm>
              <a:off x="745114" y="4747005"/>
              <a:ext cx="776673" cy="568801"/>
              <a:chOff x="9168140" y="2669815"/>
              <a:chExt cx="776673" cy="568801"/>
            </a:xfrm>
          </p:grpSpPr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5919271C-7A48-48AF-8F19-C0326526271D}"/>
                  </a:ext>
                </a:extLst>
              </p:cNvPr>
              <p:cNvSpPr txBox="1"/>
              <p:nvPr/>
            </p:nvSpPr>
            <p:spPr>
              <a:xfrm>
                <a:off x="9168140" y="2794280"/>
                <a:ext cx="776673" cy="3077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</a:t>
                </a:r>
                <a:r>
                  <a:rPr lang="en-US" altLang="zh-CN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58" name="椭圆 157"/>
              <p:cNvSpPr/>
              <p:nvPr/>
            </p:nvSpPr>
            <p:spPr>
              <a:xfrm>
                <a:off x="9275770" y="2669815"/>
                <a:ext cx="568801" cy="56880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2" name="椭圆 151"/>
            <p:cNvSpPr/>
            <p:nvPr/>
          </p:nvSpPr>
          <p:spPr>
            <a:xfrm>
              <a:off x="1861146" y="3980675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1424000" y="581347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/>
          </p:nvSpPr>
          <p:spPr>
            <a:xfrm>
              <a:off x="2429947" y="582021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/>
          </p:nvSpPr>
          <p:spPr>
            <a:xfrm>
              <a:off x="3008559" y="472336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1775065" y="4114296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274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流程图: 接点 139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1587465" y="3288887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1" name="流程图: 接点 140">
            <a:extLst>
              <a:ext uri="{FF2B5EF4-FFF2-40B4-BE49-F238E27FC236}">
                <a16:creationId xmlns:a16="http://schemas.microsoft.com/office/drawing/2014/main" id="{8DEB77C2-D546-43C6-88EC-AF1A35DA88C4}"/>
              </a:ext>
            </a:extLst>
          </p:cNvPr>
          <p:cNvSpPr/>
          <p:nvPr/>
        </p:nvSpPr>
        <p:spPr>
          <a:xfrm>
            <a:off x="1587465" y="3851805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2" name="流程图: 接点 141">
            <a:extLst>
              <a:ext uri="{FF2B5EF4-FFF2-40B4-BE49-F238E27FC236}">
                <a16:creationId xmlns:a16="http://schemas.microsoft.com/office/drawing/2014/main" id="{B1D41E38-786F-4B78-A61C-54337B5D38BD}"/>
              </a:ext>
            </a:extLst>
          </p:cNvPr>
          <p:cNvSpPr/>
          <p:nvPr/>
        </p:nvSpPr>
        <p:spPr>
          <a:xfrm>
            <a:off x="1587465" y="4985194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50398C65-E963-4AA0-93CA-C26DC48F127F}"/>
              </a:ext>
            </a:extLst>
          </p:cNvPr>
          <p:cNvCxnSpPr>
            <a:stCxn id="140" idx="6"/>
            <a:endCxn id="153" idx="2"/>
          </p:cNvCxnSpPr>
          <p:nvPr/>
        </p:nvCxnSpPr>
        <p:spPr>
          <a:xfrm>
            <a:off x="1928030" y="3452771"/>
            <a:ext cx="1283759" cy="38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66D0C31E-5632-4327-A5F9-D33761E33F34}"/>
              </a:ext>
            </a:extLst>
          </p:cNvPr>
          <p:cNvCxnSpPr>
            <a:cxnSpLocks/>
            <a:stCxn id="140" idx="6"/>
            <a:endCxn id="154" idx="2"/>
          </p:cNvCxnSpPr>
          <p:nvPr/>
        </p:nvCxnSpPr>
        <p:spPr>
          <a:xfrm>
            <a:off x="1928030" y="3452771"/>
            <a:ext cx="1283758" cy="568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3A5BAE97-C76B-4C81-814E-7A99053DD7EC}"/>
              </a:ext>
            </a:extLst>
          </p:cNvPr>
          <p:cNvCxnSpPr>
            <a:cxnSpLocks/>
            <a:stCxn id="140" idx="6"/>
            <a:endCxn id="155" idx="2"/>
          </p:cNvCxnSpPr>
          <p:nvPr/>
        </p:nvCxnSpPr>
        <p:spPr>
          <a:xfrm>
            <a:off x="1928030" y="3452771"/>
            <a:ext cx="1283758" cy="1696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F8B43C25-D672-41E6-BF93-C82733E93879}"/>
              </a:ext>
            </a:extLst>
          </p:cNvPr>
          <p:cNvCxnSpPr>
            <a:cxnSpLocks/>
            <a:stCxn id="141" idx="6"/>
            <a:endCxn id="153" idx="2"/>
          </p:cNvCxnSpPr>
          <p:nvPr/>
        </p:nvCxnSpPr>
        <p:spPr>
          <a:xfrm flipV="1">
            <a:off x="1928030" y="3456657"/>
            <a:ext cx="1283759" cy="559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C91671CB-C962-4122-A3A4-9DD69CCD09C4}"/>
              </a:ext>
            </a:extLst>
          </p:cNvPr>
          <p:cNvCxnSpPr>
            <a:cxnSpLocks/>
            <a:stCxn id="141" idx="6"/>
            <a:endCxn id="154" idx="2"/>
          </p:cNvCxnSpPr>
          <p:nvPr/>
        </p:nvCxnSpPr>
        <p:spPr>
          <a:xfrm>
            <a:off x="1928030" y="4015689"/>
            <a:ext cx="1283758" cy="6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896A9EDC-35B4-43B8-8DB4-D32E7BCA1553}"/>
              </a:ext>
            </a:extLst>
          </p:cNvPr>
          <p:cNvCxnSpPr>
            <a:cxnSpLocks/>
            <a:stCxn id="141" idx="6"/>
            <a:endCxn id="155" idx="2"/>
          </p:cNvCxnSpPr>
          <p:nvPr/>
        </p:nvCxnSpPr>
        <p:spPr>
          <a:xfrm>
            <a:off x="1928030" y="4015689"/>
            <a:ext cx="1283758" cy="11336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1CBBA871-AD53-4474-980B-2C5666A9503F}"/>
              </a:ext>
            </a:extLst>
          </p:cNvPr>
          <p:cNvCxnSpPr>
            <a:cxnSpLocks/>
            <a:stCxn id="142" idx="6"/>
            <a:endCxn id="153" idx="2"/>
          </p:cNvCxnSpPr>
          <p:nvPr/>
        </p:nvCxnSpPr>
        <p:spPr>
          <a:xfrm flipV="1">
            <a:off x="1928030" y="3456657"/>
            <a:ext cx="1283759" cy="16924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4EADC02C-C062-49B1-8151-00B88C356BCF}"/>
              </a:ext>
            </a:extLst>
          </p:cNvPr>
          <p:cNvCxnSpPr>
            <a:cxnSpLocks/>
            <a:stCxn id="142" idx="6"/>
            <a:endCxn id="154" idx="2"/>
          </p:cNvCxnSpPr>
          <p:nvPr/>
        </p:nvCxnSpPr>
        <p:spPr>
          <a:xfrm flipV="1">
            <a:off x="1928030" y="4021769"/>
            <a:ext cx="1283758" cy="11273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1DBE3D74-21D6-4D01-8877-F2B817CDB8DE}"/>
              </a:ext>
            </a:extLst>
          </p:cNvPr>
          <p:cNvCxnSpPr>
            <a:cxnSpLocks/>
            <a:stCxn id="142" idx="6"/>
            <a:endCxn id="155" idx="2"/>
          </p:cNvCxnSpPr>
          <p:nvPr/>
        </p:nvCxnSpPr>
        <p:spPr>
          <a:xfrm>
            <a:off x="1928030" y="5149078"/>
            <a:ext cx="1283758" cy="2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文本框 151"/>
          <p:cNvSpPr txBox="1"/>
          <p:nvPr/>
        </p:nvSpPr>
        <p:spPr>
          <a:xfrm>
            <a:off x="1533919" y="4402639"/>
            <a:ext cx="461665" cy="8216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b="1" dirty="0" smtClean="0"/>
              <a:t>……</a:t>
            </a:r>
            <a:endParaRPr lang="zh-CN" altLang="en-US" b="1" dirty="0"/>
          </a:p>
        </p:txBody>
      </p:sp>
      <p:sp>
        <p:nvSpPr>
          <p:cNvPr id="153" name="流程图: 接点 152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3211789" y="3292773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4" name="流程图: 接点 153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3211788" y="3857885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5" name="流程图: 接点 154">
            <a:extLst>
              <a:ext uri="{FF2B5EF4-FFF2-40B4-BE49-F238E27FC236}">
                <a16:creationId xmlns:a16="http://schemas.microsoft.com/office/drawing/2014/main" id="{BDFAF2B9-F17C-4264-986D-D3BB21ADEACD}"/>
              </a:ext>
            </a:extLst>
          </p:cNvPr>
          <p:cNvSpPr/>
          <p:nvPr/>
        </p:nvSpPr>
        <p:spPr>
          <a:xfrm>
            <a:off x="3211788" y="4985491"/>
            <a:ext cx="340565" cy="327767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3142645" y="4406101"/>
            <a:ext cx="461665" cy="8216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AE" altLang="zh-CN" b="1" dirty="0" smtClean="0"/>
              <a:t>……</a:t>
            </a:r>
            <a:endParaRPr lang="zh-CN" altLang="en-US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5357870" y="1044425"/>
            <a:ext cx="2949491" cy="2408345"/>
            <a:chOff x="5357870" y="1044425"/>
            <a:chExt cx="2949491" cy="2408345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878590B-F5FC-40C0-BE03-448919262356}"/>
                </a:ext>
              </a:extLst>
            </p:cNvPr>
            <p:cNvSpPr txBox="1"/>
            <p:nvPr/>
          </p:nvSpPr>
          <p:spPr>
            <a:xfrm>
              <a:off x="7504071" y="1917632"/>
              <a:ext cx="80329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59C2642A-0CFD-4868-9619-360D29E2CFAC}"/>
                </a:ext>
              </a:extLst>
            </p:cNvPr>
            <p:cNvSpPr txBox="1"/>
            <p:nvPr/>
          </p:nvSpPr>
          <p:spPr>
            <a:xfrm>
              <a:off x="6935607" y="3014482"/>
              <a:ext cx="807870" cy="30777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5965866" y="3007742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5919271C-7A48-48AF-8F19-C0326526271D}"/>
                </a:ext>
              </a:extLst>
            </p:cNvPr>
            <p:cNvSpPr txBox="1"/>
            <p:nvPr/>
          </p:nvSpPr>
          <p:spPr>
            <a:xfrm>
              <a:off x="5357870" y="1935220"/>
              <a:ext cx="776673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21" name="椭圆 120"/>
            <p:cNvSpPr/>
            <p:nvPr/>
          </p:nvSpPr>
          <p:spPr>
            <a:xfrm>
              <a:off x="5465500" y="1810755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6473902" y="1044425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6036756" y="287722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7042703" y="288396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7621315" y="1787119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6387821" y="1178046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861291" y="3136378"/>
            <a:ext cx="2949491" cy="2408345"/>
            <a:chOff x="7861291" y="3136378"/>
            <a:chExt cx="2949491" cy="2408345"/>
          </a:xfrm>
        </p:grpSpPr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F44F9D07-8839-4FCA-B9F5-8020A71B1DB1}"/>
                </a:ext>
              </a:extLst>
            </p:cNvPr>
            <p:cNvCxnSpPr>
              <a:cxnSpLocks/>
              <a:stCxn id="157" idx="7"/>
              <a:endCxn id="134" idx="3"/>
            </p:cNvCxnSpPr>
            <p:nvPr/>
          </p:nvCxnSpPr>
          <p:spPr>
            <a:xfrm flipV="1">
              <a:off x="8454423" y="3621880"/>
              <a:ext cx="606199" cy="36412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4D14AD55-8E56-4C14-95D0-BFF6F235AFC3}"/>
                </a:ext>
              </a:extLst>
            </p:cNvPr>
            <p:cNvCxnSpPr>
              <a:cxnSpLocks/>
              <a:stCxn id="134" idx="5"/>
              <a:endCxn id="137" idx="1"/>
            </p:cNvCxnSpPr>
            <p:nvPr/>
          </p:nvCxnSpPr>
          <p:spPr>
            <a:xfrm>
              <a:off x="9462825" y="3621880"/>
              <a:ext cx="745210" cy="34049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D4808B0F-19CA-43B1-8FB6-AF6CFED10DE7}"/>
                </a:ext>
              </a:extLst>
            </p:cNvPr>
            <p:cNvCxnSpPr>
              <a:stCxn id="157" idx="6"/>
              <a:endCxn id="137" idx="2"/>
            </p:cNvCxnSpPr>
            <p:nvPr/>
          </p:nvCxnSpPr>
          <p:spPr>
            <a:xfrm flipV="1">
              <a:off x="8537722" y="4163473"/>
              <a:ext cx="1587014" cy="2363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B878590B-F5FC-40C0-BE03-448919262356}"/>
                </a:ext>
              </a:extLst>
            </p:cNvPr>
            <p:cNvSpPr txBox="1"/>
            <p:nvPr/>
          </p:nvSpPr>
          <p:spPr>
            <a:xfrm>
              <a:off x="10007492" y="4009585"/>
              <a:ext cx="80329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59C2642A-0CFD-4868-9619-360D29E2CFAC}"/>
                </a:ext>
              </a:extLst>
            </p:cNvPr>
            <p:cNvSpPr txBox="1"/>
            <p:nvPr/>
          </p:nvSpPr>
          <p:spPr>
            <a:xfrm>
              <a:off x="9439028" y="5106435"/>
              <a:ext cx="80786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8469287" y="5099695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329C2293-2D0E-4A70-A8CD-CFED1826CB63}"/>
                </a:ext>
              </a:extLst>
            </p:cNvPr>
            <p:cNvCxnSpPr>
              <a:stCxn id="135" idx="1"/>
              <a:endCxn id="157" idx="4"/>
            </p:cNvCxnSpPr>
            <p:nvPr/>
          </p:nvCxnSpPr>
          <p:spPr>
            <a:xfrm flipH="1" flipV="1">
              <a:off x="8253322" y="4471509"/>
              <a:ext cx="370154" cy="58097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07CA84AD-9F24-40FE-8A0D-19DF3A96E43A}"/>
                </a:ext>
              </a:extLst>
            </p:cNvPr>
            <p:cNvCxnSpPr>
              <a:cxnSpLocks/>
              <a:stCxn id="135" idx="6"/>
            </p:cNvCxnSpPr>
            <p:nvPr/>
          </p:nvCxnSpPr>
          <p:spPr>
            <a:xfrm flipV="1">
              <a:off x="9108978" y="5253582"/>
              <a:ext cx="43714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20AA1297-547A-4643-A543-B5BC4B7887F1}"/>
                </a:ext>
              </a:extLst>
            </p:cNvPr>
            <p:cNvCxnSpPr>
              <a:stCxn id="136" idx="7"/>
              <a:endCxn id="137" idx="4"/>
            </p:cNvCxnSpPr>
            <p:nvPr/>
          </p:nvCxnSpPr>
          <p:spPr>
            <a:xfrm flipV="1">
              <a:off x="10031626" y="4447873"/>
              <a:ext cx="377511" cy="6113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C43BF42E-C920-4819-A171-31E26AE1E351}"/>
                </a:ext>
              </a:extLst>
            </p:cNvPr>
            <p:cNvCxnSpPr>
              <a:stCxn id="136" idx="1"/>
              <a:endCxn id="157" idx="5"/>
            </p:cNvCxnSpPr>
            <p:nvPr/>
          </p:nvCxnSpPr>
          <p:spPr>
            <a:xfrm flipH="1" flipV="1">
              <a:off x="8454423" y="4388210"/>
              <a:ext cx="1175000" cy="6710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5919271C-7A48-48AF-8F19-C0326526271D}"/>
                </a:ext>
              </a:extLst>
            </p:cNvPr>
            <p:cNvSpPr txBox="1"/>
            <p:nvPr/>
          </p:nvSpPr>
          <p:spPr>
            <a:xfrm>
              <a:off x="7861291" y="4027173"/>
              <a:ext cx="776673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7" name="椭圆 156"/>
            <p:cNvSpPr/>
            <p:nvPr/>
          </p:nvSpPr>
          <p:spPr>
            <a:xfrm>
              <a:off x="7968921" y="3902708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8977323" y="3136378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8540177" y="4969182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9546124" y="4975922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/>
          </p:nvSpPr>
          <p:spPr>
            <a:xfrm>
              <a:off x="10124736" y="3879072"/>
              <a:ext cx="568801" cy="56880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C1B0D691-28CE-4D3F-9FA7-5552F319A815}"/>
                </a:ext>
              </a:extLst>
            </p:cNvPr>
            <p:cNvSpPr txBox="1"/>
            <p:nvPr/>
          </p:nvSpPr>
          <p:spPr>
            <a:xfrm>
              <a:off x="8891242" y="3269999"/>
              <a:ext cx="751019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节点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55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734265" y="1217471"/>
            <a:ext cx="3898696" cy="1348946"/>
            <a:chOff x="734265" y="1217471"/>
            <a:chExt cx="3898696" cy="1348946"/>
          </a:xfrm>
        </p:grpSpPr>
        <p:sp>
          <p:nvSpPr>
            <p:cNvPr id="48" name="椭圆 47"/>
            <p:cNvSpPr/>
            <p:nvPr/>
          </p:nvSpPr>
          <p:spPr>
            <a:xfrm>
              <a:off x="2511249" y="121747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734265" y="223855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328625" y="223855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922985" y="223855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517345" y="223855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3111705" y="223855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3706065" y="223855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4300425" y="223855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" name="直接连接符 4"/>
            <p:cNvCxnSpPr>
              <a:stCxn id="48" idx="4"/>
              <a:endCxn id="49" idx="0"/>
            </p:cNvCxnSpPr>
            <p:nvPr/>
          </p:nvCxnSpPr>
          <p:spPr>
            <a:xfrm flipH="1">
              <a:off x="900533" y="1545337"/>
              <a:ext cx="1776984" cy="6932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48" idx="4"/>
              <a:endCxn id="50" idx="0"/>
            </p:cNvCxnSpPr>
            <p:nvPr/>
          </p:nvCxnSpPr>
          <p:spPr>
            <a:xfrm flipH="1">
              <a:off x="1494893" y="1545337"/>
              <a:ext cx="1182624" cy="6932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>
              <a:stCxn id="48" idx="4"/>
              <a:endCxn id="51" idx="0"/>
            </p:cNvCxnSpPr>
            <p:nvPr/>
          </p:nvCxnSpPr>
          <p:spPr>
            <a:xfrm flipH="1">
              <a:off x="2089253" y="1545337"/>
              <a:ext cx="588264" cy="6932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stCxn id="48" idx="4"/>
              <a:endCxn id="52" idx="0"/>
            </p:cNvCxnSpPr>
            <p:nvPr/>
          </p:nvCxnSpPr>
          <p:spPr>
            <a:xfrm>
              <a:off x="2677517" y="1545337"/>
              <a:ext cx="6096" cy="6932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>
              <a:stCxn id="48" idx="4"/>
              <a:endCxn id="53" idx="0"/>
            </p:cNvCxnSpPr>
            <p:nvPr/>
          </p:nvCxnSpPr>
          <p:spPr>
            <a:xfrm>
              <a:off x="2677517" y="1545337"/>
              <a:ext cx="600456" cy="6932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48" idx="4"/>
              <a:endCxn id="54" idx="0"/>
            </p:cNvCxnSpPr>
            <p:nvPr/>
          </p:nvCxnSpPr>
          <p:spPr>
            <a:xfrm>
              <a:off x="2677517" y="1545337"/>
              <a:ext cx="1194816" cy="6932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>
              <a:stCxn id="48" idx="4"/>
              <a:endCxn id="55" idx="0"/>
            </p:cNvCxnSpPr>
            <p:nvPr/>
          </p:nvCxnSpPr>
          <p:spPr>
            <a:xfrm>
              <a:off x="2677517" y="1545337"/>
              <a:ext cx="1789176" cy="69321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8" name="组合 87"/>
          <p:cNvGrpSpPr/>
          <p:nvPr/>
        </p:nvGrpSpPr>
        <p:grpSpPr>
          <a:xfrm>
            <a:off x="6488282" y="1217471"/>
            <a:ext cx="3472583" cy="1676812"/>
            <a:chOff x="6488282" y="1217471"/>
            <a:chExt cx="3472583" cy="1676812"/>
          </a:xfrm>
        </p:grpSpPr>
        <p:sp>
          <p:nvSpPr>
            <p:cNvPr id="80" name="椭圆 79"/>
            <p:cNvSpPr/>
            <p:nvPr/>
          </p:nvSpPr>
          <p:spPr>
            <a:xfrm>
              <a:off x="7958025" y="121747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7068009" y="1891944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8969961" y="1910685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6488282" y="2566417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7625489" y="2566417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8430160" y="2566417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9628329" y="2566417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7" name="直接连接符 86"/>
            <p:cNvCxnSpPr>
              <a:stCxn id="80" idx="4"/>
              <a:endCxn id="81" idx="0"/>
            </p:cNvCxnSpPr>
            <p:nvPr/>
          </p:nvCxnSpPr>
          <p:spPr>
            <a:xfrm flipH="1">
              <a:off x="7234277" y="1545337"/>
              <a:ext cx="890016" cy="34660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80" idx="4"/>
              <a:endCxn id="82" idx="0"/>
            </p:cNvCxnSpPr>
            <p:nvPr/>
          </p:nvCxnSpPr>
          <p:spPr>
            <a:xfrm>
              <a:off x="8124293" y="1545337"/>
              <a:ext cx="1011936" cy="36534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>
              <a:stCxn id="81" idx="4"/>
              <a:endCxn id="83" idx="0"/>
            </p:cNvCxnSpPr>
            <p:nvPr/>
          </p:nvCxnSpPr>
          <p:spPr>
            <a:xfrm flipH="1">
              <a:off x="6654550" y="2219810"/>
              <a:ext cx="579727" cy="34660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>
              <a:stCxn id="81" idx="4"/>
              <a:endCxn id="84" idx="0"/>
            </p:cNvCxnSpPr>
            <p:nvPr/>
          </p:nvCxnSpPr>
          <p:spPr>
            <a:xfrm>
              <a:off x="7234277" y="2219810"/>
              <a:ext cx="557480" cy="34660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>
              <a:stCxn id="82" idx="4"/>
              <a:endCxn id="85" idx="0"/>
            </p:cNvCxnSpPr>
            <p:nvPr/>
          </p:nvCxnSpPr>
          <p:spPr>
            <a:xfrm flipH="1">
              <a:off x="8596428" y="2238551"/>
              <a:ext cx="539801" cy="32786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>
              <a:stCxn id="82" idx="4"/>
              <a:endCxn id="86" idx="7"/>
            </p:cNvCxnSpPr>
            <p:nvPr/>
          </p:nvCxnSpPr>
          <p:spPr>
            <a:xfrm>
              <a:off x="9136229" y="2238551"/>
              <a:ext cx="775937" cy="37588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0" name="组合 89"/>
          <p:cNvGrpSpPr/>
          <p:nvPr/>
        </p:nvGrpSpPr>
        <p:grpSpPr>
          <a:xfrm>
            <a:off x="1773755" y="3797568"/>
            <a:ext cx="3296092" cy="1751990"/>
            <a:chOff x="1773755" y="3797568"/>
            <a:chExt cx="3296092" cy="1751990"/>
          </a:xfrm>
        </p:grpSpPr>
        <p:grpSp>
          <p:nvGrpSpPr>
            <p:cNvPr id="43" name="组合 42"/>
            <p:cNvGrpSpPr/>
            <p:nvPr/>
          </p:nvGrpSpPr>
          <p:grpSpPr>
            <a:xfrm rot="1574927">
              <a:off x="1787046" y="3838751"/>
              <a:ext cx="1190699" cy="327866"/>
              <a:chOff x="1787046" y="3838751"/>
              <a:chExt cx="1190699" cy="327866"/>
            </a:xfrm>
          </p:grpSpPr>
          <p:sp>
            <p:nvSpPr>
              <p:cNvPr id="104" name="椭圆 103"/>
              <p:cNvSpPr/>
              <p:nvPr/>
            </p:nvSpPr>
            <p:spPr>
              <a:xfrm>
                <a:off x="1787046" y="3838751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2645209" y="3838751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2" name="直接连接符 111"/>
              <p:cNvCxnSpPr>
                <a:stCxn id="105" idx="2"/>
                <a:endCxn id="104" idx="6"/>
              </p:cNvCxnSpPr>
              <p:nvPr/>
            </p:nvCxnSpPr>
            <p:spPr>
              <a:xfrm flipH="1">
                <a:off x="2119582" y="4002684"/>
                <a:ext cx="52562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/>
            <p:cNvGrpSpPr/>
            <p:nvPr/>
          </p:nvGrpSpPr>
          <p:grpSpPr>
            <a:xfrm rot="19707922">
              <a:off x="1773755" y="5142637"/>
              <a:ext cx="1190699" cy="327866"/>
              <a:chOff x="1787046" y="4978703"/>
              <a:chExt cx="1190699" cy="327866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1787046" y="4978703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2645209" y="4978703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9" name="直接连接符 118"/>
              <p:cNvCxnSpPr>
                <a:stCxn id="107" idx="2"/>
                <a:endCxn id="106" idx="6"/>
              </p:cNvCxnSpPr>
              <p:nvPr/>
            </p:nvCxnSpPr>
            <p:spPr>
              <a:xfrm flipH="1">
                <a:off x="2119582" y="5142636"/>
                <a:ext cx="52562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组合 132"/>
            <p:cNvGrpSpPr/>
            <p:nvPr/>
          </p:nvGrpSpPr>
          <p:grpSpPr>
            <a:xfrm rot="20064634">
              <a:off x="3871343" y="3844088"/>
              <a:ext cx="1190699" cy="327866"/>
              <a:chOff x="1787046" y="3838751"/>
              <a:chExt cx="1190699" cy="327866"/>
            </a:xfrm>
          </p:grpSpPr>
          <p:sp>
            <p:nvSpPr>
              <p:cNvPr id="158" name="椭圆 157"/>
              <p:cNvSpPr/>
              <p:nvPr/>
            </p:nvSpPr>
            <p:spPr>
              <a:xfrm>
                <a:off x="1787046" y="3838751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椭圆 158"/>
              <p:cNvSpPr/>
              <p:nvPr/>
            </p:nvSpPr>
            <p:spPr>
              <a:xfrm>
                <a:off x="2645209" y="3838751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0" name="直接连接符 159"/>
              <p:cNvCxnSpPr>
                <a:stCxn id="159" idx="2"/>
                <a:endCxn id="158" idx="6"/>
              </p:cNvCxnSpPr>
              <p:nvPr/>
            </p:nvCxnSpPr>
            <p:spPr>
              <a:xfrm flipH="1">
                <a:off x="2119582" y="4002684"/>
                <a:ext cx="52562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组合 160"/>
            <p:cNvGrpSpPr/>
            <p:nvPr/>
          </p:nvGrpSpPr>
          <p:grpSpPr>
            <a:xfrm rot="1745388">
              <a:off x="3879148" y="5124237"/>
              <a:ext cx="1190699" cy="327866"/>
              <a:chOff x="1787046" y="4978703"/>
              <a:chExt cx="1190699" cy="327866"/>
            </a:xfrm>
          </p:grpSpPr>
          <p:sp>
            <p:nvSpPr>
              <p:cNvPr id="162" name="椭圆 161"/>
              <p:cNvSpPr/>
              <p:nvPr/>
            </p:nvSpPr>
            <p:spPr>
              <a:xfrm>
                <a:off x="1787046" y="4978703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椭圆 162"/>
              <p:cNvSpPr/>
              <p:nvPr/>
            </p:nvSpPr>
            <p:spPr>
              <a:xfrm>
                <a:off x="2645209" y="4978703"/>
                <a:ext cx="332536" cy="32786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4" name="直接连接符 163"/>
              <p:cNvCxnSpPr>
                <a:stCxn id="163" idx="2"/>
                <a:endCxn id="162" idx="6"/>
              </p:cNvCxnSpPr>
              <p:nvPr/>
            </p:nvCxnSpPr>
            <p:spPr>
              <a:xfrm flipH="1">
                <a:off x="2119582" y="5142636"/>
                <a:ext cx="52562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直接连接符 45"/>
            <p:cNvCxnSpPr/>
            <p:nvPr/>
          </p:nvCxnSpPr>
          <p:spPr>
            <a:xfrm>
              <a:off x="2752344" y="4361688"/>
              <a:ext cx="0" cy="539496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4085795" y="4361688"/>
              <a:ext cx="0" cy="539496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 flipH="1">
              <a:off x="1996440" y="3971890"/>
              <a:ext cx="1120" cy="139259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4852489" y="3971890"/>
              <a:ext cx="3991" cy="135703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V="1">
              <a:off x="2923944" y="4200542"/>
              <a:ext cx="999651" cy="90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 flipV="1">
              <a:off x="2909830" y="5079559"/>
              <a:ext cx="999651" cy="90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>
              <a:endCxn id="163" idx="3"/>
            </p:cNvCxnSpPr>
            <p:nvPr/>
          </p:nvCxnSpPr>
          <p:spPr>
            <a:xfrm flipV="1">
              <a:off x="2177691" y="5540917"/>
              <a:ext cx="2512667" cy="864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 flipV="1">
              <a:off x="2167435" y="3797568"/>
              <a:ext cx="2512667" cy="864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7172423" y="3633635"/>
            <a:ext cx="2684310" cy="2576382"/>
            <a:chOff x="7172423" y="3633635"/>
            <a:chExt cx="2684310" cy="2576382"/>
          </a:xfrm>
        </p:grpSpPr>
        <p:sp>
          <p:nvSpPr>
            <p:cNvPr id="35" name="椭圆 34"/>
            <p:cNvSpPr/>
            <p:nvPr/>
          </p:nvSpPr>
          <p:spPr>
            <a:xfrm>
              <a:off x="7338691" y="3687276"/>
              <a:ext cx="2427815" cy="2427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7731699" y="3704713"/>
              <a:ext cx="332536" cy="32786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椭圆 102"/>
            <p:cNvSpPr/>
            <p:nvPr/>
          </p:nvSpPr>
          <p:spPr>
            <a:xfrm>
              <a:off x="8866328" y="3633635"/>
              <a:ext cx="332536" cy="32786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7172423" y="4716887"/>
              <a:ext cx="332536" cy="32786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7679285" y="5745919"/>
              <a:ext cx="332536" cy="32786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8787794" y="5882151"/>
              <a:ext cx="332536" cy="32786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9524197" y="5252012"/>
              <a:ext cx="332536" cy="32786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>
              <a:off x="9524197" y="4340587"/>
              <a:ext cx="332536" cy="32786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649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304454" y="1703261"/>
            <a:ext cx="3191645" cy="3003528"/>
            <a:chOff x="2304454" y="1703261"/>
            <a:chExt cx="3191645" cy="3003528"/>
          </a:xfrm>
        </p:grpSpPr>
        <p:sp>
          <p:nvSpPr>
            <p:cNvPr id="67" name="椭圆 66"/>
            <p:cNvSpPr/>
            <p:nvPr/>
          </p:nvSpPr>
          <p:spPr>
            <a:xfrm>
              <a:off x="3212843" y="2556566"/>
              <a:ext cx="1328677" cy="132867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308263" y="1703261"/>
              <a:ext cx="1237116" cy="1205623"/>
              <a:chOff x="2308263" y="1703261"/>
              <a:chExt cx="1237116" cy="1205623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2335947" y="1703261"/>
                <a:ext cx="1205623" cy="120562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3212843" y="1752166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321284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椭圆 108"/>
              <p:cNvSpPr/>
              <p:nvPr/>
            </p:nvSpPr>
            <p:spPr>
              <a:xfrm>
                <a:off x="2308263" y="1753039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230826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4258983" y="1752166"/>
              <a:ext cx="1237116" cy="1205623"/>
              <a:chOff x="2308263" y="1703261"/>
              <a:chExt cx="1237116" cy="1205623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2335947" y="1703261"/>
                <a:ext cx="1205623" cy="120562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3212843" y="1752166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321284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2308263" y="1753039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230826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2304454" y="3501166"/>
              <a:ext cx="1237116" cy="1205623"/>
              <a:chOff x="2308263" y="1703261"/>
              <a:chExt cx="1237116" cy="1205623"/>
            </a:xfrm>
          </p:grpSpPr>
          <p:sp>
            <p:nvSpPr>
              <p:cNvPr id="91" name="椭圆 90"/>
              <p:cNvSpPr/>
              <p:nvPr/>
            </p:nvSpPr>
            <p:spPr>
              <a:xfrm>
                <a:off x="2335947" y="1703261"/>
                <a:ext cx="1205623" cy="120562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3212843" y="1752166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321284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308263" y="1753039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230826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4255174" y="3501166"/>
              <a:ext cx="1237116" cy="1205623"/>
              <a:chOff x="2308263" y="1703261"/>
              <a:chExt cx="1237116" cy="1205623"/>
            </a:xfrm>
          </p:grpSpPr>
          <p:sp>
            <p:nvSpPr>
              <p:cNvPr id="100" name="椭圆 99"/>
              <p:cNvSpPr/>
              <p:nvPr/>
            </p:nvSpPr>
            <p:spPr>
              <a:xfrm>
                <a:off x="2335947" y="1703261"/>
                <a:ext cx="1205623" cy="1205623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>
                <a:off x="3212843" y="1752166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椭圆 114"/>
              <p:cNvSpPr/>
              <p:nvPr/>
            </p:nvSpPr>
            <p:spPr>
              <a:xfrm>
                <a:off x="321284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2308263" y="1753039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2308263" y="2581018"/>
                <a:ext cx="332536" cy="32786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136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1601600" y="734044"/>
            <a:ext cx="9451698" cy="4103656"/>
            <a:chOff x="1601600" y="734044"/>
            <a:chExt cx="9451698" cy="4103656"/>
          </a:xfrm>
        </p:grpSpPr>
        <p:sp>
          <p:nvSpPr>
            <p:cNvPr id="3" name="圆角矩形 2"/>
            <p:cNvSpPr/>
            <p:nvPr/>
          </p:nvSpPr>
          <p:spPr>
            <a:xfrm>
              <a:off x="1965960" y="1106424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Rank0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59" name="圆角矩形 58"/>
            <p:cNvSpPr/>
            <p:nvPr/>
          </p:nvSpPr>
          <p:spPr>
            <a:xfrm>
              <a:off x="4413504" y="1103376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Rank1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6901122" y="1103376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Rank2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圆角矩形 60"/>
            <p:cNvSpPr/>
            <p:nvPr/>
          </p:nvSpPr>
          <p:spPr>
            <a:xfrm>
              <a:off x="9388740" y="1103376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Rank3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圆角矩形 61"/>
            <p:cNvSpPr/>
            <p:nvPr/>
          </p:nvSpPr>
          <p:spPr>
            <a:xfrm>
              <a:off x="1965960" y="3837432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Rank0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4413504" y="3834384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Rank1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6901122" y="3834384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Rank2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9388740" y="3834384"/>
              <a:ext cx="1335024" cy="63093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Rank3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350381" y="737092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[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t0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4797925" y="734044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[</a:t>
              </a:r>
              <a:r>
                <a:rPr lang="en-US" altLang="zh-CN" b="1" dirty="0" smtClean="0">
                  <a:solidFill>
                    <a:schemeClr val="accent2"/>
                  </a:solidFill>
                </a:rPr>
                <a:t>t1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7285543" y="734044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[</a:t>
              </a:r>
              <a:r>
                <a:rPr lang="en-US" altLang="zh-CN" b="1" dirty="0" smtClean="0">
                  <a:solidFill>
                    <a:schemeClr val="accent6"/>
                  </a:solidFill>
                </a:rPr>
                <a:t>t2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9773161" y="734044"/>
              <a:ext cx="606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[</a:t>
              </a:r>
              <a:r>
                <a:rPr lang="en-US" altLang="zh-CN" b="1" dirty="0" smtClean="0">
                  <a:solidFill>
                    <a:schemeClr val="accent1"/>
                  </a:solidFill>
                </a:rPr>
                <a:t>t3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601600" y="4468368"/>
              <a:ext cx="2008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 smtClean="0"/>
                <a:t>[T=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t0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2"/>
                  </a:solidFill>
                </a:rPr>
                <a:t>t1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6"/>
                  </a:solidFill>
                </a:rPr>
                <a:t>t2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5"/>
                  </a:solidFill>
                </a:rPr>
                <a:t>t3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4069179" y="4465320"/>
              <a:ext cx="2008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 smtClean="0"/>
                <a:t>[T=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t0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2"/>
                  </a:solidFill>
                </a:rPr>
                <a:t>t1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6"/>
                  </a:solidFill>
                </a:rPr>
                <a:t>t2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5"/>
                  </a:solidFill>
                </a:rPr>
                <a:t>t3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556797" y="4465320"/>
              <a:ext cx="2008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 smtClean="0"/>
                <a:t>[T=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t0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2"/>
                  </a:solidFill>
                </a:rPr>
                <a:t>t1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6"/>
                  </a:solidFill>
                </a:rPr>
                <a:t>t2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5"/>
                  </a:solidFill>
                </a:rPr>
                <a:t>t3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9044415" y="4465320"/>
              <a:ext cx="2008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 smtClean="0"/>
                <a:t>[T=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t0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2"/>
                  </a:solidFill>
                </a:rPr>
                <a:t>t1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6"/>
                  </a:solidFill>
                </a:rPr>
                <a:t>t2</a:t>
              </a:r>
              <a:r>
                <a:rPr lang="en-US" altLang="zh-CN" b="1" dirty="0" smtClean="0"/>
                <a:t>+</a:t>
              </a:r>
              <a:r>
                <a:rPr lang="en-US" altLang="zh-CN" b="1" dirty="0" smtClean="0">
                  <a:solidFill>
                    <a:schemeClr val="accent5"/>
                  </a:solidFill>
                </a:rPr>
                <a:t>t3</a:t>
              </a:r>
              <a:r>
                <a:rPr lang="en-US" altLang="zh-CN" b="1" dirty="0" smtClean="0"/>
                <a:t>,]</a:t>
              </a:r>
              <a:endParaRPr lang="zh-CN" altLang="en-US" b="1" dirty="0"/>
            </a:p>
          </p:txBody>
        </p:sp>
        <p:cxnSp>
          <p:nvCxnSpPr>
            <p:cNvPr id="7" name="直接箭头连接符 6"/>
            <p:cNvCxnSpPr>
              <a:stCxn id="3" idx="2"/>
              <a:endCxn id="62" idx="0"/>
            </p:cNvCxnSpPr>
            <p:nvPr/>
          </p:nvCxnSpPr>
          <p:spPr>
            <a:xfrm>
              <a:off x="2633472" y="1737360"/>
              <a:ext cx="0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stCxn id="3" idx="2"/>
              <a:endCxn id="64" idx="0"/>
            </p:cNvCxnSpPr>
            <p:nvPr/>
          </p:nvCxnSpPr>
          <p:spPr>
            <a:xfrm>
              <a:off x="2633472" y="1737360"/>
              <a:ext cx="2447544" cy="20970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>
              <a:stCxn id="3" idx="2"/>
              <a:endCxn id="65" idx="0"/>
            </p:cNvCxnSpPr>
            <p:nvPr/>
          </p:nvCxnSpPr>
          <p:spPr>
            <a:xfrm>
              <a:off x="2633472" y="1737360"/>
              <a:ext cx="4935162" cy="20970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/>
            <p:cNvCxnSpPr>
              <a:stCxn id="3" idx="2"/>
              <a:endCxn id="66" idx="0"/>
            </p:cNvCxnSpPr>
            <p:nvPr/>
          </p:nvCxnSpPr>
          <p:spPr>
            <a:xfrm>
              <a:off x="2633472" y="1737360"/>
              <a:ext cx="7422780" cy="20970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>
              <a:stCxn id="59" idx="2"/>
              <a:endCxn id="64" idx="0"/>
            </p:cNvCxnSpPr>
            <p:nvPr/>
          </p:nvCxnSpPr>
          <p:spPr>
            <a:xfrm>
              <a:off x="5081016" y="1734312"/>
              <a:ext cx="0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>
              <a:stCxn id="59" idx="2"/>
              <a:endCxn id="62" idx="0"/>
            </p:cNvCxnSpPr>
            <p:nvPr/>
          </p:nvCxnSpPr>
          <p:spPr>
            <a:xfrm flipH="1">
              <a:off x="2633472" y="1734312"/>
              <a:ext cx="2447544" cy="2103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>
              <a:stCxn id="59" idx="2"/>
              <a:endCxn id="65" idx="0"/>
            </p:cNvCxnSpPr>
            <p:nvPr/>
          </p:nvCxnSpPr>
          <p:spPr>
            <a:xfrm>
              <a:off x="5081016" y="1734312"/>
              <a:ext cx="2487618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>
              <a:stCxn id="59" idx="2"/>
              <a:endCxn id="66" idx="0"/>
            </p:cNvCxnSpPr>
            <p:nvPr/>
          </p:nvCxnSpPr>
          <p:spPr>
            <a:xfrm>
              <a:off x="5081016" y="1734312"/>
              <a:ext cx="4975236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/>
            <p:cNvCxnSpPr>
              <a:stCxn id="60" idx="2"/>
              <a:endCxn id="62" idx="0"/>
            </p:cNvCxnSpPr>
            <p:nvPr/>
          </p:nvCxnSpPr>
          <p:spPr>
            <a:xfrm flipH="1">
              <a:off x="2633472" y="1734312"/>
              <a:ext cx="4935162" cy="2103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>
              <a:stCxn id="60" idx="2"/>
              <a:endCxn id="64" idx="0"/>
            </p:cNvCxnSpPr>
            <p:nvPr/>
          </p:nvCxnSpPr>
          <p:spPr>
            <a:xfrm flipH="1">
              <a:off x="5081016" y="1734312"/>
              <a:ext cx="2487618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>
              <a:stCxn id="60" idx="2"/>
              <a:endCxn id="65" idx="0"/>
            </p:cNvCxnSpPr>
            <p:nvPr/>
          </p:nvCxnSpPr>
          <p:spPr>
            <a:xfrm>
              <a:off x="7568634" y="1734312"/>
              <a:ext cx="0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/>
            <p:cNvCxnSpPr>
              <a:stCxn id="60" idx="2"/>
              <a:endCxn id="66" idx="0"/>
            </p:cNvCxnSpPr>
            <p:nvPr/>
          </p:nvCxnSpPr>
          <p:spPr>
            <a:xfrm>
              <a:off x="7568634" y="1734312"/>
              <a:ext cx="2487618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/>
            <p:cNvCxnSpPr>
              <a:stCxn id="61" idx="2"/>
              <a:endCxn id="66" idx="0"/>
            </p:cNvCxnSpPr>
            <p:nvPr/>
          </p:nvCxnSpPr>
          <p:spPr>
            <a:xfrm>
              <a:off x="10056252" y="1734312"/>
              <a:ext cx="0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>
              <a:stCxn id="61" idx="2"/>
              <a:endCxn id="65" idx="0"/>
            </p:cNvCxnSpPr>
            <p:nvPr/>
          </p:nvCxnSpPr>
          <p:spPr>
            <a:xfrm flipH="1">
              <a:off x="7568634" y="1734312"/>
              <a:ext cx="2487618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/>
            <p:cNvCxnSpPr>
              <a:stCxn id="61" idx="2"/>
              <a:endCxn id="64" idx="0"/>
            </p:cNvCxnSpPr>
            <p:nvPr/>
          </p:nvCxnSpPr>
          <p:spPr>
            <a:xfrm flipH="1">
              <a:off x="5081016" y="1734312"/>
              <a:ext cx="4975236" cy="2100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/>
            <p:cNvCxnSpPr>
              <a:stCxn id="61" idx="2"/>
              <a:endCxn id="62" idx="0"/>
            </p:cNvCxnSpPr>
            <p:nvPr/>
          </p:nvCxnSpPr>
          <p:spPr>
            <a:xfrm flipH="1">
              <a:off x="2633472" y="1734312"/>
              <a:ext cx="7422780" cy="2103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190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48491" y="877824"/>
            <a:ext cx="13157178" cy="4156716"/>
            <a:chOff x="-48491" y="877824"/>
            <a:chExt cx="13157178" cy="4156716"/>
          </a:xfrm>
        </p:grpSpPr>
        <p:sp>
          <p:nvSpPr>
            <p:cNvPr id="2" name="矩形 1"/>
            <p:cNvSpPr/>
            <p:nvPr/>
          </p:nvSpPr>
          <p:spPr>
            <a:xfrm>
              <a:off x="2797169" y="877824"/>
              <a:ext cx="871728" cy="484632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CPU1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2493264" y="1965960"/>
              <a:ext cx="1479538" cy="6414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chemeClr val="tx1"/>
                  </a:solidFill>
                </a:rPr>
                <a:t>Root</a:t>
              </a:r>
            </a:p>
            <a:p>
              <a:pPr algn="ctr"/>
              <a:r>
                <a:rPr lang="en-US" altLang="zh-CN" b="1" dirty="0" smtClean="0">
                  <a:solidFill>
                    <a:schemeClr val="tx1"/>
                  </a:solidFill>
                </a:rPr>
                <a:t>Complex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八边形 5"/>
            <p:cNvSpPr/>
            <p:nvPr/>
          </p:nvSpPr>
          <p:spPr>
            <a:xfrm>
              <a:off x="1422168" y="3217238"/>
              <a:ext cx="1022605" cy="684186"/>
            </a:xfrm>
            <a:prstGeom prst="octagon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Switch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八边形 43"/>
            <p:cNvSpPr/>
            <p:nvPr/>
          </p:nvSpPr>
          <p:spPr>
            <a:xfrm>
              <a:off x="3924310" y="3217238"/>
              <a:ext cx="1018575" cy="684186"/>
            </a:xfrm>
            <a:prstGeom prst="octagon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Switch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834043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GPU0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2278795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GPU1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3304049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GPU2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4748801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GPU3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2" idx="2"/>
              <a:endCxn id="37" idx="0"/>
            </p:cNvCxnSpPr>
            <p:nvPr/>
          </p:nvCxnSpPr>
          <p:spPr>
            <a:xfrm>
              <a:off x="3233033" y="1362456"/>
              <a:ext cx="0" cy="6035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/>
            <p:cNvSpPr/>
            <p:nvPr/>
          </p:nvSpPr>
          <p:spPr>
            <a:xfrm>
              <a:off x="4544568" y="2044356"/>
              <a:ext cx="970390" cy="4846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Memory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接箭头连接符 11"/>
            <p:cNvCxnSpPr>
              <a:stCxn id="37" idx="3"/>
              <a:endCxn id="53" idx="1"/>
            </p:cNvCxnSpPr>
            <p:nvPr/>
          </p:nvCxnSpPr>
          <p:spPr>
            <a:xfrm flipV="1">
              <a:off x="3972802" y="2286672"/>
              <a:ext cx="57176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圆角矩形 57"/>
            <p:cNvSpPr/>
            <p:nvPr/>
          </p:nvSpPr>
          <p:spPr>
            <a:xfrm>
              <a:off x="5218453" y="3326159"/>
              <a:ext cx="1210574" cy="46634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 smtClean="0">
                  <a:solidFill>
                    <a:schemeClr val="tx1"/>
                  </a:solidFill>
                </a:rPr>
                <a:t>PCIe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Endpoint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-48491" y="3287969"/>
              <a:ext cx="1210574" cy="46634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 smtClean="0">
                  <a:solidFill>
                    <a:schemeClr val="tx1"/>
                  </a:solidFill>
                </a:rPr>
                <a:t>PCIe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Endpoint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肘形连接符 15"/>
            <p:cNvCxnSpPr>
              <a:stCxn id="6" idx="7"/>
              <a:endCxn id="44" idx="6"/>
            </p:cNvCxnSpPr>
            <p:nvPr/>
          </p:nvCxnSpPr>
          <p:spPr>
            <a:xfrm rot="5400000" flipH="1" flipV="1">
              <a:off x="3184541" y="2277079"/>
              <a:ext cx="12700" cy="1880319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37" idx="2"/>
            </p:cNvCxnSpPr>
            <p:nvPr/>
          </p:nvCxnSpPr>
          <p:spPr>
            <a:xfrm>
              <a:off x="3233033" y="2607385"/>
              <a:ext cx="0" cy="3827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stCxn id="6" idx="4"/>
              <a:endCxn id="63" idx="3"/>
            </p:cNvCxnSpPr>
            <p:nvPr/>
          </p:nvCxnSpPr>
          <p:spPr>
            <a:xfrm rot="10800000">
              <a:off x="1162084" y="3521141"/>
              <a:ext cx="260085" cy="179892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肘形连接符 67"/>
            <p:cNvCxnSpPr>
              <a:stCxn id="44" idx="1"/>
              <a:endCxn id="58" idx="1"/>
            </p:cNvCxnSpPr>
            <p:nvPr/>
          </p:nvCxnSpPr>
          <p:spPr>
            <a:xfrm flipV="1">
              <a:off x="4942885" y="3559331"/>
              <a:ext cx="275568" cy="14170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肘形连接符 68"/>
            <p:cNvCxnSpPr>
              <a:stCxn id="44" idx="2"/>
              <a:endCxn id="50" idx="0"/>
            </p:cNvCxnSpPr>
            <p:nvPr/>
          </p:nvCxnSpPr>
          <p:spPr>
            <a:xfrm rot="16200000" flipH="1">
              <a:off x="4603801" y="4040117"/>
              <a:ext cx="666772" cy="38938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肘形连接符 71"/>
            <p:cNvCxnSpPr>
              <a:stCxn id="44" idx="3"/>
              <a:endCxn id="49" idx="0"/>
            </p:cNvCxnSpPr>
            <p:nvPr/>
          </p:nvCxnSpPr>
          <p:spPr>
            <a:xfrm rot="5400000">
              <a:off x="3572529" y="4016024"/>
              <a:ext cx="666772" cy="437573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肘形连接符 74"/>
            <p:cNvCxnSpPr>
              <a:stCxn id="6" idx="2"/>
              <a:endCxn id="48" idx="0"/>
            </p:cNvCxnSpPr>
            <p:nvPr/>
          </p:nvCxnSpPr>
          <p:spPr>
            <a:xfrm rot="16200000" flipH="1">
              <a:off x="2119742" y="4026064"/>
              <a:ext cx="666772" cy="41749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肘形连接符 78"/>
            <p:cNvCxnSpPr>
              <a:stCxn id="6" idx="3"/>
              <a:endCxn id="8" idx="0"/>
            </p:cNvCxnSpPr>
            <p:nvPr/>
          </p:nvCxnSpPr>
          <p:spPr>
            <a:xfrm rot="5400000">
              <a:off x="1086455" y="4032092"/>
              <a:ext cx="666772" cy="40543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 80"/>
            <p:cNvSpPr/>
            <p:nvPr/>
          </p:nvSpPr>
          <p:spPr>
            <a:xfrm>
              <a:off x="9476829" y="877824"/>
              <a:ext cx="871728" cy="484632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CPU1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9172924" y="1965960"/>
              <a:ext cx="1479538" cy="6414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chemeClr val="tx1"/>
                  </a:solidFill>
                </a:rPr>
                <a:t>Root</a:t>
              </a:r>
            </a:p>
            <a:p>
              <a:pPr algn="ctr"/>
              <a:r>
                <a:rPr lang="en-US" altLang="zh-CN" b="1" dirty="0" smtClean="0">
                  <a:solidFill>
                    <a:schemeClr val="tx1"/>
                  </a:solidFill>
                </a:rPr>
                <a:t>Complex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3" name="八边形 82"/>
            <p:cNvSpPr/>
            <p:nvPr/>
          </p:nvSpPr>
          <p:spPr>
            <a:xfrm>
              <a:off x="8101828" y="3217238"/>
              <a:ext cx="1022605" cy="684186"/>
            </a:xfrm>
            <a:prstGeom prst="octagon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Switch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八边形 83"/>
            <p:cNvSpPr/>
            <p:nvPr/>
          </p:nvSpPr>
          <p:spPr>
            <a:xfrm>
              <a:off x="10603970" y="3217238"/>
              <a:ext cx="1018575" cy="684186"/>
            </a:xfrm>
            <a:prstGeom prst="octagon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Switch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圆角矩形 84"/>
            <p:cNvSpPr/>
            <p:nvPr/>
          </p:nvSpPr>
          <p:spPr>
            <a:xfrm>
              <a:off x="7513703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GPU4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8958455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GPU5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9983709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GPU6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11428461" y="4568196"/>
              <a:ext cx="766157" cy="46634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GPU7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9" name="直接箭头连接符 88"/>
            <p:cNvCxnSpPr>
              <a:stCxn id="81" idx="2"/>
              <a:endCxn id="82" idx="0"/>
            </p:cNvCxnSpPr>
            <p:nvPr/>
          </p:nvCxnSpPr>
          <p:spPr>
            <a:xfrm>
              <a:off x="9912693" y="1362456"/>
              <a:ext cx="0" cy="6035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/>
            <p:cNvSpPr/>
            <p:nvPr/>
          </p:nvSpPr>
          <p:spPr>
            <a:xfrm>
              <a:off x="11224228" y="2044356"/>
              <a:ext cx="970390" cy="4846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Memory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1" name="直接箭头连接符 90"/>
            <p:cNvCxnSpPr>
              <a:stCxn id="82" idx="3"/>
              <a:endCxn id="90" idx="1"/>
            </p:cNvCxnSpPr>
            <p:nvPr/>
          </p:nvCxnSpPr>
          <p:spPr>
            <a:xfrm flipV="1">
              <a:off x="10652462" y="2286672"/>
              <a:ext cx="57176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圆角矩形 91"/>
            <p:cNvSpPr/>
            <p:nvPr/>
          </p:nvSpPr>
          <p:spPr>
            <a:xfrm>
              <a:off x="11898113" y="3326159"/>
              <a:ext cx="1210574" cy="46634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 smtClean="0">
                  <a:solidFill>
                    <a:schemeClr val="tx1"/>
                  </a:solidFill>
                </a:rPr>
                <a:t>PCIe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Endpoint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圆角矩形 92"/>
            <p:cNvSpPr/>
            <p:nvPr/>
          </p:nvSpPr>
          <p:spPr>
            <a:xfrm>
              <a:off x="6631169" y="3287969"/>
              <a:ext cx="1210574" cy="466344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 smtClean="0">
                  <a:solidFill>
                    <a:schemeClr val="tx1"/>
                  </a:solidFill>
                </a:rPr>
                <a:t>PCIe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Endpoint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肘形连接符 93"/>
            <p:cNvCxnSpPr>
              <a:stCxn id="83" idx="7"/>
              <a:endCxn id="84" idx="6"/>
            </p:cNvCxnSpPr>
            <p:nvPr/>
          </p:nvCxnSpPr>
          <p:spPr>
            <a:xfrm rot="5400000" flipH="1" flipV="1">
              <a:off x="9864201" y="2277079"/>
              <a:ext cx="12700" cy="1880319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>
              <a:stCxn id="82" idx="2"/>
            </p:cNvCxnSpPr>
            <p:nvPr/>
          </p:nvCxnSpPr>
          <p:spPr>
            <a:xfrm>
              <a:off x="9912693" y="2607385"/>
              <a:ext cx="0" cy="3827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肘形连接符 97"/>
            <p:cNvCxnSpPr>
              <a:stCxn id="83" idx="4"/>
              <a:endCxn id="93" idx="3"/>
            </p:cNvCxnSpPr>
            <p:nvPr/>
          </p:nvCxnSpPr>
          <p:spPr>
            <a:xfrm rot="10800000">
              <a:off x="7841744" y="3521141"/>
              <a:ext cx="260085" cy="179892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肘形连接符 100"/>
            <p:cNvCxnSpPr>
              <a:stCxn id="84" idx="1"/>
              <a:endCxn id="92" idx="1"/>
            </p:cNvCxnSpPr>
            <p:nvPr/>
          </p:nvCxnSpPr>
          <p:spPr>
            <a:xfrm flipV="1">
              <a:off x="11622545" y="3559331"/>
              <a:ext cx="275568" cy="14170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肘形连接符 103"/>
            <p:cNvCxnSpPr>
              <a:stCxn id="84" idx="2"/>
              <a:endCxn id="88" idx="0"/>
            </p:cNvCxnSpPr>
            <p:nvPr/>
          </p:nvCxnSpPr>
          <p:spPr>
            <a:xfrm rot="16200000" flipH="1">
              <a:off x="11283461" y="4040117"/>
              <a:ext cx="666772" cy="38938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肘形连接符 104"/>
            <p:cNvCxnSpPr>
              <a:stCxn id="84" idx="3"/>
              <a:endCxn id="87" idx="0"/>
            </p:cNvCxnSpPr>
            <p:nvPr/>
          </p:nvCxnSpPr>
          <p:spPr>
            <a:xfrm rot="5400000">
              <a:off x="10252189" y="4016024"/>
              <a:ext cx="666772" cy="437573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肘形连接符 105"/>
            <p:cNvCxnSpPr>
              <a:stCxn id="83" idx="2"/>
              <a:endCxn id="86" idx="0"/>
            </p:cNvCxnSpPr>
            <p:nvPr/>
          </p:nvCxnSpPr>
          <p:spPr>
            <a:xfrm rot="16200000" flipH="1">
              <a:off x="8799402" y="4026064"/>
              <a:ext cx="666772" cy="41749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肘形连接符 106"/>
            <p:cNvCxnSpPr>
              <a:stCxn id="83" idx="3"/>
              <a:endCxn id="85" idx="0"/>
            </p:cNvCxnSpPr>
            <p:nvPr/>
          </p:nvCxnSpPr>
          <p:spPr>
            <a:xfrm rot="5400000">
              <a:off x="7766115" y="4032092"/>
              <a:ext cx="666772" cy="40543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>
              <a:stCxn id="2" idx="3"/>
              <a:endCxn id="81" idx="1"/>
            </p:cNvCxnSpPr>
            <p:nvPr/>
          </p:nvCxnSpPr>
          <p:spPr>
            <a:xfrm>
              <a:off x="3668897" y="1120140"/>
              <a:ext cx="58079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6088595" y="919069"/>
              <a:ext cx="1021433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QPI/UPI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1202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3" y="2640232"/>
            <a:ext cx="5797590" cy="1837737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418" y="2640232"/>
            <a:ext cx="5797590" cy="1837737"/>
          </a:xfrm>
          <a:prstGeom prst="rect">
            <a:avLst/>
          </a:prstGeom>
        </p:spPr>
      </p:pic>
      <p:cxnSp>
        <p:nvCxnSpPr>
          <p:cNvPr id="13" name="直接箭头连接符 12"/>
          <p:cNvCxnSpPr>
            <a:stCxn id="3" idx="3"/>
            <a:endCxn id="51" idx="1"/>
          </p:cNvCxnSpPr>
          <p:nvPr/>
        </p:nvCxnSpPr>
        <p:spPr>
          <a:xfrm>
            <a:off x="6171663" y="3559101"/>
            <a:ext cx="112275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090" y="3389228"/>
            <a:ext cx="497900" cy="33974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296863" y="3081451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/>
              <a:t>Ethernet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655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93" y="1798320"/>
            <a:ext cx="10216478" cy="323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16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271508" y="877824"/>
            <a:ext cx="13351968" cy="4142232"/>
            <a:chOff x="-271508" y="877824"/>
            <a:chExt cx="13351968" cy="4142232"/>
          </a:xfrm>
        </p:grpSpPr>
        <p:sp>
          <p:nvSpPr>
            <p:cNvPr id="2" name="矩形 1"/>
            <p:cNvSpPr/>
            <p:nvPr/>
          </p:nvSpPr>
          <p:spPr>
            <a:xfrm>
              <a:off x="2797169" y="877824"/>
              <a:ext cx="871728" cy="4846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chemeClr val="tx1"/>
                  </a:solidFill>
                </a:rPr>
                <a:t>CPU1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2353852" y="1971037"/>
              <a:ext cx="1738386" cy="64142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根复合体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(Root</a:t>
              </a:r>
              <a:r>
                <a:rPr lang="en-US" altLang="zh-CN" sz="1600" b="1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</a:rPr>
                <a:t>Complex)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八边形 5"/>
            <p:cNvSpPr/>
            <p:nvPr/>
          </p:nvSpPr>
          <p:spPr>
            <a:xfrm>
              <a:off x="1470659" y="3218688"/>
              <a:ext cx="957799" cy="684186"/>
            </a:xfrm>
            <a:prstGeom prst="oc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 smtClean="0">
                  <a:solidFill>
                    <a:schemeClr val="tx1"/>
                  </a:solidFill>
                </a:rPr>
                <a:t>PCIe</a:t>
              </a:r>
              <a:endParaRPr lang="en-US" altLang="zh-CN" sz="14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</a:rPr>
                <a:t>开关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八边形 43"/>
            <p:cNvSpPr/>
            <p:nvPr/>
          </p:nvSpPr>
          <p:spPr>
            <a:xfrm>
              <a:off x="3972802" y="3218688"/>
              <a:ext cx="954024" cy="684186"/>
            </a:xfrm>
            <a:prstGeom prst="oc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/>
                  </a:solidFill>
                </a:rPr>
                <a:t>PCIe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开关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868679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GPU0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2313431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GPU1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3338685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GPU2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4783437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GPU3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2" idx="2"/>
              <a:endCxn id="37" idx="0"/>
            </p:cNvCxnSpPr>
            <p:nvPr/>
          </p:nvCxnSpPr>
          <p:spPr>
            <a:xfrm>
              <a:off x="3233033" y="1362456"/>
              <a:ext cx="0" cy="6035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/>
            <p:cNvSpPr/>
            <p:nvPr/>
          </p:nvSpPr>
          <p:spPr>
            <a:xfrm>
              <a:off x="4664003" y="2049433"/>
              <a:ext cx="970390" cy="4846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</a:rPr>
                <a:t>内存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接箭头连接符 11"/>
            <p:cNvCxnSpPr>
              <a:stCxn id="37" idx="3"/>
              <a:endCxn id="53" idx="1"/>
            </p:cNvCxnSpPr>
            <p:nvPr/>
          </p:nvCxnSpPr>
          <p:spPr>
            <a:xfrm flipV="1">
              <a:off x="4092237" y="2291749"/>
              <a:ext cx="57176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圆角矩形 57"/>
            <p:cNvSpPr/>
            <p:nvPr/>
          </p:nvSpPr>
          <p:spPr>
            <a:xfrm>
              <a:off x="5266944" y="3327609"/>
              <a:ext cx="1133856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/>
                  </a:solidFill>
                </a:rPr>
                <a:t>PCIe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端点</a:t>
              </a:r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-271508" y="3123212"/>
              <a:ext cx="1416031" cy="77966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 smtClean="0">
                  <a:solidFill>
                    <a:schemeClr val="tx1"/>
                  </a:solidFill>
                </a:rPr>
                <a:t>PCIe</a:t>
              </a:r>
              <a:r>
                <a:rPr lang="en-US" altLang="zh-CN" sz="1400" b="1" dirty="0" smtClean="0">
                  <a:solidFill>
                    <a:schemeClr val="tx1"/>
                  </a:solidFill>
                </a:rPr>
                <a:t>(</a:t>
              </a:r>
              <a:r>
                <a:rPr lang="zh-CN" altLang="en-US" sz="1400" b="1" dirty="0" smtClean="0">
                  <a:solidFill>
                    <a:schemeClr val="tx1"/>
                  </a:solidFill>
                </a:rPr>
                <a:t>计算机扩展总线标准</a:t>
              </a:r>
              <a:r>
                <a:rPr lang="en-US" altLang="zh-CN" sz="1400" b="1" dirty="0" smtClean="0">
                  <a:solidFill>
                    <a:schemeClr val="tx1"/>
                  </a:solidFill>
                </a:rPr>
                <a:t>)</a:t>
              </a:r>
            </a:p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</a:rPr>
                <a:t>端点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肘形连接符 15"/>
            <p:cNvCxnSpPr>
              <a:stCxn id="6" idx="7"/>
              <a:endCxn id="44" idx="6"/>
            </p:cNvCxnSpPr>
            <p:nvPr/>
          </p:nvCxnSpPr>
          <p:spPr>
            <a:xfrm rot="5400000" flipH="1" flipV="1">
              <a:off x="3200630" y="2246125"/>
              <a:ext cx="12700" cy="1945126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37" idx="2"/>
            </p:cNvCxnSpPr>
            <p:nvPr/>
          </p:nvCxnSpPr>
          <p:spPr>
            <a:xfrm>
              <a:off x="3233033" y="2607385"/>
              <a:ext cx="0" cy="3827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肘形连接符 19"/>
            <p:cNvCxnSpPr>
              <a:stCxn id="6" idx="4"/>
              <a:endCxn id="63" idx="3"/>
            </p:cNvCxnSpPr>
            <p:nvPr/>
          </p:nvCxnSpPr>
          <p:spPr>
            <a:xfrm rot="10800000">
              <a:off x="1133857" y="3522591"/>
              <a:ext cx="336803" cy="179892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肘形连接符 67"/>
            <p:cNvCxnSpPr>
              <a:stCxn id="44" idx="1"/>
              <a:endCxn id="58" idx="1"/>
            </p:cNvCxnSpPr>
            <p:nvPr/>
          </p:nvCxnSpPr>
          <p:spPr>
            <a:xfrm flipV="1">
              <a:off x="4926826" y="3560781"/>
              <a:ext cx="340118" cy="14170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肘形连接符 68"/>
            <p:cNvCxnSpPr>
              <a:stCxn id="44" idx="2"/>
              <a:endCxn id="50" idx="0"/>
            </p:cNvCxnSpPr>
            <p:nvPr/>
          </p:nvCxnSpPr>
          <p:spPr>
            <a:xfrm rot="16200000" flipH="1">
              <a:off x="4612397" y="4016911"/>
              <a:ext cx="650838" cy="422763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肘形连接符 71"/>
            <p:cNvCxnSpPr>
              <a:stCxn id="44" idx="3"/>
              <a:endCxn id="49" idx="0"/>
            </p:cNvCxnSpPr>
            <p:nvPr/>
          </p:nvCxnSpPr>
          <p:spPr>
            <a:xfrm rot="5400000">
              <a:off x="3613401" y="3993920"/>
              <a:ext cx="650838" cy="4687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肘形连接符 74"/>
            <p:cNvCxnSpPr>
              <a:stCxn id="6" idx="2"/>
              <a:endCxn id="48" idx="0"/>
            </p:cNvCxnSpPr>
            <p:nvPr/>
          </p:nvCxnSpPr>
          <p:spPr>
            <a:xfrm rot="16200000" flipH="1">
              <a:off x="2128210" y="4002730"/>
              <a:ext cx="650838" cy="45112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肘形连接符 78"/>
            <p:cNvCxnSpPr>
              <a:stCxn id="6" idx="3"/>
              <a:endCxn id="8" idx="0"/>
            </p:cNvCxnSpPr>
            <p:nvPr/>
          </p:nvCxnSpPr>
          <p:spPr>
            <a:xfrm rot="5400000">
              <a:off x="1127326" y="4009988"/>
              <a:ext cx="650838" cy="43661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 80"/>
            <p:cNvSpPr/>
            <p:nvPr/>
          </p:nvSpPr>
          <p:spPr>
            <a:xfrm>
              <a:off x="9476829" y="877824"/>
              <a:ext cx="871728" cy="4846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chemeClr val="tx1"/>
                  </a:solidFill>
                </a:rPr>
                <a:t>CPU1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3" name="八边形 82"/>
            <p:cNvSpPr/>
            <p:nvPr/>
          </p:nvSpPr>
          <p:spPr>
            <a:xfrm>
              <a:off x="8150319" y="3218688"/>
              <a:ext cx="957799" cy="684186"/>
            </a:xfrm>
            <a:prstGeom prst="oc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/>
                  </a:solidFill>
                </a:rPr>
                <a:t>PCIe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开关</a:t>
              </a:r>
            </a:p>
          </p:txBody>
        </p:sp>
        <p:sp>
          <p:nvSpPr>
            <p:cNvPr id="84" name="八边形 83"/>
            <p:cNvSpPr/>
            <p:nvPr/>
          </p:nvSpPr>
          <p:spPr>
            <a:xfrm>
              <a:off x="10652462" y="3218688"/>
              <a:ext cx="954024" cy="684186"/>
            </a:xfrm>
            <a:prstGeom prst="oc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/>
                  </a:solidFill>
                </a:rPr>
                <a:t>PCIe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开关</a:t>
              </a:r>
            </a:p>
          </p:txBody>
        </p:sp>
        <p:sp>
          <p:nvSpPr>
            <p:cNvPr id="85" name="圆角矩形 84"/>
            <p:cNvSpPr/>
            <p:nvPr/>
          </p:nvSpPr>
          <p:spPr>
            <a:xfrm>
              <a:off x="7548339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GPU4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8993091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GPU5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10018345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GPU6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圆角矩形 87"/>
            <p:cNvSpPr/>
            <p:nvPr/>
          </p:nvSpPr>
          <p:spPr>
            <a:xfrm>
              <a:off x="11463097" y="4553712"/>
              <a:ext cx="731521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GPU7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9" name="直接箭头连接符 88"/>
            <p:cNvCxnSpPr>
              <a:stCxn id="81" idx="2"/>
              <a:endCxn id="82" idx="0"/>
            </p:cNvCxnSpPr>
            <p:nvPr/>
          </p:nvCxnSpPr>
          <p:spPr>
            <a:xfrm>
              <a:off x="9912693" y="1362456"/>
              <a:ext cx="0" cy="6035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圆角矩形 91"/>
            <p:cNvSpPr/>
            <p:nvPr/>
          </p:nvSpPr>
          <p:spPr>
            <a:xfrm>
              <a:off x="11946604" y="3327609"/>
              <a:ext cx="1133856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/>
                  </a:solidFill>
                </a:rPr>
                <a:t>PCIe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端点</a:t>
              </a:r>
            </a:p>
          </p:txBody>
        </p:sp>
        <p:sp>
          <p:nvSpPr>
            <p:cNvPr id="93" name="圆角矩形 92"/>
            <p:cNvSpPr/>
            <p:nvPr/>
          </p:nvSpPr>
          <p:spPr>
            <a:xfrm>
              <a:off x="6679660" y="3289419"/>
              <a:ext cx="1133856" cy="46634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/>
                  </a:solidFill>
                </a:rPr>
                <a:t>PCIe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端点</a:t>
              </a:r>
            </a:p>
          </p:txBody>
        </p:sp>
        <p:cxnSp>
          <p:nvCxnSpPr>
            <p:cNvPr id="94" name="肘形连接符 93"/>
            <p:cNvCxnSpPr>
              <a:stCxn id="83" idx="7"/>
              <a:endCxn id="84" idx="6"/>
            </p:cNvCxnSpPr>
            <p:nvPr/>
          </p:nvCxnSpPr>
          <p:spPr>
            <a:xfrm rot="5400000" flipH="1" flipV="1">
              <a:off x="9880290" y="2246125"/>
              <a:ext cx="12700" cy="1945126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>
              <a:stCxn id="82" idx="2"/>
            </p:cNvCxnSpPr>
            <p:nvPr/>
          </p:nvCxnSpPr>
          <p:spPr>
            <a:xfrm>
              <a:off x="9912693" y="2607385"/>
              <a:ext cx="0" cy="3827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肘形连接符 97"/>
            <p:cNvCxnSpPr>
              <a:stCxn id="83" idx="4"/>
              <a:endCxn id="93" idx="3"/>
            </p:cNvCxnSpPr>
            <p:nvPr/>
          </p:nvCxnSpPr>
          <p:spPr>
            <a:xfrm rot="10800000">
              <a:off x="7813517" y="3522591"/>
              <a:ext cx="336803" cy="179892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肘形连接符 100"/>
            <p:cNvCxnSpPr>
              <a:stCxn id="84" idx="1"/>
              <a:endCxn id="92" idx="1"/>
            </p:cNvCxnSpPr>
            <p:nvPr/>
          </p:nvCxnSpPr>
          <p:spPr>
            <a:xfrm flipV="1">
              <a:off x="11606486" y="3560781"/>
              <a:ext cx="340118" cy="14170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肘形连接符 103"/>
            <p:cNvCxnSpPr>
              <a:stCxn id="84" idx="2"/>
              <a:endCxn id="88" idx="0"/>
            </p:cNvCxnSpPr>
            <p:nvPr/>
          </p:nvCxnSpPr>
          <p:spPr>
            <a:xfrm rot="16200000" flipH="1">
              <a:off x="11292057" y="4016911"/>
              <a:ext cx="650838" cy="422763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肘形连接符 104"/>
            <p:cNvCxnSpPr>
              <a:stCxn id="84" idx="3"/>
              <a:endCxn id="87" idx="0"/>
            </p:cNvCxnSpPr>
            <p:nvPr/>
          </p:nvCxnSpPr>
          <p:spPr>
            <a:xfrm rot="5400000">
              <a:off x="10293061" y="3993920"/>
              <a:ext cx="650838" cy="46874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肘形连接符 105"/>
            <p:cNvCxnSpPr>
              <a:stCxn id="83" idx="2"/>
              <a:endCxn id="86" idx="0"/>
            </p:cNvCxnSpPr>
            <p:nvPr/>
          </p:nvCxnSpPr>
          <p:spPr>
            <a:xfrm rot="16200000" flipH="1">
              <a:off x="8807870" y="4002730"/>
              <a:ext cx="650838" cy="45112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肘形连接符 106"/>
            <p:cNvCxnSpPr>
              <a:stCxn id="83" idx="3"/>
              <a:endCxn id="85" idx="0"/>
            </p:cNvCxnSpPr>
            <p:nvPr/>
          </p:nvCxnSpPr>
          <p:spPr>
            <a:xfrm rot="5400000">
              <a:off x="7806986" y="4009988"/>
              <a:ext cx="650838" cy="43661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>
              <a:stCxn id="2" idx="3"/>
              <a:endCxn id="81" idx="1"/>
            </p:cNvCxnSpPr>
            <p:nvPr/>
          </p:nvCxnSpPr>
          <p:spPr>
            <a:xfrm>
              <a:off x="3668897" y="1120140"/>
              <a:ext cx="58079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5833872" y="950863"/>
              <a:ext cx="188865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快速通道互联</a:t>
              </a:r>
              <a:r>
                <a:rPr lang="en-US" altLang="zh-CN" sz="1600" b="1" dirty="0" smtClean="0"/>
                <a:t>(QPI)</a:t>
              </a:r>
              <a:endParaRPr lang="zh-CN" altLang="en-US" sz="1600" b="1" dirty="0"/>
            </a:p>
          </p:txBody>
        </p:sp>
        <p:sp>
          <p:nvSpPr>
            <p:cNvPr id="51" name="矩形 50"/>
            <p:cNvSpPr/>
            <p:nvPr/>
          </p:nvSpPr>
          <p:spPr>
            <a:xfrm>
              <a:off x="9033512" y="1966464"/>
              <a:ext cx="1738386" cy="64142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根复合体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</a:rPr>
                <a:t>(Root</a:t>
              </a:r>
              <a:r>
                <a:rPr lang="en-US" altLang="zh-CN" sz="1600" b="1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</a:rPr>
                <a:t>Complex)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1343663" y="2044860"/>
              <a:ext cx="970390" cy="4846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</a:rPr>
                <a:t>内存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直接箭头连接符 53"/>
            <p:cNvCxnSpPr>
              <a:stCxn id="51" idx="3"/>
              <a:endCxn id="52" idx="1"/>
            </p:cNvCxnSpPr>
            <p:nvPr/>
          </p:nvCxnSpPr>
          <p:spPr>
            <a:xfrm flipV="1">
              <a:off x="10771897" y="2287176"/>
              <a:ext cx="57176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1406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矩形 117"/>
          <p:cNvSpPr/>
          <p:nvPr/>
        </p:nvSpPr>
        <p:spPr>
          <a:xfrm>
            <a:off x="2687272" y="1305840"/>
            <a:ext cx="1050704" cy="484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/>
              <a:t>CPU1</a:t>
            </a:r>
            <a:endParaRPr lang="zh-CN" altLang="en-US" sz="2000" dirty="0"/>
          </a:p>
        </p:txBody>
      </p:sp>
      <p:sp>
        <p:nvSpPr>
          <p:cNvPr id="119" name="矩形 118"/>
          <p:cNvSpPr/>
          <p:nvPr/>
        </p:nvSpPr>
        <p:spPr>
          <a:xfrm>
            <a:off x="2320972" y="2393976"/>
            <a:ext cx="1783304" cy="641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Root</a:t>
            </a:r>
          </a:p>
          <a:p>
            <a:pPr algn="ctr"/>
            <a:r>
              <a:rPr lang="en-US" altLang="zh-CN" dirty="0" smtClean="0"/>
              <a:t>Complex</a:t>
            </a:r>
            <a:endParaRPr lang="zh-CN" altLang="en-US" dirty="0"/>
          </a:p>
        </p:txBody>
      </p:sp>
      <p:sp>
        <p:nvSpPr>
          <p:cNvPr id="121" name="八边形 120"/>
          <p:cNvSpPr/>
          <p:nvPr/>
        </p:nvSpPr>
        <p:spPr>
          <a:xfrm>
            <a:off x="1088414" y="3646704"/>
            <a:ext cx="1154446" cy="684186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Switch</a:t>
            </a:r>
            <a:endParaRPr lang="zh-CN" altLang="en-US" sz="1600" dirty="0"/>
          </a:p>
        </p:txBody>
      </p:sp>
      <p:sp>
        <p:nvSpPr>
          <p:cNvPr id="122" name="八边形 121"/>
          <p:cNvSpPr/>
          <p:nvPr/>
        </p:nvSpPr>
        <p:spPr>
          <a:xfrm>
            <a:off x="4104276" y="3646704"/>
            <a:ext cx="1149896" cy="684186"/>
          </a:xfrm>
          <a:prstGeom prst="oc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Switch</a:t>
            </a:r>
            <a:endParaRPr lang="zh-CN" altLang="en-US" sz="1600" dirty="0"/>
          </a:p>
        </p:txBody>
      </p:sp>
      <p:sp>
        <p:nvSpPr>
          <p:cNvPr id="124" name="圆角矩形 123"/>
          <p:cNvSpPr/>
          <p:nvPr/>
        </p:nvSpPr>
        <p:spPr>
          <a:xfrm>
            <a:off x="362841" y="4981728"/>
            <a:ext cx="881711" cy="466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GPU0</a:t>
            </a:r>
            <a:endParaRPr lang="zh-CN" altLang="en-US" sz="1600" dirty="0"/>
          </a:p>
        </p:txBody>
      </p:sp>
      <p:sp>
        <p:nvSpPr>
          <p:cNvPr id="125" name="圆角矩形 124"/>
          <p:cNvSpPr/>
          <p:nvPr/>
        </p:nvSpPr>
        <p:spPr>
          <a:xfrm>
            <a:off x="2104217" y="4981728"/>
            <a:ext cx="881711" cy="466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GPU1</a:t>
            </a:r>
            <a:endParaRPr lang="zh-CN" altLang="en-US" sz="1600" dirty="0"/>
          </a:p>
        </p:txBody>
      </p:sp>
      <p:sp>
        <p:nvSpPr>
          <p:cNvPr id="127" name="圆角矩形 126"/>
          <p:cNvSpPr/>
          <p:nvPr/>
        </p:nvSpPr>
        <p:spPr>
          <a:xfrm>
            <a:off x="3339968" y="4981728"/>
            <a:ext cx="881711" cy="466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GPU2</a:t>
            </a:r>
            <a:endParaRPr lang="zh-CN" altLang="en-US" sz="1600" dirty="0"/>
          </a:p>
        </p:txBody>
      </p:sp>
      <p:sp>
        <p:nvSpPr>
          <p:cNvPr id="128" name="圆角矩形 127"/>
          <p:cNvSpPr/>
          <p:nvPr/>
        </p:nvSpPr>
        <p:spPr>
          <a:xfrm>
            <a:off x="5081344" y="4981728"/>
            <a:ext cx="881711" cy="466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GPU3</a:t>
            </a:r>
            <a:endParaRPr lang="zh-CN" altLang="en-US" sz="1600" dirty="0"/>
          </a:p>
        </p:txBody>
      </p:sp>
      <p:cxnSp>
        <p:nvCxnSpPr>
          <p:cNvPr id="129" name="直接箭头连接符 128"/>
          <p:cNvCxnSpPr>
            <a:stCxn id="118" idx="2"/>
            <a:endCxn id="119" idx="0"/>
          </p:cNvCxnSpPr>
          <p:nvPr/>
        </p:nvCxnSpPr>
        <p:spPr>
          <a:xfrm>
            <a:off x="3212624" y="1790472"/>
            <a:ext cx="0" cy="603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肘形连接符 133"/>
          <p:cNvCxnSpPr>
            <a:stCxn id="121" idx="7"/>
            <a:endCxn id="122" idx="6"/>
          </p:cNvCxnSpPr>
          <p:nvPr/>
        </p:nvCxnSpPr>
        <p:spPr>
          <a:xfrm rot="5400000" flipH="1" flipV="1">
            <a:off x="3174872" y="2474463"/>
            <a:ext cx="12700" cy="2344483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stCxn id="119" idx="2"/>
          </p:cNvCxnSpPr>
          <p:nvPr/>
        </p:nvCxnSpPr>
        <p:spPr>
          <a:xfrm>
            <a:off x="3212624" y="3035401"/>
            <a:ext cx="0" cy="382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组合 158"/>
          <p:cNvGrpSpPr/>
          <p:nvPr/>
        </p:nvGrpSpPr>
        <p:grpSpPr>
          <a:xfrm>
            <a:off x="1088414" y="4017524"/>
            <a:ext cx="1149898" cy="964204"/>
            <a:chOff x="2039589" y="4588215"/>
            <a:chExt cx="1254149" cy="325419"/>
          </a:xfrm>
        </p:grpSpPr>
        <p:cxnSp>
          <p:nvCxnSpPr>
            <p:cNvPr id="154" name="直接连接符 153"/>
            <p:cNvCxnSpPr/>
            <p:nvPr/>
          </p:nvCxnSpPr>
          <p:spPr>
            <a:xfrm flipV="1">
              <a:off x="2039589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2039589" y="4588215"/>
              <a:ext cx="125414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3293738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0" name="组合 159"/>
          <p:cNvGrpSpPr/>
          <p:nvPr/>
        </p:nvGrpSpPr>
        <p:grpSpPr>
          <a:xfrm>
            <a:off x="2750777" y="3418105"/>
            <a:ext cx="805948" cy="1561844"/>
            <a:chOff x="2039589" y="4588215"/>
            <a:chExt cx="1254149" cy="325419"/>
          </a:xfrm>
        </p:grpSpPr>
        <p:cxnSp>
          <p:nvCxnSpPr>
            <p:cNvPr id="161" name="直接连接符 160"/>
            <p:cNvCxnSpPr/>
            <p:nvPr/>
          </p:nvCxnSpPr>
          <p:spPr>
            <a:xfrm flipV="1">
              <a:off x="2039589" y="4588215"/>
              <a:ext cx="0" cy="325419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2039589" y="4588215"/>
              <a:ext cx="1254149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3293738" y="4588215"/>
              <a:ext cx="0" cy="325419"/>
            </a:xfrm>
            <a:prstGeom prst="line">
              <a:avLst/>
            </a:prstGeom>
            <a:ln w="19050">
              <a:solidFill>
                <a:srgbClr val="FFFF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4" name="组合 163"/>
          <p:cNvGrpSpPr/>
          <p:nvPr/>
        </p:nvGrpSpPr>
        <p:grpSpPr>
          <a:xfrm>
            <a:off x="4110786" y="4053084"/>
            <a:ext cx="1149898" cy="964204"/>
            <a:chOff x="2039589" y="4588215"/>
            <a:chExt cx="1254149" cy="325419"/>
          </a:xfrm>
        </p:grpSpPr>
        <p:cxnSp>
          <p:nvCxnSpPr>
            <p:cNvPr id="165" name="直接连接符 164"/>
            <p:cNvCxnSpPr/>
            <p:nvPr/>
          </p:nvCxnSpPr>
          <p:spPr>
            <a:xfrm flipV="1">
              <a:off x="2039589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2039589" y="4588215"/>
              <a:ext cx="125414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3293738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8" name="组合 167"/>
          <p:cNvGrpSpPr/>
          <p:nvPr/>
        </p:nvGrpSpPr>
        <p:grpSpPr>
          <a:xfrm>
            <a:off x="6379030" y="1305840"/>
            <a:ext cx="5600214" cy="4142232"/>
            <a:chOff x="868679" y="877824"/>
            <a:chExt cx="4646279" cy="4142232"/>
          </a:xfrm>
        </p:grpSpPr>
        <p:sp>
          <p:nvSpPr>
            <p:cNvPr id="169" name="矩形 168"/>
            <p:cNvSpPr/>
            <p:nvPr/>
          </p:nvSpPr>
          <p:spPr>
            <a:xfrm>
              <a:off x="2797169" y="877824"/>
              <a:ext cx="871728" cy="4846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/>
                <a:t>CPU2</a:t>
              </a:r>
              <a:endParaRPr lang="zh-CN" altLang="en-US" sz="2000" dirty="0"/>
            </a:p>
          </p:txBody>
        </p:sp>
        <p:sp>
          <p:nvSpPr>
            <p:cNvPr id="170" name="矩形 169"/>
            <p:cNvSpPr/>
            <p:nvPr/>
          </p:nvSpPr>
          <p:spPr>
            <a:xfrm>
              <a:off x="2493264" y="1965960"/>
              <a:ext cx="1479538" cy="6414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Root</a:t>
              </a:r>
            </a:p>
            <a:p>
              <a:pPr algn="ctr"/>
              <a:r>
                <a:rPr lang="en-US" altLang="zh-CN" dirty="0" smtClean="0"/>
                <a:t>Complex</a:t>
              </a:r>
              <a:endParaRPr lang="zh-CN" altLang="en-US" dirty="0"/>
            </a:p>
          </p:txBody>
        </p:sp>
        <p:sp>
          <p:nvSpPr>
            <p:cNvPr id="171" name="八边形 170"/>
            <p:cNvSpPr/>
            <p:nvPr/>
          </p:nvSpPr>
          <p:spPr>
            <a:xfrm>
              <a:off x="1470659" y="3218688"/>
              <a:ext cx="957799" cy="684186"/>
            </a:xfrm>
            <a:prstGeom prst="oc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Switch</a:t>
              </a:r>
              <a:endParaRPr lang="zh-CN" altLang="en-US" sz="1600" dirty="0"/>
            </a:p>
          </p:txBody>
        </p:sp>
        <p:sp>
          <p:nvSpPr>
            <p:cNvPr id="172" name="八边形 171"/>
            <p:cNvSpPr/>
            <p:nvPr/>
          </p:nvSpPr>
          <p:spPr>
            <a:xfrm>
              <a:off x="3972802" y="3218688"/>
              <a:ext cx="954024" cy="684186"/>
            </a:xfrm>
            <a:prstGeom prst="oc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Switch</a:t>
              </a:r>
              <a:endParaRPr lang="zh-CN" altLang="en-US" sz="1600" dirty="0"/>
            </a:p>
          </p:txBody>
        </p:sp>
        <p:sp>
          <p:nvSpPr>
            <p:cNvPr id="173" name="圆角矩形 172"/>
            <p:cNvSpPr/>
            <p:nvPr/>
          </p:nvSpPr>
          <p:spPr>
            <a:xfrm>
              <a:off x="868679" y="4553712"/>
              <a:ext cx="731521" cy="4663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GPU4</a:t>
              </a:r>
              <a:endParaRPr lang="zh-CN" altLang="en-US" sz="1600" dirty="0"/>
            </a:p>
          </p:txBody>
        </p:sp>
        <p:sp>
          <p:nvSpPr>
            <p:cNvPr id="174" name="圆角矩形 173"/>
            <p:cNvSpPr/>
            <p:nvPr/>
          </p:nvSpPr>
          <p:spPr>
            <a:xfrm>
              <a:off x="2313431" y="4553712"/>
              <a:ext cx="731521" cy="4663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GPU5</a:t>
              </a:r>
              <a:endParaRPr lang="zh-CN" altLang="en-US" sz="1600" dirty="0"/>
            </a:p>
          </p:txBody>
        </p:sp>
        <p:sp>
          <p:nvSpPr>
            <p:cNvPr id="175" name="圆角矩形 174"/>
            <p:cNvSpPr/>
            <p:nvPr/>
          </p:nvSpPr>
          <p:spPr>
            <a:xfrm>
              <a:off x="3338685" y="4553712"/>
              <a:ext cx="731521" cy="4663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GPU6</a:t>
              </a:r>
              <a:endParaRPr lang="zh-CN" altLang="en-US" sz="1600" dirty="0"/>
            </a:p>
          </p:txBody>
        </p:sp>
        <p:sp>
          <p:nvSpPr>
            <p:cNvPr id="176" name="圆角矩形 175"/>
            <p:cNvSpPr/>
            <p:nvPr/>
          </p:nvSpPr>
          <p:spPr>
            <a:xfrm>
              <a:off x="4783437" y="4553712"/>
              <a:ext cx="731521" cy="4663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/>
                <a:t>GPU7</a:t>
              </a:r>
              <a:endParaRPr lang="zh-CN" altLang="en-US" sz="1600" dirty="0"/>
            </a:p>
          </p:txBody>
        </p:sp>
        <p:cxnSp>
          <p:nvCxnSpPr>
            <p:cNvPr id="177" name="直接箭头连接符 176"/>
            <p:cNvCxnSpPr>
              <a:stCxn id="169" idx="2"/>
              <a:endCxn id="170" idx="0"/>
            </p:cNvCxnSpPr>
            <p:nvPr/>
          </p:nvCxnSpPr>
          <p:spPr>
            <a:xfrm>
              <a:off x="3233033" y="1362456"/>
              <a:ext cx="0" cy="6035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肘形连接符 177"/>
            <p:cNvCxnSpPr>
              <a:stCxn id="171" idx="7"/>
              <a:endCxn id="172" idx="6"/>
            </p:cNvCxnSpPr>
            <p:nvPr/>
          </p:nvCxnSpPr>
          <p:spPr>
            <a:xfrm rot="5400000" flipH="1" flipV="1">
              <a:off x="3200630" y="2246125"/>
              <a:ext cx="12700" cy="1945126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>
              <a:stCxn id="170" idx="2"/>
            </p:cNvCxnSpPr>
            <p:nvPr/>
          </p:nvCxnSpPr>
          <p:spPr>
            <a:xfrm>
              <a:off x="3233033" y="2607385"/>
              <a:ext cx="0" cy="3827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组合 183"/>
          <p:cNvGrpSpPr/>
          <p:nvPr/>
        </p:nvGrpSpPr>
        <p:grpSpPr>
          <a:xfrm>
            <a:off x="7104603" y="4017524"/>
            <a:ext cx="1149898" cy="964204"/>
            <a:chOff x="2039589" y="4588215"/>
            <a:chExt cx="1254149" cy="325419"/>
          </a:xfrm>
        </p:grpSpPr>
        <p:cxnSp>
          <p:nvCxnSpPr>
            <p:cNvPr id="185" name="直接连接符 184"/>
            <p:cNvCxnSpPr/>
            <p:nvPr/>
          </p:nvCxnSpPr>
          <p:spPr>
            <a:xfrm flipV="1">
              <a:off x="2039589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2039589" y="4588215"/>
              <a:ext cx="125414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>
            <a:xfrm>
              <a:off x="3293738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8" name="组合 187"/>
          <p:cNvGrpSpPr/>
          <p:nvPr/>
        </p:nvGrpSpPr>
        <p:grpSpPr>
          <a:xfrm>
            <a:off x="8716432" y="3418105"/>
            <a:ext cx="856482" cy="1561844"/>
            <a:chOff x="2039589" y="4588215"/>
            <a:chExt cx="1254149" cy="325419"/>
          </a:xfrm>
        </p:grpSpPr>
        <p:cxnSp>
          <p:nvCxnSpPr>
            <p:cNvPr id="189" name="直接连接符 188"/>
            <p:cNvCxnSpPr/>
            <p:nvPr/>
          </p:nvCxnSpPr>
          <p:spPr>
            <a:xfrm flipV="1">
              <a:off x="2039589" y="4588215"/>
              <a:ext cx="0" cy="325419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>
              <a:off x="2039589" y="4588215"/>
              <a:ext cx="1254149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3293738" y="4588215"/>
              <a:ext cx="0" cy="325419"/>
            </a:xfrm>
            <a:prstGeom prst="line">
              <a:avLst/>
            </a:prstGeom>
            <a:ln w="19050">
              <a:solidFill>
                <a:srgbClr val="FFFF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2" name="组合 191"/>
          <p:cNvGrpSpPr/>
          <p:nvPr/>
        </p:nvGrpSpPr>
        <p:grpSpPr>
          <a:xfrm>
            <a:off x="10126975" y="4053084"/>
            <a:ext cx="1149898" cy="964204"/>
            <a:chOff x="2039589" y="4588215"/>
            <a:chExt cx="1254149" cy="325419"/>
          </a:xfrm>
        </p:grpSpPr>
        <p:cxnSp>
          <p:nvCxnSpPr>
            <p:cNvPr id="193" name="直接连接符 192"/>
            <p:cNvCxnSpPr/>
            <p:nvPr/>
          </p:nvCxnSpPr>
          <p:spPr>
            <a:xfrm flipV="1">
              <a:off x="2039589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2039589" y="4588215"/>
              <a:ext cx="125414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3293738" y="4588215"/>
              <a:ext cx="0" cy="325419"/>
            </a:xfrm>
            <a:prstGeom prst="line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6" name="组合 195"/>
          <p:cNvGrpSpPr/>
          <p:nvPr/>
        </p:nvGrpSpPr>
        <p:grpSpPr>
          <a:xfrm>
            <a:off x="5803232" y="1548157"/>
            <a:ext cx="805948" cy="3431792"/>
            <a:chOff x="2039589" y="4588215"/>
            <a:chExt cx="1254149" cy="325419"/>
          </a:xfrm>
        </p:grpSpPr>
        <p:cxnSp>
          <p:nvCxnSpPr>
            <p:cNvPr id="197" name="直接连接符 196"/>
            <p:cNvCxnSpPr/>
            <p:nvPr/>
          </p:nvCxnSpPr>
          <p:spPr>
            <a:xfrm flipV="1">
              <a:off x="2039589" y="4588215"/>
              <a:ext cx="0" cy="3254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>
              <a:off x="2039589" y="4588215"/>
              <a:ext cx="1254149" cy="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>
              <a:off x="3293738" y="4588215"/>
              <a:ext cx="0" cy="325419"/>
            </a:xfrm>
            <a:prstGeom prst="line">
              <a:avLst/>
            </a:prstGeom>
            <a:ln w="19050">
              <a:solidFill>
                <a:schemeClr val="accent6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1" name="直接连接符 200"/>
          <p:cNvCxnSpPr>
            <a:stCxn id="118" idx="3"/>
            <a:endCxn id="169" idx="1"/>
          </p:cNvCxnSpPr>
          <p:nvPr/>
        </p:nvCxnSpPr>
        <p:spPr>
          <a:xfrm>
            <a:off x="3737976" y="1548156"/>
            <a:ext cx="4965485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 flipH="1" flipV="1">
            <a:off x="27869706" y="1186774"/>
            <a:ext cx="0" cy="383051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4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直接连接符 189"/>
          <p:cNvCxnSpPr/>
          <p:nvPr/>
        </p:nvCxnSpPr>
        <p:spPr>
          <a:xfrm>
            <a:off x="8716432" y="-14014755"/>
            <a:ext cx="85648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>
            <a:off x="10126975" y="-4953406"/>
            <a:ext cx="11498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362841" y="1186774"/>
            <a:ext cx="11616403" cy="4261298"/>
            <a:chOff x="362841" y="1186774"/>
            <a:chExt cx="11616403" cy="4261298"/>
          </a:xfrm>
        </p:grpSpPr>
        <p:grpSp>
          <p:nvGrpSpPr>
            <p:cNvPr id="112" name="组合 111"/>
            <p:cNvGrpSpPr/>
            <p:nvPr/>
          </p:nvGrpSpPr>
          <p:grpSpPr>
            <a:xfrm>
              <a:off x="362841" y="1305840"/>
              <a:ext cx="5600214" cy="4142232"/>
              <a:chOff x="868679" y="877824"/>
              <a:chExt cx="4646279" cy="4142232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2797169" y="877824"/>
                <a:ext cx="871728" cy="4846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 smtClean="0"/>
                  <a:t>CPU1</a:t>
                </a:r>
                <a:endParaRPr lang="zh-CN" altLang="en-US" sz="2000" dirty="0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2493264" y="1965960"/>
                <a:ext cx="1479538" cy="6414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Root</a:t>
                </a:r>
              </a:p>
              <a:p>
                <a:pPr algn="ctr"/>
                <a:r>
                  <a:rPr lang="en-US" altLang="zh-CN" dirty="0" smtClean="0"/>
                  <a:t>Complex</a:t>
                </a:r>
                <a:endParaRPr lang="zh-CN" altLang="en-US" dirty="0"/>
              </a:p>
            </p:txBody>
          </p:sp>
          <p:sp>
            <p:nvSpPr>
              <p:cNvPr id="121" name="八边形 120"/>
              <p:cNvSpPr/>
              <p:nvPr/>
            </p:nvSpPr>
            <p:spPr>
              <a:xfrm>
                <a:off x="1470659" y="3218688"/>
                <a:ext cx="957799" cy="684186"/>
              </a:xfrm>
              <a:prstGeom prst="oct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Switch</a:t>
                </a:r>
                <a:endParaRPr lang="zh-CN" altLang="en-US" sz="1600" dirty="0"/>
              </a:p>
            </p:txBody>
          </p:sp>
          <p:sp>
            <p:nvSpPr>
              <p:cNvPr id="122" name="八边形 121"/>
              <p:cNvSpPr/>
              <p:nvPr/>
            </p:nvSpPr>
            <p:spPr>
              <a:xfrm>
                <a:off x="3972802" y="3218688"/>
                <a:ext cx="954024" cy="684186"/>
              </a:xfrm>
              <a:prstGeom prst="oct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Switch</a:t>
                </a:r>
                <a:endParaRPr lang="zh-CN" altLang="en-US" sz="1600" dirty="0"/>
              </a:p>
            </p:txBody>
          </p:sp>
          <p:sp>
            <p:nvSpPr>
              <p:cNvPr id="124" name="圆角矩形 123"/>
              <p:cNvSpPr/>
              <p:nvPr/>
            </p:nvSpPr>
            <p:spPr>
              <a:xfrm>
                <a:off x="868679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GPU0</a:t>
                </a:r>
                <a:endParaRPr lang="zh-CN" altLang="en-US" sz="1600" dirty="0"/>
              </a:p>
            </p:txBody>
          </p:sp>
          <p:sp>
            <p:nvSpPr>
              <p:cNvPr id="125" name="圆角矩形 124"/>
              <p:cNvSpPr/>
              <p:nvPr/>
            </p:nvSpPr>
            <p:spPr>
              <a:xfrm>
                <a:off x="2313431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GPU1</a:t>
                </a:r>
                <a:endParaRPr lang="zh-CN" altLang="en-US" sz="1600" dirty="0"/>
              </a:p>
            </p:txBody>
          </p:sp>
          <p:sp>
            <p:nvSpPr>
              <p:cNvPr id="127" name="圆角矩形 126"/>
              <p:cNvSpPr/>
              <p:nvPr/>
            </p:nvSpPr>
            <p:spPr>
              <a:xfrm>
                <a:off x="3338685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GPU2</a:t>
                </a:r>
                <a:endParaRPr lang="zh-CN" altLang="en-US" sz="1600" dirty="0"/>
              </a:p>
            </p:txBody>
          </p:sp>
          <p:sp>
            <p:nvSpPr>
              <p:cNvPr id="128" name="圆角矩形 127"/>
              <p:cNvSpPr/>
              <p:nvPr/>
            </p:nvSpPr>
            <p:spPr>
              <a:xfrm>
                <a:off x="4783437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GPU3</a:t>
                </a:r>
                <a:endParaRPr lang="zh-CN" altLang="en-US" sz="1600" dirty="0"/>
              </a:p>
            </p:txBody>
          </p:sp>
          <p:cxnSp>
            <p:nvCxnSpPr>
              <p:cNvPr id="129" name="直接箭头连接符 128"/>
              <p:cNvCxnSpPr>
                <a:stCxn id="118" idx="2"/>
                <a:endCxn id="119" idx="0"/>
              </p:cNvCxnSpPr>
              <p:nvPr/>
            </p:nvCxnSpPr>
            <p:spPr>
              <a:xfrm>
                <a:off x="3233033" y="1362456"/>
                <a:ext cx="0" cy="6035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肘形连接符 133"/>
              <p:cNvCxnSpPr>
                <a:stCxn id="121" idx="7"/>
                <a:endCxn id="122" idx="6"/>
              </p:cNvCxnSpPr>
              <p:nvPr/>
            </p:nvCxnSpPr>
            <p:spPr>
              <a:xfrm rot="5400000" flipH="1" flipV="1">
                <a:off x="3200630" y="2246125"/>
                <a:ext cx="12700" cy="1945126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>
                <a:stCxn id="119" idx="2"/>
              </p:cNvCxnSpPr>
              <p:nvPr/>
            </p:nvCxnSpPr>
            <p:spPr>
              <a:xfrm>
                <a:off x="3233033" y="2607385"/>
                <a:ext cx="0" cy="3827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组合 158"/>
            <p:cNvGrpSpPr/>
            <p:nvPr/>
          </p:nvGrpSpPr>
          <p:grpSpPr>
            <a:xfrm>
              <a:off x="1088414" y="4017524"/>
              <a:ext cx="1149898" cy="964204"/>
              <a:chOff x="2039589" y="4588215"/>
              <a:chExt cx="1254149" cy="325419"/>
            </a:xfrm>
          </p:grpSpPr>
          <p:cxnSp>
            <p:nvCxnSpPr>
              <p:cNvPr id="154" name="直接连接符 153"/>
              <p:cNvCxnSpPr/>
              <p:nvPr/>
            </p:nvCxnSpPr>
            <p:spPr>
              <a:xfrm flipV="1">
                <a:off x="2039589" y="4588215"/>
                <a:ext cx="0" cy="32541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>
                <a:off x="2039589" y="4588215"/>
                <a:ext cx="1254149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>
                <a:off x="3293738" y="4588215"/>
                <a:ext cx="0" cy="325419"/>
              </a:xfrm>
              <a:prstGeom prst="line">
                <a:avLst/>
              </a:prstGeom>
              <a:ln w="19050">
                <a:solidFill>
                  <a:srgbClr val="FF0000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组合 159"/>
            <p:cNvGrpSpPr/>
            <p:nvPr/>
          </p:nvGrpSpPr>
          <p:grpSpPr>
            <a:xfrm>
              <a:off x="2750777" y="3418105"/>
              <a:ext cx="805948" cy="1561844"/>
              <a:chOff x="2039589" y="4588215"/>
              <a:chExt cx="1254149" cy="325419"/>
            </a:xfrm>
          </p:grpSpPr>
          <p:cxnSp>
            <p:nvCxnSpPr>
              <p:cNvPr id="161" name="直接连接符 160"/>
              <p:cNvCxnSpPr/>
              <p:nvPr/>
            </p:nvCxnSpPr>
            <p:spPr>
              <a:xfrm flipV="1">
                <a:off x="2039589" y="4588215"/>
                <a:ext cx="0" cy="325419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>
                <a:off x="2039589" y="4588215"/>
                <a:ext cx="1254149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3293738" y="4588215"/>
                <a:ext cx="0" cy="325419"/>
              </a:xfrm>
              <a:prstGeom prst="line">
                <a:avLst/>
              </a:prstGeom>
              <a:ln w="19050">
                <a:solidFill>
                  <a:srgbClr val="FFFF00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组合 163"/>
            <p:cNvGrpSpPr/>
            <p:nvPr/>
          </p:nvGrpSpPr>
          <p:grpSpPr>
            <a:xfrm>
              <a:off x="4110786" y="4053084"/>
              <a:ext cx="1149898" cy="964204"/>
              <a:chOff x="2039589" y="4588215"/>
              <a:chExt cx="1254149" cy="325419"/>
            </a:xfrm>
          </p:grpSpPr>
          <p:cxnSp>
            <p:nvCxnSpPr>
              <p:cNvPr id="165" name="直接连接符 164"/>
              <p:cNvCxnSpPr/>
              <p:nvPr/>
            </p:nvCxnSpPr>
            <p:spPr>
              <a:xfrm flipV="1">
                <a:off x="2039589" y="4588215"/>
                <a:ext cx="0" cy="325419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2039589" y="4588215"/>
                <a:ext cx="1254149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>
                <a:off x="3293738" y="4588215"/>
                <a:ext cx="0" cy="325419"/>
              </a:xfrm>
              <a:prstGeom prst="line">
                <a:avLst/>
              </a:prstGeom>
              <a:ln w="19050">
                <a:solidFill>
                  <a:srgbClr val="FF0000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组合 167"/>
            <p:cNvGrpSpPr/>
            <p:nvPr/>
          </p:nvGrpSpPr>
          <p:grpSpPr>
            <a:xfrm>
              <a:off x="6379030" y="1305840"/>
              <a:ext cx="5600214" cy="4142232"/>
              <a:chOff x="868679" y="877824"/>
              <a:chExt cx="4646279" cy="4142232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2797169" y="877824"/>
                <a:ext cx="871728" cy="4846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 smtClean="0"/>
                  <a:t>CPU2</a:t>
                </a:r>
                <a:endParaRPr lang="zh-CN" altLang="en-US" sz="2000" dirty="0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2493264" y="1965960"/>
                <a:ext cx="1479538" cy="6414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Root</a:t>
                </a:r>
              </a:p>
              <a:p>
                <a:pPr algn="ctr"/>
                <a:r>
                  <a:rPr lang="en-US" altLang="zh-CN" dirty="0" smtClean="0"/>
                  <a:t>Complex</a:t>
                </a:r>
                <a:endParaRPr lang="zh-CN" altLang="en-US" dirty="0"/>
              </a:p>
            </p:txBody>
          </p:sp>
          <p:sp>
            <p:nvSpPr>
              <p:cNvPr id="171" name="八边形 170"/>
              <p:cNvSpPr/>
              <p:nvPr/>
            </p:nvSpPr>
            <p:spPr>
              <a:xfrm>
                <a:off x="1470659" y="3218688"/>
                <a:ext cx="957799" cy="684186"/>
              </a:xfrm>
              <a:prstGeom prst="oct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Switch</a:t>
                </a:r>
                <a:endParaRPr lang="zh-CN" altLang="en-US" sz="1600" dirty="0"/>
              </a:p>
            </p:txBody>
          </p:sp>
          <p:sp>
            <p:nvSpPr>
              <p:cNvPr id="172" name="八边形 171"/>
              <p:cNvSpPr/>
              <p:nvPr/>
            </p:nvSpPr>
            <p:spPr>
              <a:xfrm>
                <a:off x="3972802" y="3218688"/>
                <a:ext cx="954024" cy="684186"/>
              </a:xfrm>
              <a:prstGeom prst="oct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Switch</a:t>
                </a:r>
                <a:endParaRPr lang="zh-CN" altLang="en-US" sz="1600" dirty="0"/>
              </a:p>
            </p:txBody>
          </p:sp>
          <p:sp>
            <p:nvSpPr>
              <p:cNvPr id="173" name="圆角矩形 172"/>
              <p:cNvSpPr/>
              <p:nvPr/>
            </p:nvSpPr>
            <p:spPr>
              <a:xfrm>
                <a:off x="868679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GPU4</a:t>
                </a:r>
                <a:endParaRPr lang="zh-CN" altLang="en-US" sz="1600" dirty="0"/>
              </a:p>
            </p:txBody>
          </p:sp>
          <p:sp>
            <p:nvSpPr>
              <p:cNvPr id="174" name="圆角矩形 173"/>
              <p:cNvSpPr/>
              <p:nvPr/>
            </p:nvSpPr>
            <p:spPr>
              <a:xfrm>
                <a:off x="2313431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GPU5</a:t>
                </a:r>
                <a:endParaRPr lang="zh-CN" altLang="en-US" sz="1600" dirty="0"/>
              </a:p>
            </p:txBody>
          </p:sp>
          <p:sp>
            <p:nvSpPr>
              <p:cNvPr id="175" name="圆角矩形 174"/>
              <p:cNvSpPr/>
              <p:nvPr/>
            </p:nvSpPr>
            <p:spPr>
              <a:xfrm>
                <a:off x="3338685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GPU6</a:t>
                </a:r>
                <a:endParaRPr lang="zh-CN" altLang="en-US" sz="1600" dirty="0"/>
              </a:p>
            </p:txBody>
          </p:sp>
          <p:sp>
            <p:nvSpPr>
              <p:cNvPr id="176" name="圆角矩形 175"/>
              <p:cNvSpPr/>
              <p:nvPr/>
            </p:nvSpPr>
            <p:spPr>
              <a:xfrm>
                <a:off x="4783437" y="4553712"/>
                <a:ext cx="731521" cy="466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smtClean="0"/>
                  <a:t>GPU7</a:t>
                </a:r>
                <a:endParaRPr lang="zh-CN" altLang="en-US" sz="1600" dirty="0"/>
              </a:p>
            </p:txBody>
          </p:sp>
          <p:cxnSp>
            <p:nvCxnSpPr>
              <p:cNvPr id="177" name="直接箭头连接符 176"/>
              <p:cNvCxnSpPr>
                <a:stCxn id="169" idx="2"/>
                <a:endCxn id="170" idx="0"/>
              </p:cNvCxnSpPr>
              <p:nvPr/>
            </p:nvCxnSpPr>
            <p:spPr>
              <a:xfrm>
                <a:off x="3233033" y="1362456"/>
                <a:ext cx="0" cy="6035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肘形连接符 177"/>
              <p:cNvCxnSpPr>
                <a:stCxn id="171" idx="7"/>
                <a:endCxn id="172" idx="6"/>
              </p:cNvCxnSpPr>
              <p:nvPr/>
            </p:nvCxnSpPr>
            <p:spPr>
              <a:xfrm rot="5400000" flipH="1" flipV="1">
                <a:off x="3200630" y="2246125"/>
                <a:ext cx="12700" cy="1945126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>
                <a:stCxn id="170" idx="2"/>
              </p:cNvCxnSpPr>
              <p:nvPr/>
            </p:nvCxnSpPr>
            <p:spPr>
              <a:xfrm>
                <a:off x="3233033" y="2607385"/>
                <a:ext cx="0" cy="3827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6" name="组合 195"/>
            <p:cNvGrpSpPr/>
            <p:nvPr/>
          </p:nvGrpSpPr>
          <p:grpSpPr>
            <a:xfrm>
              <a:off x="5803232" y="1548157"/>
              <a:ext cx="805948" cy="3431792"/>
              <a:chOff x="2039589" y="4588215"/>
              <a:chExt cx="1254149" cy="325419"/>
            </a:xfrm>
          </p:grpSpPr>
          <p:cxnSp>
            <p:nvCxnSpPr>
              <p:cNvPr id="197" name="直接连接符 196"/>
              <p:cNvCxnSpPr/>
              <p:nvPr/>
            </p:nvCxnSpPr>
            <p:spPr>
              <a:xfrm flipV="1">
                <a:off x="2039589" y="4588215"/>
                <a:ext cx="0" cy="325419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2039589" y="4588215"/>
                <a:ext cx="1254149" cy="0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3293738" y="4588215"/>
                <a:ext cx="0" cy="325419"/>
              </a:xfrm>
              <a:prstGeom prst="line">
                <a:avLst/>
              </a:prstGeom>
              <a:ln w="19050">
                <a:solidFill>
                  <a:schemeClr val="accent6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1" name="直接连接符 200"/>
            <p:cNvCxnSpPr>
              <a:stCxn id="118" idx="3"/>
              <a:endCxn id="169" idx="1"/>
            </p:cNvCxnSpPr>
            <p:nvPr/>
          </p:nvCxnSpPr>
          <p:spPr>
            <a:xfrm>
              <a:off x="3737976" y="1548156"/>
              <a:ext cx="4965485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组合 201"/>
            <p:cNvGrpSpPr/>
            <p:nvPr/>
          </p:nvGrpSpPr>
          <p:grpSpPr>
            <a:xfrm flipH="1">
              <a:off x="632561" y="1186774"/>
              <a:ext cx="6191569" cy="3830514"/>
              <a:chOff x="2039589" y="4588215"/>
              <a:chExt cx="1254149" cy="325419"/>
            </a:xfrm>
          </p:grpSpPr>
          <p:cxnSp>
            <p:nvCxnSpPr>
              <p:cNvPr id="203" name="直接连接符 202"/>
              <p:cNvCxnSpPr/>
              <p:nvPr/>
            </p:nvCxnSpPr>
            <p:spPr>
              <a:xfrm flipV="1">
                <a:off x="2039589" y="4588215"/>
                <a:ext cx="0" cy="325419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2039589" y="4588215"/>
                <a:ext cx="1254149" cy="0"/>
              </a:xfrm>
              <a:prstGeom prst="line">
                <a:avLst/>
              </a:prstGeom>
              <a:ln w="19050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3293738" y="4588215"/>
                <a:ext cx="0" cy="325419"/>
              </a:xfrm>
              <a:prstGeom prst="line">
                <a:avLst/>
              </a:prstGeom>
              <a:ln w="19050">
                <a:solidFill>
                  <a:schemeClr val="accent6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肘形连接符 59"/>
            <p:cNvCxnSpPr/>
            <p:nvPr/>
          </p:nvCxnSpPr>
          <p:spPr>
            <a:xfrm rot="16200000" flipH="1">
              <a:off x="10859865" y="4456822"/>
              <a:ext cx="650838" cy="42276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肘形连接符 60"/>
            <p:cNvCxnSpPr/>
            <p:nvPr/>
          </p:nvCxnSpPr>
          <p:spPr>
            <a:xfrm rot="5400000">
              <a:off x="9860869" y="4433831"/>
              <a:ext cx="650838" cy="46874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/>
            <p:nvPr/>
          </p:nvCxnSpPr>
          <p:spPr>
            <a:xfrm rot="16200000" flipH="1">
              <a:off x="7857819" y="4442640"/>
              <a:ext cx="650838" cy="45112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肘形连接符 62"/>
            <p:cNvCxnSpPr/>
            <p:nvPr/>
          </p:nvCxnSpPr>
          <p:spPr>
            <a:xfrm rot="5400000">
              <a:off x="6856935" y="4449898"/>
              <a:ext cx="650838" cy="43661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6423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/>
          <p:cNvGrpSpPr/>
          <p:nvPr/>
        </p:nvGrpSpPr>
        <p:grpSpPr>
          <a:xfrm>
            <a:off x="1691640" y="1554480"/>
            <a:ext cx="5254752" cy="1353312"/>
            <a:chOff x="1691640" y="1554480"/>
            <a:chExt cx="5254752" cy="1353312"/>
          </a:xfrm>
        </p:grpSpPr>
        <p:sp>
          <p:nvSpPr>
            <p:cNvPr id="55" name="立方体 54"/>
            <p:cNvSpPr/>
            <p:nvPr/>
          </p:nvSpPr>
          <p:spPr>
            <a:xfrm>
              <a:off x="1691640" y="1554480"/>
              <a:ext cx="740664" cy="1353312"/>
            </a:xfrm>
            <a:prstGeom prst="cube">
              <a:avLst>
                <a:gd name="adj" fmla="val 89602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立方体 55"/>
            <p:cNvSpPr/>
            <p:nvPr/>
          </p:nvSpPr>
          <p:spPr>
            <a:xfrm>
              <a:off x="2740152" y="1773936"/>
              <a:ext cx="890016" cy="1024128"/>
            </a:xfrm>
            <a:prstGeom prst="cube">
              <a:avLst>
                <a:gd name="adj" fmla="val 3528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立方体 56"/>
            <p:cNvSpPr/>
            <p:nvPr/>
          </p:nvSpPr>
          <p:spPr>
            <a:xfrm>
              <a:off x="3919728" y="1908810"/>
              <a:ext cx="1356360" cy="754380"/>
            </a:xfrm>
            <a:prstGeom prst="cube">
              <a:avLst>
                <a:gd name="adj" fmla="val 2933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立方体 57"/>
            <p:cNvSpPr/>
            <p:nvPr/>
          </p:nvSpPr>
          <p:spPr>
            <a:xfrm>
              <a:off x="5590032" y="2146554"/>
              <a:ext cx="1356360" cy="278892"/>
            </a:xfrm>
            <a:prstGeom prst="cube">
              <a:avLst>
                <a:gd name="adj" fmla="val 26559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  <p:cxnSp>
          <p:nvCxnSpPr>
            <p:cNvPr id="59" name="直接箭头连接符 58"/>
            <p:cNvCxnSpPr/>
            <p:nvPr/>
          </p:nvCxnSpPr>
          <p:spPr>
            <a:xfrm>
              <a:off x="2478024" y="2370582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>
              <a:off x="3654552" y="2349246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>
              <a:off x="5318760" y="231267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6" name="组合 65"/>
            <p:cNvGrpSpPr/>
            <p:nvPr/>
          </p:nvGrpSpPr>
          <p:grpSpPr>
            <a:xfrm>
              <a:off x="3938016" y="2146554"/>
              <a:ext cx="149352" cy="487300"/>
              <a:chOff x="3938016" y="2146554"/>
              <a:chExt cx="149352" cy="487300"/>
            </a:xfrm>
          </p:grpSpPr>
          <p:sp>
            <p:nvSpPr>
              <p:cNvPr id="116" name="椭圆 115"/>
              <p:cNvSpPr/>
              <p:nvPr/>
            </p:nvSpPr>
            <p:spPr>
              <a:xfrm>
                <a:off x="3938016" y="2146554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3938016" y="2315528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/>
              <p:cNvSpPr/>
              <p:nvPr/>
            </p:nvSpPr>
            <p:spPr>
              <a:xfrm>
                <a:off x="3938016" y="2484502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4094988" y="2146554"/>
              <a:ext cx="149352" cy="487300"/>
              <a:chOff x="3938016" y="2146554"/>
              <a:chExt cx="149352" cy="487300"/>
            </a:xfrm>
          </p:grpSpPr>
          <p:sp>
            <p:nvSpPr>
              <p:cNvPr id="113" name="椭圆 112"/>
              <p:cNvSpPr/>
              <p:nvPr/>
            </p:nvSpPr>
            <p:spPr>
              <a:xfrm>
                <a:off x="3938016" y="2146554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>
                <a:off x="3938016" y="2315528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椭圆 114"/>
              <p:cNvSpPr/>
              <p:nvPr/>
            </p:nvSpPr>
            <p:spPr>
              <a:xfrm>
                <a:off x="3938016" y="2484502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4251960" y="2146554"/>
              <a:ext cx="149352" cy="487300"/>
              <a:chOff x="3938016" y="2146554"/>
              <a:chExt cx="149352" cy="487300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3938016" y="2146554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3938016" y="2315528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/>
              <p:cNvSpPr/>
              <p:nvPr/>
            </p:nvSpPr>
            <p:spPr>
              <a:xfrm>
                <a:off x="3938016" y="2484502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4408932" y="2146554"/>
              <a:ext cx="149352" cy="487300"/>
              <a:chOff x="3938016" y="2146554"/>
              <a:chExt cx="149352" cy="487300"/>
            </a:xfrm>
          </p:grpSpPr>
          <p:sp>
            <p:nvSpPr>
              <p:cNvPr id="106" name="椭圆 105"/>
              <p:cNvSpPr/>
              <p:nvPr/>
            </p:nvSpPr>
            <p:spPr>
              <a:xfrm>
                <a:off x="3938016" y="2146554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3938016" y="2315528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3938016" y="2484502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4565904" y="2146554"/>
              <a:ext cx="149352" cy="487300"/>
              <a:chOff x="3938016" y="2146554"/>
              <a:chExt cx="149352" cy="487300"/>
            </a:xfrm>
          </p:grpSpPr>
          <p:sp>
            <p:nvSpPr>
              <p:cNvPr id="103" name="椭圆 102"/>
              <p:cNvSpPr/>
              <p:nvPr/>
            </p:nvSpPr>
            <p:spPr>
              <a:xfrm>
                <a:off x="3938016" y="2146554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3938016" y="2315528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3938016" y="2484502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4715256" y="2146554"/>
              <a:ext cx="149352" cy="487300"/>
              <a:chOff x="3938016" y="2146554"/>
              <a:chExt cx="149352" cy="487300"/>
            </a:xfrm>
          </p:grpSpPr>
          <p:sp>
            <p:nvSpPr>
              <p:cNvPr id="100" name="椭圆 99"/>
              <p:cNvSpPr/>
              <p:nvPr/>
            </p:nvSpPr>
            <p:spPr>
              <a:xfrm>
                <a:off x="3938016" y="2146554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3938016" y="2315528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3938016" y="2484502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4864608" y="2146554"/>
              <a:ext cx="149352" cy="487300"/>
              <a:chOff x="3938016" y="2146554"/>
              <a:chExt cx="149352" cy="487300"/>
            </a:xfrm>
          </p:grpSpPr>
          <p:sp>
            <p:nvSpPr>
              <p:cNvPr id="97" name="椭圆 96"/>
              <p:cNvSpPr/>
              <p:nvPr/>
            </p:nvSpPr>
            <p:spPr>
              <a:xfrm>
                <a:off x="3938016" y="2146554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38016" y="2315528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3938016" y="2484502"/>
                <a:ext cx="149352" cy="1493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4012692" y="2020824"/>
              <a:ext cx="1056132" cy="96394"/>
              <a:chOff x="4012692" y="2020824"/>
              <a:chExt cx="1056132" cy="96394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4012692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4160520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4308348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4450080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4607052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4764024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4920996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4112514" y="1924430"/>
              <a:ext cx="1056132" cy="96394"/>
              <a:chOff x="4012692" y="2020824"/>
              <a:chExt cx="1056132" cy="96394"/>
            </a:xfrm>
          </p:grpSpPr>
          <p:sp>
            <p:nvSpPr>
              <p:cNvPr id="83" name="椭圆 82"/>
              <p:cNvSpPr/>
              <p:nvPr/>
            </p:nvSpPr>
            <p:spPr>
              <a:xfrm>
                <a:off x="4012692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4160520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4308348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4450080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4607052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4764024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4920996" y="2020824"/>
                <a:ext cx="147828" cy="9639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5074920" y="2105788"/>
              <a:ext cx="91440" cy="472438"/>
              <a:chOff x="5074920" y="2105788"/>
              <a:chExt cx="91440" cy="472438"/>
            </a:xfrm>
          </p:grpSpPr>
          <p:sp>
            <p:nvSpPr>
              <p:cNvPr id="80" name="椭圆 79"/>
              <p:cNvSpPr/>
              <p:nvPr/>
            </p:nvSpPr>
            <p:spPr>
              <a:xfrm>
                <a:off x="5077968" y="2105788"/>
                <a:ext cx="88392" cy="1527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5074920" y="2258568"/>
                <a:ext cx="88392" cy="1527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5074920" y="2425446"/>
                <a:ext cx="88392" cy="1527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5173980" y="2002730"/>
              <a:ext cx="91440" cy="472438"/>
              <a:chOff x="5074920" y="2105788"/>
              <a:chExt cx="91440" cy="472438"/>
            </a:xfrm>
          </p:grpSpPr>
          <p:sp>
            <p:nvSpPr>
              <p:cNvPr id="77" name="椭圆 76"/>
              <p:cNvSpPr/>
              <p:nvPr/>
            </p:nvSpPr>
            <p:spPr>
              <a:xfrm>
                <a:off x="5077968" y="2105788"/>
                <a:ext cx="88392" cy="1527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5074920" y="2258568"/>
                <a:ext cx="88392" cy="1527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5074920" y="2425446"/>
                <a:ext cx="88392" cy="1527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583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6" y="1056972"/>
            <a:ext cx="2856205" cy="740497"/>
          </a:xfrm>
          <a:prstGeom prst="rect">
            <a:avLst/>
          </a:prstGeom>
        </p:spPr>
      </p:pic>
      <p:pic>
        <p:nvPicPr>
          <p:cNvPr id="63" name="图片 62" descr="https://img-blog.csdn.net/20160120170043282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11"/>
          <a:stretch/>
        </p:blipFill>
        <p:spPr bwMode="auto">
          <a:xfrm>
            <a:off x="1310907" y="2320201"/>
            <a:ext cx="1182509" cy="146145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矩形 111"/>
          <p:cNvSpPr/>
          <p:nvPr/>
        </p:nvSpPr>
        <p:spPr>
          <a:xfrm>
            <a:off x="9566530" y="3145594"/>
            <a:ext cx="1874520" cy="5486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分布式训练时间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7338697" y="1814849"/>
            <a:ext cx="1874520" cy="54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计算时间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338697" y="4357940"/>
            <a:ext cx="1874520" cy="54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</a:rPr>
              <a:t>通信时间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197902" y="179746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神经网络结构</a:t>
            </a:r>
            <a:endParaRPr lang="zh-CN" altLang="en-US" sz="16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1401064" y="3781658"/>
            <a:ext cx="1002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/>
              <a:t>GPU</a:t>
            </a:r>
            <a:r>
              <a:rPr lang="zh-CN" altLang="en-US" sz="1600" b="1" dirty="0" smtClean="0"/>
              <a:t>结构</a:t>
            </a:r>
            <a:endParaRPr lang="zh-CN" altLang="en-US" sz="1600" b="1" dirty="0"/>
          </a:p>
        </p:txBody>
      </p:sp>
      <p:grpSp>
        <p:nvGrpSpPr>
          <p:cNvPr id="123" name="组合 122"/>
          <p:cNvGrpSpPr/>
          <p:nvPr/>
        </p:nvGrpSpPr>
        <p:grpSpPr>
          <a:xfrm>
            <a:off x="1230646" y="4276675"/>
            <a:ext cx="1343030" cy="1304994"/>
            <a:chOff x="7968921" y="3136378"/>
            <a:chExt cx="2724616" cy="2408345"/>
          </a:xfrm>
        </p:grpSpPr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F44F9D07-8839-4FCA-B9F5-8020A71B1DB1}"/>
                </a:ext>
              </a:extLst>
            </p:cNvPr>
            <p:cNvCxnSpPr>
              <a:cxnSpLocks/>
              <a:stCxn id="131" idx="7"/>
              <a:endCxn id="132" idx="3"/>
            </p:cNvCxnSpPr>
            <p:nvPr/>
          </p:nvCxnSpPr>
          <p:spPr>
            <a:xfrm flipV="1">
              <a:off x="8454423" y="3621880"/>
              <a:ext cx="606199" cy="36412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4D14AD55-8E56-4C14-95D0-BFF6F235AFC3}"/>
                </a:ext>
              </a:extLst>
            </p:cNvPr>
            <p:cNvCxnSpPr>
              <a:cxnSpLocks/>
              <a:stCxn id="132" idx="5"/>
              <a:endCxn id="135" idx="1"/>
            </p:cNvCxnSpPr>
            <p:nvPr/>
          </p:nvCxnSpPr>
          <p:spPr>
            <a:xfrm>
              <a:off x="9462825" y="3621880"/>
              <a:ext cx="745210" cy="34049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D4808B0F-19CA-43B1-8FB6-AF6CFED10DE7}"/>
                </a:ext>
              </a:extLst>
            </p:cNvPr>
            <p:cNvCxnSpPr>
              <a:stCxn id="131" idx="6"/>
              <a:endCxn id="135" idx="2"/>
            </p:cNvCxnSpPr>
            <p:nvPr/>
          </p:nvCxnSpPr>
          <p:spPr>
            <a:xfrm flipV="1">
              <a:off x="8537722" y="4163473"/>
              <a:ext cx="1587014" cy="2363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329C2293-2D0E-4A70-A8CD-CFED1826CB63}"/>
                </a:ext>
              </a:extLst>
            </p:cNvPr>
            <p:cNvCxnSpPr>
              <a:stCxn id="133" idx="1"/>
              <a:endCxn id="131" idx="4"/>
            </p:cNvCxnSpPr>
            <p:nvPr/>
          </p:nvCxnSpPr>
          <p:spPr>
            <a:xfrm flipH="1" flipV="1">
              <a:off x="8253322" y="4471509"/>
              <a:ext cx="370154" cy="58097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07CA84AD-9F24-40FE-8A0D-19DF3A96E43A}"/>
                </a:ext>
              </a:extLst>
            </p:cNvPr>
            <p:cNvCxnSpPr>
              <a:cxnSpLocks/>
              <a:stCxn id="133" idx="6"/>
            </p:cNvCxnSpPr>
            <p:nvPr/>
          </p:nvCxnSpPr>
          <p:spPr>
            <a:xfrm flipV="1">
              <a:off x="9108978" y="5253582"/>
              <a:ext cx="437146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20AA1297-547A-4643-A543-B5BC4B7887F1}"/>
                </a:ext>
              </a:extLst>
            </p:cNvPr>
            <p:cNvCxnSpPr>
              <a:stCxn id="134" idx="7"/>
              <a:endCxn id="135" idx="4"/>
            </p:cNvCxnSpPr>
            <p:nvPr/>
          </p:nvCxnSpPr>
          <p:spPr>
            <a:xfrm flipV="1">
              <a:off x="10031626" y="4447873"/>
              <a:ext cx="377511" cy="6113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C43BF42E-C920-4819-A171-31E26AE1E351}"/>
                </a:ext>
              </a:extLst>
            </p:cNvPr>
            <p:cNvCxnSpPr>
              <a:stCxn id="134" idx="1"/>
              <a:endCxn id="131" idx="5"/>
            </p:cNvCxnSpPr>
            <p:nvPr/>
          </p:nvCxnSpPr>
          <p:spPr>
            <a:xfrm flipH="1" flipV="1">
              <a:off x="8454423" y="4388210"/>
              <a:ext cx="1175000" cy="67101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椭圆 130"/>
            <p:cNvSpPr/>
            <p:nvPr/>
          </p:nvSpPr>
          <p:spPr>
            <a:xfrm>
              <a:off x="7968921" y="3902708"/>
              <a:ext cx="568801" cy="5688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8977323" y="3136378"/>
              <a:ext cx="568801" cy="5688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3" name="椭圆 132"/>
            <p:cNvSpPr/>
            <p:nvPr/>
          </p:nvSpPr>
          <p:spPr>
            <a:xfrm>
              <a:off x="8540177" y="4969182"/>
              <a:ext cx="568801" cy="5688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9546124" y="4975922"/>
              <a:ext cx="568801" cy="5688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10124736" y="3879072"/>
              <a:ext cx="568801" cy="56880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6" name="文本框 135"/>
          <p:cNvSpPr txBox="1"/>
          <p:nvPr/>
        </p:nvSpPr>
        <p:spPr>
          <a:xfrm>
            <a:off x="1415094" y="557924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集群拓扑</a:t>
            </a:r>
            <a:endParaRPr lang="zh-CN" altLang="en-US" sz="1600" b="1" dirty="0"/>
          </a:p>
        </p:txBody>
      </p:sp>
      <p:cxnSp>
        <p:nvCxnSpPr>
          <p:cNvPr id="137" name="直接连接符 136"/>
          <p:cNvCxnSpPr/>
          <p:nvPr/>
        </p:nvCxnSpPr>
        <p:spPr>
          <a:xfrm>
            <a:off x="242596" y="2136023"/>
            <a:ext cx="34336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242595" y="4120212"/>
            <a:ext cx="34336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3788229" y="550751"/>
            <a:ext cx="0" cy="5738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0" name="表格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146884"/>
              </p:ext>
            </p:extLst>
          </p:nvPr>
        </p:nvGraphicFramePr>
        <p:xfrm>
          <a:off x="3908487" y="907164"/>
          <a:ext cx="3102295" cy="5010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295">
                  <a:extLst>
                    <a:ext uri="{9D8B030D-6E8A-4147-A177-3AD203B41FA5}">
                      <a16:colId xmlns:a16="http://schemas.microsoft.com/office/drawing/2014/main" val="3500449634"/>
                    </a:ext>
                  </a:extLst>
                </a:gridCol>
              </a:tblGrid>
              <a:tr h="715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</a:rPr>
                        <a:t>神经网络层特征</a:t>
                      </a:r>
                      <a:endParaRPr lang="en-US" altLang="zh-CN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（卷积层、全连接层、池化层</a:t>
                      </a:r>
                      <a:r>
                        <a:rPr lang="en-AE" altLang="zh-CN" sz="1400" b="0" dirty="0" smtClean="0">
                          <a:solidFill>
                            <a:schemeClr val="tx1"/>
                          </a:solidFill>
                        </a:rPr>
                        <a:t>……</a:t>
                      </a: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65124"/>
                  </a:ext>
                </a:extLst>
              </a:tr>
              <a:tr h="715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计算复杂度</a:t>
                      </a:r>
                      <a:endParaRPr lang="en-US" altLang="zh-CN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（例：浮点数操作数）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64450"/>
                  </a:ext>
                </a:extLst>
              </a:tr>
              <a:tr h="715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内存占用</a:t>
                      </a:r>
                      <a:endParaRPr lang="en-US" altLang="zh-CN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（数据、模型参数、梯度、输出值）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181828"/>
                  </a:ext>
                </a:extLst>
              </a:tr>
              <a:tr h="715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计算性能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TFLOPS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728673"/>
                  </a:ext>
                </a:extLst>
              </a:tr>
              <a:tr h="715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并行训练策略</a:t>
                      </a:r>
                      <a:endParaRPr lang="en-US" altLang="zh-CN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（模型并行，数据并行）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332036"/>
                  </a:ext>
                </a:extLst>
              </a:tr>
              <a:tr h="715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通信策略</a:t>
                      </a:r>
                      <a:endParaRPr lang="en-US" altLang="zh-CN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All-Reduce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1400" dirty="0" err="1" smtClean="0">
                          <a:solidFill>
                            <a:schemeClr val="tx1"/>
                          </a:solidFill>
                        </a:rPr>
                        <a:t>OneToAll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45"/>
                  </a:ext>
                </a:extLst>
              </a:tr>
              <a:tr h="715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通信带宽</a:t>
                      </a:r>
                      <a:endParaRPr lang="en-US" altLang="zh-CN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GB/s</a:t>
                      </a: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50774"/>
                  </a:ext>
                </a:extLst>
              </a:tr>
            </a:tbl>
          </a:graphicData>
        </a:graphic>
      </p:graphicFrame>
      <p:cxnSp>
        <p:nvCxnSpPr>
          <p:cNvPr id="141" name="直接连接符 140"/>
          <p:cNvCxnSpPr/>
          <p:nvPr/>
        </p:nvCxnSpPr>
        <p:spPr>
          <a:xfrm>
            <a:off x="7114033" y="621871"/>
            <a:ext cx="0" cy="5738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>
            <a:off x="9389873" y="624800"/>
            <a:ext cx="0" cy="5738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728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734132" y="401030"/>
            <a:ext cx="12103172" cy="65636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414092" y="1167602"/>
            <a:ext cx="2395728" cy="55379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1238" y="79068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输入特征集合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194498"/>
              </p:ext>
            </p:extLst>
          </p:nvPr>
        </p:nvGraphicFramePr>
        <p:xfrm>
          <a:off x="-187491" y="1354721"/>
          <a:ext cx="195323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230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神经网络结构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神经网络层特征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输入数据大小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计算复杂度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内存占用大小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硬件特征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架构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计算性能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(FLOPS)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CUDA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内核数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网络特征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数目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网络拓扑结构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通信带宽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57687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并行训练策略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数据并行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模型并行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混合数据模型并行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283884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2534848" y="1164221"/>
            <a:ext cx="4542720" cy="250099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31772" y="2258626"/>
            <a:ext cx="639556" cy="6078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逐层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预测</a:t>
            </a:r>
          </a:p>
        </p:txBody>
      </p:sp>
      <p:sp>
        <p:nvSpPr>
          <p:cNvPr id="15" name="矩形 14"/>
          <p:cNvSpPr/>
          <p:nvPr/>
        </p:nvSpPr>
        <p:spPr>
          <a:xfrm>
            <a:off x="5422930" y="1731012"/>
            <a:ext cx="1359110" cy="5762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多层感知器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39613" y="169010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特征空间采样</a:t>
            </a:r>
            <a:endParaRPr lang="zh-CN" altLang="en-US" sz="1400" dirty="0"/>
          </a:p>
        </p:txBody>
      </p:sp>
      <p:sp>
        <p:nvSpPr>
          <p:cNvPr id="20" name="矩形 19"/>
          <p:cNvSpPr/>
          <p:nvPr/>
        </p:nvSpPr>
        <p:spPr>
          <a:xfrm>
            <a:off x="2534849" y="3665220"/>
            <a:ext cx="4542719" cy="2269794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422930" y="4006972"/>
            <a:ext cx="1359110" cy="5933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吞吐量模型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11048" y="124910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计算时间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11047" y="372253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通信时间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974847" y="2557874"/>
            <a:ext cx="581059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1981200" y="4894580"/>
            <a:ext cx="553647" cy="79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754893" y="56809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</a:rPr>
              <a:t>仿真平台框架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723008" y="1430921"/>
            <a:ext cx="2395728" cy="431596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肘形连接符 37"/>
          <p:cNvCxnSpPr/>
          <p:nvPr/>
        </p:nvCxnSpPr>
        <p:spPr>
          <a:xfrm flipH="1">
            <a:off x="7085797" y="2568408"/>
            <a:ext cx="4873" cy="2308261"/>
          </a:xfrm>
          <a:prstGeom prst="bentConnector3">
            <a:avLst>
              <a:gd name="adj1" fmla="val -738584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7452360" y="3680460"/>
            <a:ext cx="1272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9212986" y="105400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时间预测结果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61450"/>
              </p:ext>
            </p:extLst>
          </p:nvPr>
        </p:nvGraphicFramePr>
        <p:xfrm>
          <a:off x="8909655" y="1642719"/>
          <a:ext cx="2014089" cy="3948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089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62155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神经网络层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执行时间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60663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前向传播时间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反向传播时间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服务器内部通信时间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服务器间通信时间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单次迭代时间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83988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epoch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执行时间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0241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AE" altLang="zh-CN" sz="16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49209"/>
                  </a:ext>
                </a:extLst>
              </a:tr>
            </a:tbl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4520641" y="607236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反馈优化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422930" y="2847584"/>
            <a:ext cx="1359110" cy="5762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抽象指令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队列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15" idx="1"/>
            <a:endCxn id="37" idx="1"/>
          </p:cNvCxnSpPr>
          <p:nvPr/>
        </p:nvCxnSpPr>
        <p:spPr>
          <a:xfrm rot="10800000" flipV="1">
            <a:off x="5422930" y="2019143"/>
            <a:ext cx="12700" cy="1116572"/>
          </a:xfrm>
          <a:prstGeom prst="bentConnector3">
            <a:avLst>
              <a:gd name="adj1" fmla="val 1092000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11" idx="3"/>
          </p:cNvCxnSpPr>
          <p:nvPr/>
        </p:nvCxnSpPr>
        <p:spPr>
          <a:xfrm>
            <a:off x="3371328" y="2562555"/>
            <a:ext cx="68251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3316703" y="1925173"/>
            <a:ext cx="74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非机理建模</a:t>
            </a:r>
            <a:endParaRPr lang="zh-CN" altLang="en-US" sz="1400" dirty="0"/>
          </a:p>
        </p:txBody>
      </p:sp>
      <p:sp>
        <p:nvSpPr>
          <p:cNvPr id="54" name="文本框 53"/>
          <p:cNvSpPr txBox="1"/>
          <p:nvPr/>
        </p:nvSpPr>
        <p:spPr>
          <a:xfrm>
            <a:off x="3394734" y="2668364"/>
            <a:ext cx="635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机理建模</a:t>
            </a:r>
            <a:endParaRPr lang="zh-CN" altLang="en-US" sz="1400" dirty="0"/>
          </a:p>
        </p:txBody>
      </p:sp>
      <p:sp>
        <p:nvSpPr>
          <p:cNvPr id="55" name="文本框 54"/>
          <p:cNvSpPr txBox="1"/>
          <p:nvPr/>
        </p:nvSpPr>
        <p:spPr>
          <a:xfrm>
            <a:off x="4493616" y="199417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训练</a:t>
            </a:r>
            <a:endParaRPr lang="zh-CN" altLang="en-US" sz="1400" dirty="0"/>
          </a:p>
        </p:txBody>
      </p:sp>
      <p:sp>
        <p:nvSpPr>
          <p:cNvPr id="56" name="文本框 55"/>
          <p:cNvSpPr txBox="1"/>
          <p:nvPr/>
        </p:nvSpPr>
        <p:spPr>
          <a:xfrm>
            <a:off x="4493616" y="31215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构建</a:t>
            </a:r>
            <a:endParaRPr lang="zh-CN" altLang="en-US" sz="1400" dirty="0"/>
          </a:p>
        </p:txBody>
      </p:sp>
      <p:sp>
        <p:nvSpPr>
          <p:cNvPr id="57" name="文本框 56"/>
          <p:cNvSpPr txBox="1"/>
          <p:nvPr/>
        </p:nvSpPr>
        <p:spPr>
          <a:xfrm>
            <a:off x="4232778" y="282485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核函数分解</a:t>
            </a:r>
            <a:endParaRPr lang="zh-CN" altLang="en-US" sz="1400" dirty="0"/>
          </a:p>
        </p:txBody>
      </p:sp>
      <p:sp>
        <p:nvSpPr>
          <p:cNvPr id="58" name="矩形 57"/>
          <p:cNvSpPr/>
          <p:nvPr/>
        </p:nvSpPr>
        <p:spPr>
          <a:xfrm>
            <a:off x="2731772" y="4577529"/>
            <a:ext cx="639556" cy="6078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通信模型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62" name="加号 61"/>
          <p:cNvSpPr/>
          <p:nvPr/>
        </p:nvSpPr>
        <p:spPr>
          <a:xfrm>
            <a:off x="5891077" y="2367942"/>
            <a:ext cx="415780" cy="409004"/>
          </a:xfrm>
          <a:prstGeom prst="mathPlus">
            <a:avLst>
              <a:gd name="adj1" fmla="val 160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5417309" y="5157894"/>
            <a:ext cx="1359110" cy="5933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交换机模型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64" name="加号 63"/>
          <p:cNvSpPr/>
          <p:nvPr/>
        </p:nvSpPr>
        <p:spPr>
          <a:xfrm>
            <a:off x="5886204" y="4676203"/>
            <a:ext cx="415780" cy="409004"/>
          </a:xfrm>
          <a:prstGeom prst="mathPlus">
            <a:avLst>
              <a:gd name="adj1" fmla="val 160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肘形连接符 64"/>
          <p:cNvCxnSpPr/>
          <p:nvPr/>
        </p:nvCxnSpPr>
        <p:spPr>
          <a:xfrm rot="10800000" flipV="1">
            <a:off x="5416579" y="4358234"/>
            <a:ext cx="12700" cy="1116572"/>
          </a:xfrm>
          <a:prstGeom prst="bentConnector3">
            <a:avLst>
              <a:gd name="adj1" fmla="val 1092000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3364977" y="4901646"/>
            <a:ext cx="68251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332807" y="4271980"/>
            <a:ext cx="74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服务器内通信</a:t>
            </a:r>
            <a:endParaRPr lang="zh-CN" altLang="en-US" sz="1400" dirty="0"/>
          </a:p>
        </p:txBody>
      </p:sp>
      <p:sp>
        <p:nvSpPr>
          <p:cNvPr id="68" name="文本框 67"/>
          <p:cNvSpPr txBox="1"/>
          <p:nvPr/>
        </p:nvSpPr>
        <p:spPr>
          <a:xfrm>
            <a:off x="3339158" y="5027866"/>
            <a:ext cx="74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服务器间通信</a:t>
            </a:r>
            <a:endParaRPr lang="zh-CN" altLang="en-US" sz="1400" dirty="0"/>
          </a:p>
        </p:txBody>
      </p:sp>
      <p:sp>
        <p:nvSpPr>
          <p:cNvPr id="69" name="文本框 68"/>
          <p:cNvSpPr txBox="1"/>
          <p:nvPr/>
        </p:nvSpPr>
        <p:spPr>
          <a:xfrm>
            <a:off x="4240935" y="4040919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通信数据量</a:t>
            </a:r>
            <a:endParaRPr lang="zh-CN" altLang="en-US" sz="1400" dirty="0"/>
          </a:p>
        </p:txBody>
      </p:sp>
      <p:sp>
        <p:nvSpPr>
          <p:cNvPr id="70" name="文本框 69"/>
          <p:cNvSpPr txBox="1"/>
          <p:nvPr/>
        </p:nvSpPr>
        <p:spPr>
          <a:xfrm>
            <a:off x="4263014" y="5076347"/>
            <a:ext cx="1082008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/>
              <a:t>交换机延迟链路长度</a:t>
            </a:r>
            <a:endParaRPr lang="zh-CN" altLang="en-US" sz="1400" dirty="0"/>
          </a:p>
        </p:txBody>
      </p:sp>
      <p:cxnSp>
        <p:nvCxnSpPr>
          <p:cNvPr id="72" name="肘形连接符 71"/>
          <p:cNvCxnSpPr>
            <a:stCxn id="36" idx="2"/>
          </p:cNvCxnSpPr>
          <p:nvPr/>
        </p:nvCxnSpPr>
        <p:spPr>
          <a:xfrm rot="5400000">
            <a:off x="5588974" y="2139115"/>
            <a:ext cx="724125" cy="7939672"/>
          </a:xfrm>
          <a:prstGeom prst="bentConnector2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546881" y="3162236"/>
            <a:ext cx="1082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分析计算通信并行关系</a:t>
            </a:r>
            <a:endParaRPr lang="zh-CN" altLang="en-US" sz="1400" dirty="0"/>
          </a:p>
        </p:txBody>
      </p:sp>
      <p:sp>
        <p:nvSpPr>
          <p:cNvPr id="87" name="文本框 86"/>
          <p:cNvSpPr txBox="1"/>
          <p:nvPr/>
        </p:nvSpPr>
        <p:spPr>
          <a:xfrm>
            <a:off x="7445803" y="3680460"/>
            <a:ext cx="126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确定关键路径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04844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734132" y="401030"/>
            <a:ext cx="12103172" cy="65636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414092" y="1167602"/>
            <a:ext cx="2395728" cy="55379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1238" y="79068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输入特征集合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-187491" y="1354721"/>
          <a:ext cx="195323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230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神经网络结构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神经网络层特征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输入数据大小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计算复杂度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内存占用大小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硬件特征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架构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计算性能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(FLOPS)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CUDA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内核数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网络特征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数目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网络拓扑结构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通信带宽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57687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并行训练策略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数据并行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模型并行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混合数据模型并行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283884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2534848" y="1164221"/>
            <a:ext cx="4542720" cy="250099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31772" y="2258626"/>
            <a:ext cx="639556" cy="6078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逐层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预测</a:t>
            </a:r>
          </a:p>
        </p:txBody>
      </p:sp>
      <p:sp>
        <p:nvSpPr>
          <p:cNvPr id="15" name="矩形 14"/>
          <p:cNvSpPr/>
          <p:nvPr/>
        </p:nvSpPr>
        <p:spPr>
          <a:xfrm>
            <a:off x="5422930" y="1731012"/>
            <a:ext cx="1359110" cy="5762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多层感知器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39613" y="169010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特征空间采样</a:t>
            </a:r>
            <a:endParaRPr lang="zh-CN" altLang="en-US" sz="1400" dirty="0"/>
          </a:p>
        </p:txBody>
      </p:sp>
      <p:sp>
        <p:nvSpPr>
          <p:cNvPr id="20" name="矩形 19"/>
          <p:cNvSpPr/>
          <p:nvPr/>
        </p:nvSpPr>
        <p:spPr>
          <a:xfrm>
            <a:off x="2534849" y="3665220"/>
            <a:ext cx="4542719" cy="2269794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422930" y="4006972"/>
            <a:ext cx="1359110" cy="5933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吞吐量模型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11048" y="124910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计算时间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11047" y="372253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通信时间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974847" y="2557874"/>
            <a:ext cx="581059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1981200" y="4894580"/>
            <a:ext cx="553647" cy="79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096132" y="55768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</a:rPr>
              <a:t>预测框架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723008" y="1430921"/>
            <a:ext cx="2395728" cy="431596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肘形连接符 37"/>
          <p:cNvCxnSpPr/>
          <p:nvPr/>
        </p:nvCxnSpPr>
        <p:spPr>
          <a:xfrm flipH="1">
            <a:off x="7085797" y="2568408"/>
            <a:ext cx="4873" cy="2308261"/>
          </a:xfrm>
          <a:prstGeom prst="bentConnector3">
            <a:avLst>
              <a:gd name="adj1" fmla="val -738584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7452360" y="3680460"/>
            <a:ext cx="1272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9212986" y="105400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时间预测结果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8909655" y="1642719"/>
          <a:ext cx="2014089" cy="3948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089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62155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神经网络层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执行时间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60663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前向传播时间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反向传播时间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服务器内部通信时间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服务器间通信时间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单次迭代时间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83988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epoch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执行时间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0241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AE" altLang="zh-CN" sz="16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49209"/>
                  </a:ext>
                </a:extLst>
              </a:tr>
            </a:tbl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4520641" y="607236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accent1">
                    <a:lumMod val="75000"/>
                  </a:schemeClr>
                </a:solidFill>
              </a:rPr>
              <a:t>反馈优化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422930" y="2847584"/>
            <a:ext cx="1359110" cy="5762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抽象指令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队列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15" idx="1"/>
            <a:endCxn id="37" idx="1"/>
          </p:cNvCxnSpPr>
          <p:nvPr/>
        </p:nvCxnSpPr>
        <p:spPr>
          <a:xfrm rot="10800000" flipV="1">
            <a:off x="5422930" y="2019143"/>
            <a:ext cx="12700" cy="1116572"/>
          </a:xfrm>
          <a:prstGeom prst="bentConnector3">
            <a:avLst>
              <a:gd name="adj1" fmla="val 1092000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11" idx="3"/>
          </p:cNvCxnSpPr>
          <p:nvPr/>
        </p:nvCxnSpPr>
        <p:spPr>
          <a:xfrm>
            <a:off x="3371328" y="2562555"/>
            <a:ext cx="68251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3316703" y="1925173"/>
            <a:ext cx="74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非机理建模</a:t>
            </a:r>
            <a:endParaRPr lang="zh-CN" altLang="en-US" sz="1400" dirty="0"/>
          </a:p>
        </p:txBody>
      </p:sp>
      <p:sp>
        <p:nvSpPr>
          <p:cNvPr id="54" name="文本框 53"/>
          <p:cNvSpPr txBox="1"/>
          <p:nvPr/>
        </p:nvSpPr>
        <p:spPr>
          <a:xfrm>
            <a:off x="3394734" y="2668364"/>
            <a:ext cx="635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机理建模</a:t>
            </a:r>
            <a:endParaRPr lang="zh-CN" altLang="en-US" sz="1400" dirty="0"/>
          </a:p>
        </p:txBody>
      </p:sp>
      <p:sp>
        <p:nvSpPr>
          <p:cNvPr id="55" name="文本框 54"/>
          <p:cNvSpPr txBox="1"/>
          <p:nvPr/>
        </p:nvSpPr>
        <p:spPr>
          <a:xfrm>
            <a:off x="4493616" y="199417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训练</a:t>
            </a:r>
            <a:endParaRPr lang="zh-CN" altLang="en-US" sz="1400" dirty="0"/>
          </a:p>
        </p:txBody>
      </p:sp>
      <p:sp>
        <p:nvSpPr>
          <p:cNvPr id="56" name="文本框 55"/>
          <p:cNvSpPr txBox="1"/>
          <p:nvPr/>
        </p:nvSpPr>
        <p:spPr>
          <a:xfrm>
            <a:off x="4493616" y="31215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构建</a:t>
            </a:r>
            <a:endParaRPr lang="zh-CN" altLang="en-US" sz="1400" dirty="0"/>
          </a:p>
        </p:txBody>
      </p:sp>
      <p:sp>
        <p:nvSpPr>
          <p:cNvPr id="57" name="文本框 56"/>
          <p:cNvSpPr txBox="1"/>
          <p:nvPr/>
        </p:nvSpPr>
        <p:spPr>
          <a:xfrm>
            <a:off x="4232778" y="282485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核函数分解</a:t>
            </a:r>
            <a:endParaRPr lang="zh-CN" altLang="en-US" sz="1400" dirty="0"/>
          </a:p>
        </p:txBody>
      </p:sp>
      <p:sp>
        <p:nvSpPr>
          <p:cNvPr id="58" name="矩形 57"/>
          <p:cNvSpPr/>
          <p:nvPr/>
        </p:nvSpPr>
        <p:spPr>
          <a:xfrm>
            <a:off x="2731772" y="4577529"/>
            <a:ext cx="639556" cy="6078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通信模型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62" name="加号 61"/>
          <p:cNvSpPr/>
          <p:nvPr/>
        </p:nvSpPr>
        <p:spPr>
          <a:xfrm>
            <a:off x="5891077" y="2367942"/>
            <a:ext cx="415780" cy="409004"/>
          </a:xfrm>
          <a:prstGeom prst="mathPlus">
            <a:avLst>
              <a:gd name="adj1" fmla="val 160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5417309" y="5157894"/>
            <a:ext cx="1359110" cy="5933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交换机模型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64" name="加号 63"/>
          <p:cNvSpPr/>
          <p:nvPr/>
        </p:nvSpPr>
        <p:spPr>
          <a:xfrm>
            <a:off x="5886204" y="4676203"/>
            <a:ext cx="415780" cy="409004"/>
          </a:xfrm>
          <a:prstGeom prst="mathPlus">
            <a:avLst>
              <a:gd name="adj1" fmla="val 160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肘形连接符 64"/>
          <p:cNvCxnSpPr/>
          <p:nvPr/>
        </p:nvCxnSpPr>
        <p:spPr>
          <a:xfrm rot="10800000" flipV="1">
            <a:off x="5416579" y="4358234"/>
            <a:ext cx="12700" cy="1116572"/>
          </a:xfrm>
          <a:prstGeom prst="bentConnector3">
            <a:avLst>
              <a:gd name="adj1" fmla="val 1092000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3364977" y="4901646"/>
            <a:ext cx="68251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332807" y="4271980"/>
            <a:ext cx="74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服务器内通信</a:t>
            </a:r>
            <a:endParaRPr lang="zh-CN" altLang="en-US" sz="1400" dirty="0"/>
          </a:p>
        </p:txBody>
      </p:sp>
      <p:sp>
        <p:nvSpPr>
          <p:cNvPr id="68" name="文本框 67"/>
          <p:cNvSpPr txBox="1"/>
          <p:nvPr/>
        </p:nvSpPr>
        <p:spPr>
          <a:xfrm>
            <a:off x="3339158" y="5027866"/>
            <a:ext cx="746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服务器间通信</a:t>
            </a:r>
            <a:endParaRPr lang="zh-CN" altLang="en-US" sz="1400" dirty="0"/>
          </a:p>
        </p:txBody>
      </p:sp>
      <p:sp>
        <p:nvSpPr>
          <p:cNvPr id="69" name="文本框 68"/>
          <p:cNvSpPr txBox="1"/>
          <p:nvPr/>
        </p:nvSpPr>
        <p:spPr>
          <a:xfrm>
            <a:off x="4240935" y="4040919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通信数据量</a:t>
            </a:r>
            <a:endParaRPr lang="zh-CN" altLang="en-US" sz="1400" dirty="0"/>
          </a:p>
        </p:txBody>
      </p:sp>
      <p:sp>
        <p:nvSpPr>
          <p:cNvPr id="70" name="文本框 69"/>
          <p:cNvSpPr txBox="1"/>
          <p:nvPr/>
        </p:nvSpPr>
        <p:spPr>
          <a:xfrm>
            <a:off x="4263014" y="5076347"/>
            <a:ext cx="1082008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/>
              <a:t>交换机延迟链路长度</a:t>
            </a:r>
            <a:endParaRPr lang="zh-CN" altLang="en-US" sz="1400" dirty="0"/>
          </a:p>
        </p:txBody>
      </p:sp>
      <p:cxnSp>
        <p:nvCxnSpPr>
          <p:cNvPr id="72" name="肘形连接符 71"/>
          <p:cNvCxnSpPr>
            <a:stCxn id="36" idx="2"/>
          </p:cNvCxnSpPr>
          <p:nvPr/>
        </p:nvCxnSpPr>
        <p:spPr>
          <a:xfrm rot="5400000">
            <a:off x="5588974" y="2139115"/>
            <a:ext cx="724125" cy="7939672"/>
          </a:xfrm>
          <a:prstGeom prst="bentConnector2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546881" y="3162236"/>
            <a:ext cx="1082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分析计算通信并行关系</a:t>
            </a:r>
            <a:endParaRPr lang="zh-CN" altLang="en-US" sz="1400" dirty="0"/>
          </a:p>
        </p:txBody>
      </p:sp>
      <p:sp>
        <p:nvSpPr>
          <p:cNvPr id="87" name="文本框 86"/>
          <p:cNvSpPr txBox="1"/>
          <p:nvPr/>
        </p:nvSpPr>
        <p:spPr>
          <a:xfrm>
            <a:off x="7445803" y="3680460"/>
            <a:ext cx="126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确定关键路径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53605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12566" y="167566"/>
            <a:ext cx="10286694" cy="65636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32606" y="934138"/>
            <a:ext cx="2395728" cy="55379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45640" y="52834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1F4E79"/>
                </a:solidFill>
              </a:rPr>
              <a:t>输入特征集合</a:t>
            </a:r>
            <a:endParaRPr lang="zh-CN" altLang="en-US" b="1" dirty="0">
              <a:solidFill>
                <a:srgbClr val="1F4E79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80384"/>
              </p:ext>
            </p:extLst>
          </p:nvPr>
        </p:nvGraphicFramePr>
        <p:xfrm>
          <a:off x="1359207" y="1121257"/>
          <a:ext cx="195323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230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神经网络结构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神经网络层特征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输入数据大小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计算复杂度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内存占用大小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硬件特征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架构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计算性能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(FLOPS)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CUDA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内核数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网络特征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数目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网络拓扑结构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通信带宽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57687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并行训练策略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数据并行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模型并行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混合数据模型并行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283884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4081546" y="934138"/>
            <a:ext cx="2782023" cy="293348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64716" y="1370713"/>
            <a:ext cx="1215682" cy="4280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神经网络层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23249" y="2403206"/>
            <a:ext cx="1888895" cy="48900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基准测试数据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20637" y="1818345"/>
            <a:ext cx="112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/>
              <a:t>特征空间采样</a:t>
            </a:r>
            <a:endParaRPr lang="zh-CN" altLang="en-US" sz="1600" b="1" dirty="0"/>
          </a:p>
        </p:txBody>
      </p:sp>
      <p:sp>
        <p:nvSpPr>
          <p:cNvPr id="20" name="矩形 19"/>
          <p:cNvSpPr/>
          <p:nvPr/>
        </p:nvSpPr>
        <p:spPr>
          <a:xfrm>
            <a:off x="4081548" y="4098338"/>
            <a:ext cx="2782022" cy="23737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88140" y="5189417"/>
            <a:ext cx="1359110" cy="40521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吞吐量模型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18559" y="9471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1F4E79"/>
                </a:solidFill>
              </a:rPr>
              <a:t>计算时间</a:t>
            </a:r>
            <a:endParaRPr lang="zh-CN" altLang="en-US" b="1" dirty="0">
              <a:solidFill>
                <a:srgbClr val="1F4E79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18559" y="40813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1F4E79"/>
                </a:solidFill>
              </a:rPr>
              <a:t>通信时间</a:t>
            </a:r>
            <a:endParaRPr lang="zh-CN" altLang="en-US" b="1" dirty="0">
              <a:solidFill>
                <a:srgbClr val="1F4E79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3527898" y="2110732"/>
            <a:ext cx="5735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3527898" y="5090884"/>
            <a:ext cx="553647" cy="79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8493649" y="1618081"/>
            <a:ext cx="2395728" cy="431596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8" name="肘形连接符 37"/>
          <p:cNvCxnSpPr/>
          <p:nvPr/>
        </p:nvCxnSpPr>
        <p:spPr>
          <a:xfrm flipH="1">
            <a:off x="6856438" y="2755568"/>
            <a:ext cx="4873" cy="2308261"/>
          </a:xfrm>
          <a:prstGeom prst="bentConnector3">
            <a:avLst>
              <a:gd name="adj1" fmla="val -738584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7223001" y="3867620"/>
            <a:ext cx="1272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8902510" y="121541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1F4E79"/>
                </a:solidFill>
              </a:rPr>
              <a:t>时间预测结果</a:t>
            </a:r>
            <a:endParaRPr lang="zh-CN" altLang="en-US" b="1" dirty="0">
              <a:solidFill>
                <a:srgbClr val="1F4E79"/>
              </a:solidFill>
            </a:endParaRPr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94992"/>
              </p:ext>
            </p:extLst>
          </p:nvPr>
        </p:nvGraphicFramePr>
        <p:xfrm>
          <a:off x="8680296" y="1829879"/>
          <a:ext cx="2014089" cy="386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089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62155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神经网络层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执行时间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60663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前向传播时间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反向传播时间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间通信时间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单次迭代时间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83988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训练时间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0241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AE" altLang="zh-CN" sz="16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49209"/>
                  </a:ext>
                </a:extLst>
              </a:tr>
            </a:tbl>
          </a:graphicData>
        </a:graphic>
      </p:graphicFrame>
      <p:cxnSp>
        <p:nvCxnSpPr>
          <p:cNvPr id="51" name="直接连接符 50"/>
          <p:cNvCxnSpPr>
            <a:stCxn id="11" idx="2"/>
            <a:endCxn id="15" idx="0"/>
          </p:cNvCxnSpPr>
          <p:nvPr/>
        </p:nvCxnSpPr>
        <p:spPr>
          <a:xfrm flipH="1">
            <a:off x="5467697" y="1798773"/>
            <a:ext cx="4860" cy="604433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4911690" y="291752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训练</a:t>
            </a:r>
            <a:endParaRPr lang="zh-CN" altLang="en-US" sz="1600" b="1" dirty="0"/>
          </a:p>
        </p:txBody>
      </p:sp>
      <p:sp>
        <p:nvSpPr>
          <p:cNvPr id="58" name="矩形 57"/>
          <p:cNvSpPr/>
          <p:nvPr/>
        </p:nvSpPr>
        <p:spPr>
          <a:xfrm>
            <a:off x="4533092" y="5895291"/>
            <a:ext cx="1869206" cy="4799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通信时间预测模型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66" name="直接连接符 65"/>
          <p:cNvCxnSpPr>
            <a:stCxn id="58" idx="0"/>
            <a:endCxn id="22" idx="2"/>
          </p:cNvCxnSpPr>
          <p:nvPr/>
        </p:nvCxnSpPr>
        <p:spPr>
          <a:xfrm flipV="1">
            <a:off x="5467695" y="5594630"/>
            <a:ext cx="0" cy="300661"/>
          </a:xfrm>
          <a:prstGeom prst="line">
            <a:avLst/>
          </a:prstGeom>
          <a:ln w="2540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317522" y="3349396"/>
            <a:ext cx="1082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分析计算通信并行关系</a:t>
            </a:r>
            <a:endParaRPr lang="zh-CN" altLang="en-US" sz="1400" dirty="0"/>
          </a:p>
        </p:txBody>
      </p:sp>
      <p:sp>
        <p:nvSpPr>
          <p:cNvPr id="87" name="文本框 86"/>
          <p:cNvSpPr txBox="1"/>
          <p:nvPr/>
        </p:nvSpPr>
        <p:spPr>
          <a:xfrm>
            <a:off x="7216444" y="3867620"/>
            <a:ext cx="126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确定关键路径</a:t>
            </a:r>
            <a:endParaRPr lang="zh-CN" altLang="en-US" sz="1400" dirty="0"/>
          </a:p>
        </p:txBody>
      </p:sp>
      <p:sp>
        <p:nvSpPr>
          <p:cNvPr id="31" name="文本框 30"/>
          <p:cNvSpPr txBox="1"/>
          <p:nvPr/>
        </p:nvSpPr>
        <p:spPr>
          <a:xfrm>
            <a:off x="4615429" y="214301"/>
            <a:ext cx="3063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</a:rPr>
              <a:t>分布式训练性能预测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542936" y="3283880"/>
            <a:ext cx="1849519" cy="4388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多层感知器模型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9" name="直接连接符 38"/>
          <p:cNvCxnSpPr>
            <a:stCxn id="15" idx="2"/>
            <a:endCxn id="37" idx="0"/>
          </p:cNvCxnSpPr>
          <p:nvPr/>
        </p:nvCxnSpPr>
        <p:spPr>
          <a:xfrm flipH="1">
            <a:off x="5467696" y="2892210"/>
            <a:ext cx="1" cy="39167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788140" y="4472052"/>
            <a:ext cx="1359110" cy="4045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通信数据量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92" name="直接连接符 91"/>
          <p:cNvCxnSpPr>
            <a:stCxn id="22" idx="0"/>
            <a:endCxn id="88" idx="2"/>
          </p:cNvCxnSpPr>
          <p:nvPr/>
        </p:nvCxnSpPr>
        <p:spPr>
          <a:xfrm flipV="1">
            <a:off x="5467695" y="4876559"/>
            <a:ext cx="0" cy="312858"/>
          </a:xfrm>
          <a:prstGeom prst="line">
            <a:avLst/>
          </a:prstGeom>
          <a:ln w="2540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5546923" y="196498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基准测试</a:t>
            </a:r>
            <a:endParaRPr lang="zh-CN" altLang="en-US" b="1" dirty="0"/>
          </a:p>
        </p:txBody>
      </p:sp>
      <p:sp>
        <p:nvSpPr>
          <p:cNvPr id="103" name="矩形 102"/>
          <p:cNvSpPr/>
          <p:nvPr/>
        </p:nvSpPr>
        <p:spPr>
          <a:xfrm>
            <a:off x="4542936" y="6622862"/>
            <a:ext cx="2673508" cy="4799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 smtClean="0">
                <a:solidFill>
                  <a:schemeClr val="tx1"/>
                </a:solidFill>
              </a:rPr>
              <a:t>RingA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ｌｌ－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R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ｅｄｕｃｅ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33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0324" y="922829"/>
            <a:ext cx="10006745" cy="5578419"/>
            <a:chOff x="390324" y="922829"/>
            <a:chExt cx="10006745" cy="5578419"/>
          </a:xfrm>
        </p:grpSpPr>
        <p:sp>
          <p:nvSpPr>
            <p:cNvPr id="34" name="矩形 33"/>
            <p:cNvSpPr/>
            <p:nvPr/>
          </p:nvSpPr>
          <p:spPr>
            <a:xfrm>
              <a:off x="390324" y="922829"/>
              <a:ext cx="7153419" cy="259436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90324" y="3921769"/>
              <a:ext cx="7153418" cy="25794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454208" y="1021137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计算时间预测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182204" y="3959957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通信时间预测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cxnSp>
          <p:nvCxnSpPr>
            <p:cNvPr id="39" name="直接箭头连接符 38"/>
            <p:cNvCxnSpPr>
              <a:endCxn id="62" idx="1"/>
            </p:cNvCxnSpPr>
            <p:nvPr/>
          </p:nvCxnSpPr>
          <p:spPr>
            <a:xfrm>
              <a:off x="7895625" y="3685776"/>
              <a:ext cx="146952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7934281" y="3039280"/>
              <a:ext cx="13922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计算通信</a:t>
              </a:r>
              <a:endParaRPr lang="en-US" altLang="zh-CN" sz="1600" dirty="0" smtClean="0"/>
            </a:p>
            <a:p>
              <a:pPr algn="ctr"/>
              <a:r>
                <a:rPr lang="zh-CN" altLang="en-US" sz="1600" dirty="0" smtClean="0"/>
                <a:t>并行性</a:t>
              </a:r>
              <a:r>
                <a:rPr lang="zh-CN" altLang="en-US" sz="1600" dirty="0"/>
                <a:t>分析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956871" y="3752492"/>
              <a:ext cx="14999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关键路径确定</a:t>
              </a:r>
              <a:endParaRPr lang="zh-CN" altLang="en-US" sz="160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522122" y="2387922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71238" y="2436560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神经网络</a:t>
              </a:r>
              <a:endParaRPr lang="en-US" altLang="zh-CN" sz="1600" b="1" dirty="0" smtClean="0"/>
            </a:p>
            <a:p>
              <a:r>
                <a:rPr lang="zh-CN" altLang="en-US" sz="1600" b="1" dirty="0" smtClean="0"/>
                <a:t>特征空间</a:t>
              </a:r>
              <a:endParaRPr lang="zh-CN" altLang="en-US" sz="1600" b="1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2718197" y="2387922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7" name="直接箭头连接符 46"/>
            <p:cNvCxnSpPr>
              <a:stCxn id="44" idx="3"/>
              <a:endCxn id="46" idx="1"/>
            </p:cNvCxnSpPr>
            <p:nvPr/>
          </p:nvCxnSpPr>
          <p:spPr>
            <a:xfrm>
              <a:off x="1576641" y="2728823"/>
              <a:ext cx="114155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1470685" y="2379258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采样</a:t>
              </a:r>
              <a:endParaRPr lang="zh-CN" altLang="en-US" sz="1600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56617" y="172644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机理分析</a:t>
              </a:r>
              <a:endParaRPr lang="en-US" altLang="zh-CN" sz="1600" b="1" dirty="0" smtClean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688778" y="2435556"/>
              <a:ext cx="11084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基准测试数据</a:t>
              </a:r>
              <a:endParaRPr lang="zh-CN" altLang="en-US" sz="1600" b="1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4503739" y="2387042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403792" y="2432312"/>
              <a:ext cx="1251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多层感知器模型</a:t>
              </a:r>
              <a:endParaRPr lang="zh-CN" altLang="en-US" sz="1600" b="1" dirty="0"/>
            </a:p>
          </p:txBody>
        </p:sp>
        <p:cxnSp>
          <p:nvCxnSpPr>
            <p:cNvPr id="57" name="直接箭头连接符 56"/>
            <p:cNvCxnSpPr>
              <a:stCxn id="46" idx="3"/>
              <a:endCxn id="52" idx="1"/>
            </p:cNvCxnSpPr>
            <p:nvPr/>
          </p:nvCxnSpPr>
          <p:spPr>
            <a:xfrm flipV="1">
              <a:off x="3772716" y="2727943"/>
              <a:ext cx="731023" cy="8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本框 57"/>
            <p:cNvSpPr txBox="1"/>
            <p:nvPr/>
          </p:nvSpPr>
          <p:spPr>
            <a:xfrm>
              <a:off x="3628754" y="2382901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训练</a:t>
              </a:r>
              <a:endParaRPr lang="zh-CN" altLang="en-US" sz="16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618094" y="4687378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吞吐量模型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3465437" y="4621530"/>
              <a:ext cx="1637281" cy="6572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单链路通信时间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预测模型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直接箭头连接符 60"/>
            <p:cNvCxnSpPr>
              <a:stCxn id="59" idx="3"/>
              <a:endCxn id="60" idx="1"/>
            </p:cNvCxnSpPr>
            <p:nvPr/>
          </p:nvCxnSpPr>
          <p:spPr>
            <a:xfrm>
              <a:off x="1886693" y="4950139"/>
              <a:ext cx="157874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矩形 61"/>
            <p:cNvSpPr/>
            <p:nvPr/>
          </p:nvSpPr>
          <p:spPr>
            <a:xfrm>
              <a:off x="9365151" y="3423015"/>
              <a:ext cx="1031918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训练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6306725" y="5228994"/>
              <a:ext cx="1050642" cy="478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532060" y="1661969"/>
              <a:ext cx="1054519" cy="45731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6" name="肘形连接符 65"/>
            <p:cNvCxnSpPr>
              <a:stCxn id="64" idx="3"/>
            </p:cNvCxnSpPr>
            <p:nvPr/>
          </p:nvCxnSpPr>
          <p:spPr>
            <a:xfrm>
              <a:off x="1586579" y="1890627"/>
              <a:ext cx="845783" cy="849208"/>
            </a:xfrm>
            <a:prstGeom prst="bentConnector2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文本框 69"/>
            <p:cNvSpPr txBox="1"/>
            <p:nvPr/>
          </p:nvSpPr>
          <p:spPr>
            <a:xfrm>
              <a:off x="1558110" y="1547274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特征</a:t>
              </a:r>
              <a:r>
                <a:rPr lang="zh-CN" altLang="en-US" sz="1600" dirty="0"/>
                <a:t>扩充</a:t>
              </a:r>
            </a:p>
          </p:txBody>
        </p:sp>
        <p:sp>
          <p:nvSpPr>
            <p:cNvPr id="74" name="矩形 73"/>
            <p:cNvSpPr/>
            <p:nvPr/>
          </p:nvSpPr>
          <p:spPr>
            <a:xfrm>
              <a:off x="6306725" y="2504741"/>
              <a:ext cx="1054519" cy="45110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222039" y="2563176"/>
              <a:ext cx="12510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计算时间</a:t>
              </a:r>
              <a:endParaRPr lang="zh-CN" altLang="en-US" sz="1600" b="1" dirty="0"/>
            </a:p>
          </p:txBody>
        </p:sp>
        <p:cxnSp>
          <p:nvCxnSpPr>
            <p:cNvPr id="76" name="直接箭头连接符 75"/>
            <p:cNvCxnSpPr>
              <a:stCxn id="52" idx="3"/>
            </p:cNvCxnSpPr>
            <p:nvPr/>
          </p:nvCxnSpPr>
          <p:spPr>
            <a:xfrm>
              <a:off x="5558258" y="2727943"/>
              <a:ext cx="748467" cy="45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/>
          </p:nvSpPr>
          <p:spPr>
            <a:xfrm>
              <a:off x="5431018" y="2382901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78" name="矩形 77"/>
            <p:cNvSpPr/>
            <p:nvPr/>
          </p:nvSpPr>
          <p:spPr>
            <a:xfrm>
              <a:off x="618094" y="5715747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9" name="肘形连接符 78"/>
            <p:cNvCxnSpPr>
              <a:stCxn id="60" idx="3"/>
              <a:endCxn id="89" idx="3"/>
            </p:cNvCxnSpPr>
            <p:nvPr/>
          </p:nvCxnSpPr>
          <p:spPr>
            <a:xfrm flipH="1">
              <a:off x="5102717" y="4950139"/>
              <a:ext cx="1" cy="1034457"/>
            </a:xfrm>
            <a:prstGeom prst="bentConnector3">
              <a:avLst>
                <a:gd name="adj1" fmla="val -2286000000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>
              <a:off x="5329283" y="5467367"/>
              <a:ext cx="977442" cy="13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/>
            <p:cNvSpPr txBox="1"/>
            <p:nvPr/>
          </p:nvSpPr>
          <p:spPr>
            <a:xfrm>
              <a:off x="5314242" y="5128813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938894" y="5626633"/>
              <a:ext cx="14743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算法机理分析</a:t>
              </a:r>
              <a:endParaRPr lang="zh-CN" altLang="en-US" sz="1600" dirty="0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1865587" y="4593849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实时吞吐量分析</a:t>
              </a:r>
              <a:endParaRPr lang="zh-CN" altLang="en-US" sz="1600" dirty="0"/>
            </a:p>
          </p:txBody>
        </p:sp>
        <p:sp>
          <p:nvSpPr>
            <p:cNvPr id="89" name="矩形 88"/>
            <p:cNvSpPr/>
            <p:nvPr/>
          </p:nvSpPr>
          <p:spPr>
            <a:xfrm>
              <a:off x="3465437" y="5721835"/>
              <a:ext cx="1637280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集群通信模型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接箭头连接符 89"/>
            <p:cNvCxnSpPr>
              <a:stCxn id="78" idx="3"/>
              <a:endCxn id="89" idx="1"/>
            </p:cNvCxnSpPr>
            <p:nvPr/>
          </p:nvCxnSpPr>
          <p:spPr>
            <a:xfrm>
              <a:off x="1886693" y="5978508"/>
              <a:ext cx="1578744" cy="608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肘形连接符 90"/>
            <p:cNvCxnSpPr>
              <a:stCxn id="34" idx="3"/>
            </p:cNvCxnSpPr>
            <p:nvPr/>
          </p:nvCxnSpPr>
          <p:spPr>
            <a:xfrm>
              <a:off x="7543743" y="2220013"/>
              <a:ext cx="351882" cy="1470477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肘形连接符 91"/>
            <p:cNvCxnSpPr>
              <a:endCxn id="35" idx="3"/>
            </p:cNvCxnSpPr>
            <p:nvPr/>
          </p:nvCxnSpPr>
          <p:spPr>
            <a:xfrm rot="5400000">
              <a:off x="6956818" y="4272701"/>
              <a:ext cx="1525733" cy="351883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995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组合 240"/>
          <p:cNvGrpSpPr/>
          <p:nvPr/>
        </p:nvGrpSpPr>
        <p:grpSpPr>
          <a:xfrm>
            <a:off x="949124" y="914978"/>
            <a:ext cx="10006745" cy="5578419"/>
            <a:chOff x="949124" y="914978"/>
            <a:chExt cx="10006745" cy="5578419"/>
          </a:xfrm>
        </p:grpSpPr>
        <p:sp>
          <p:nvSpPr>
            <p:cNvPr id="10" name="矩形 9"/>
            <p:cNvSpPr/>
            <p:nvPr/>
          </p:nvSpPr>
          <p:spPr>
            <a:xfrm>
              <a:off x="949124" y="914978"/>
              <a:ext cx="7153419" cy="259436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949124" y="3913918"/>
              <a:ext cx="7153418" cy="25794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013008" y="101328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计算时间预测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741004" y="395210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通信时间预测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cxnSp>
          <p:nvCxnSpPr>
            <p:cNvPr id="41" name="直接箭头连接符 40"/>
            <p:cNvCxnSpPr>
              <a:endCxn id="80" idx="1"/>
            </p:cNvCxnSpPr>
            <p:nvPr/>
          </p:nvCxnSpPr>
          <p:spPr>
            <a:xfrm>
              <a:off x="8454425" y="3677925"/>
              <a:ext cx="146952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8493081" y="3031429"/>
              <a:ext cx="13922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计算通信</a:t>
              </a:r>
              <a:endParaRPr lang="en-US" altLang="zh-CN" sz="1600" dirty="0" smtClean="0"/>
            </a:p>
            <a:p>
              <a:pPr algn="ctr"/>
              <a:r>
                <a:rPr lang="zh-CN" altLang="en-US" sz="1600" dirty="0" smtClean="0"/>
                <a:t>并行性</a:t>
              </a:r>
              <a:r>
                <a:rPr lang="zh-CN" altLang="en-US" sz="1600" dirty="0"/>
                <a:t>分析</a:t>
              </a: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8515671" y="3744641"/>
              <a:ext cx="14999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关键路径确定</a:t>
              </a:r>
              <a:endParaRPr lang="zh-CN" altLang="en-US" sz="16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80922" y="2380071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30038" y="2428709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神经网络</a:t>
              </a:r>
              <a:endParaRPr lang="en-US" altLang="zh-CN" sz="1600" b="1" dirty="0" smtClean="0"/>
            </a:p>
            <a:p>
              <a:r>
                <a:rPr lang="zh-CN" altLang="en-US" sz="1600" b="1" dirty="0" smtClean="0"/>
                <a:t>特征空间</a:t>
              </a:r>
              <a:endParaRPr lang="zh-CN" altLang="en-US" sz="1600" b="1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3276997" y="2380071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1" name="直接箭头连接符 20"/>
            <p:cNvCxnSpPr>
              <a:stCxn id="16" idx="3"/>
              <a:endCxn id="43" idx="1"/>
            </p:cNvCxnSpPr>
            <p:nvPr/>
          </p:nvCxnSpPr>
          <p:spPr>
            <a:xfrm>
              <a:off x="2135441" y="2720972"/>
              <a:ext cx="114155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2029485" y="2371407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采样</a:t>
              </a:r>
              <a:endParaRPr lang="zh-CN" altLang="en-US" sz="16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115417" y="1718592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机理分析</a:t>
              </a:r>
              <a:endParaRPr lang="en-US" altLang="zh-CN" sz="1600" b="1" dirty="0" smtClean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247578" y="2427705"/>
              <a:ext cx="11084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基准测试数据</a:t>
              </a:r>
              <a:endParaRPr lang="zh-CN" altLang="en-US" sz="1600" b="1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5062539" y="2379191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962592" y="2424461"/>
              <a:ext cx="1251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多层感知器模型</a:t>
              </a:r>
              <a:endParaRPr lang="zh-CN" altLang="en-US" sz="1600" b="1" dirty="0"/>
            </a:p>
          </p:txBody>
        </p:sp>
        <p:cxnSp>
          <p:nvCxnSpPr>
            <p:cNvPr id="56" name="直接箭头连接符 55"/>
            <p:cNvCxnSpPr>
              <a:stCxn id="43" idx="3"/>
              <a:endCxn id="53" idx="1"/>
            </p:cNvCxnSpPr>
            <p:nvPr/>
          </p:nvCxnSpPr>
          <p:spPr>
            <a:xfrm flipV="1">
              <a:off x="4331516" y="2720092"/>
              <a:ext cx="731023" cy="8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文本框 64"/>
            <p:cNvSpPr txBox="1"/>
            <p:nvPr/>
          </p:nvSpPr>
          <p:spPr>
            <a:xfrm>
              <a:off x="4187554" y="2375050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训练</a:t>
              </a:r>
              <a:endParaRPr lang="zh-CN" altLang="en-US" sz="1600" dirty="0"/>
            </a:p>
          </p:txBody>
        </p:sp>
        <p:sp>
          <p:nvSpPr>
            <p:cNvPr id="68" name="矩形 67"/>
            <p:cNvSpPr/>
            <p:nvPr/>
          </p:nvSpPr>
          <p:spPr>
            <a:xfrm>
              <a:off x="1176894" y="4679527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吞吐量模型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4024237" y="4613679"/>
              <a:ext cx="1637281" cy="6572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单链路通信时间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预测模型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接箭头连接符 72"/>
            <p:cNvCxnSpPr>
              <a:stCxn id="68" idx="3"/>
              <a:endCxn id="72" idx="1"/>
            </p:cNvCxnSpPr>
            <p:nvPr/>
          </p:nvCxnSpPr>
          <p:spPr>
            <a:xfrm>
              <a:off x="2445493" y="4942288"/>
              <a:ext cx="157874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矩形 79"/>
            <p:cNvSpPr/>
            <p:nvPr/>
          </p:nvSpPr>
          <p:spPr>
            <a:xfrm>
              <a:off x="9923951" y="3415164"/>
              <a:ext cx="1031918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训练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6865525" y="5221143"/>
              <a:ext cx="1050642" cy="478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1090860" y="1654118"/>
              <a:ext cx="1054519" cy="45731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09" name="肘形连接符 108"/>
            <p:cNvCxnSpPr>
              <a:stCxn id="105" idx="3"/>
            </p:cNvCxnSpPr>
            <p:nvPr/>
          </p:nvCxnSpPr>
          <p:spPr>
            <a:xfrm>
              <a:off x="2145379" y="1882776"/>
              <a:ext cx="845783" cy="849208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文本框 110"/>
            <p:cNvSpPr txBox="1"/>
            <p:nvPr/>
          </p:nvSpPr>
          <p:spPr>
            <a:xfrm>
              <a:off x="2116910" y="153942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特征</a:t>
              </a:r>
              <a:r>
                <a:rPr lang="zh-CN" altLang="en-US" sz="1600" dirty="0"/>
                <a:t>扩充</a:t>
              </a:r>
            </a:p>
          </p:txBody>
        </p:sp>
        <p:sp>
          <p:nvSpPr>
            <p:cNvPr id="113" name="矩形 112"/>
            <p:cNvSpPr/>
            <p:nvPr/>
          </p:nvSpPr>
          <p:spPr>
            <a:xfrm>
              <a:off x="6865525" y="2496890"/>
              <a:ext cx="1054519" cy="45110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6780839" y="2555325"/>
              <a:ext cx="12510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计算时间</a:t>
              </a:r>
              <a:endParaRPr lang="zh-CN" altLang="en-US" sz="1600" b="1" dirty="0"/>
            </a:p>
          </p:txBody>
        </p:sp>
        <p:cxnSp>
          <p:nvCxnSpPr>
            <p:cNvPr id="115" name="直接箭头连接符 114"/>
            <p:cNvCxnSpPr>
              <a:stCxn id="53" idx="3"/>
            </p:cNvCxnSpPr>
            <p:nvPr/>
          </p:nvCxnSpPr>
          <p:spPr>
            <a:xfrm>
              <a:off x="6117058" y="2720092"/>
              <a:ext cx="748467" cy="45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4" name="文本框 123"/>
            <p:cNvSpPr txBox="1"/>
            <p:nvPr/>
          </p:nvSpPr>
          <p:spPr>
            <a:xfrm>
              <a:off x="5989818" y="2375050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129" name="矩形 128"/>
            <p:cNvSpPr/>
            <p:nvPr/>
          </p:nvSpPr>
          <p:spPr>
            <a:xfrm>
              <a:off x="1176894" y="5707896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45" name="肘形连接符 144"/>
            <p:cNvCxnSpPr>
              <a:stCxn id="72" idx="3"/>
              <a:endCxn id="193" idx="3"/>
            </p:cNvCxnSpPr>
            <p:nvPr/>
          </p:nvCxnSpPr>
          <p:spPr>
            <a:xfrm flipH="1">
              <a:off x="5661517" y="4942288"/>
              <a:ext cx="1" cy="1034457"/>
            </a:xfrm>
            <a:prstGeom prst="bentConnector3">
              <a:avLst>
                <a:gd name="adj1" fmla="val -2286000000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接箭头连接符 156"/>
            <p:cNvCxnSpPr/>
            <p:nvPr/>
          </p:nvCxnSpPr>
          <p:spPr>
            <a:xfrm>
              <a:off x="5888083" y="5459516"/>
              <a:ext cx="977442" cy="13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/>
            <p:cNvSpPr txBox="1"/>
            <p:nvPr/>
          </p:nvSpPr>
          <p:spPr>
            <a:xfrm>
              <a:off x="5873042" y="5120962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2497694" y="5618782"/>
              <a:ext cx="14743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算法机理分析</a:t>
              </a:r>
              <a:endParaRPr lang="zh-CN" altLang="en-US" sz="1600" dirty="0"/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2424387" y="4585998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实时吞吐量分析</a:t>
              </a:r>
              <a:endParaRPr lang="zh-CN" altLang="en-US" sz="1600" dirty="0"/>
            </a:p>
          </p:txBody>
        </p:sp>
        <p:sp>
          <p:nvSpPr>
            <p:cNvPr id="193" name="矩形 192"/>
            <p:cNvSpPr/>
            <p:nvPr/>
          </p:nvSpPr>
          <p:spPr>
            <a:xfrm>
              <a:off x="4024237" y="5713984"/>
              <a:ext cx="1637280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集群通信模型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95" name="直接箭头连接符 194"/>
            <p:cNvCxnSpPr>
              <a:stCxn id="129" idx="3"/>
              <a:endCxn id="193" idx="1"/>
            </p:cNvCxnSpPr>
            <p:nvPr/>
          </p:nvCxnSpPr>
          <p:spPr>
            <a:xfrm>
              <a:off x="2445493" y="5970657"/>
              <a:ext cx="1578744" cy="608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5" name="肘形连接符 214"/>
            <p:cNvCxnSpPr>
              <a:stCxn id="10" idx="3"/>
            </p:cNvCxnSpPr>
            <p:nvPr/>
          </p:nvCxnSpPr>
          <p:spPr>
            <a:xfrm>
              <a:off x="8102543" y="2212162"/>
              <a:ext cx="351882" cy="1470477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肘形连接符 231"/>
            <p:cNvCxnSpPr>
              <a:endCxn id="20" idx="3"/>
            </p:cNvCxnSpPr>
            <p:nvPr/>
          </p:nvCxnSpPr>
          <p:spPr>
            <a:xfrm rot="5400000">
              <a:off x="7515618" y="4264850"/>
              <a:ext cx="1525733" cy="351883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242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1920" y="-329184"/>
            <a:ext cx="10495280" cy="7049831"/>
            <a:chOff x="121920" y="-329184"/>
            <a:chExt cx="10495280" cy="7049831"/>
          </a:xfrm>
        </p:grpSpPr>
        <p:sp>
          <p:nvSpPr>
            <p:cNvPr id="2" name="矩形 1"/>
            <p:cNvSpPr/>
            <p:nvPr/>
          </p:nvSpPr>
          <p:spPr>
            <a:xfrm>
              <a:off x="121920" y="-329184"/>
              <a:ext cx="10495280" cy="70498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772716" y="-237025"/>
              <a:ext cx="38779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1F4E79"/>
                  </a:solidFill>
                </a:rPr>
                <a:t>大规模分布式训练仿真平台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497283" y="302312"/>
              <a:ext cx="7153419" cy="3330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497283" y="4037268"/>
              <a:ext cx="7153418" cy="25794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460356" y="32432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计算时间预测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3460048" y="407578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1F4E79"/>
                  </a:solidFill>
                </a:rPr>
                <a:t>通信时间预测</a:t>
              </a:r>
              <a:endParaRPr lang="zh-CN" altLang="en-US" b="1" dirty="0">
                <a:solidFill>
                  <a:srgbClr val="1F4E79"/>
                </a:solidFill>
              </a:endParaRPr>
            </a:p>
          </p:txBody>
        </p:sp>
        <p:cxnSp>
          <p:nvCxnSpPr>
            <p:cNvPr id="54" name="直接箭头连接符 53"/>
            <p:cNvCxnSpPr>
              <a:endCxn id="105" idx="1"/>
            </p:cNvCxnSpPr>
            <p:nvPr/>
          </p:nvCxnSpPr>
          <p:spPr>
            <a:xfrm>
              <a:off x="8002584" y="3801275"/>
              <a:ext cx="146952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8041240" y="3154779"/>
              <a:ext cx="13922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计算通信</a:t>
              </a:r>
              <a:endParaRPr lang="en-US" altLang="zh-CN" sz="1600" dirty="0" smtClean="0"/>
            </a:p>
            <a:p>
              <a:pPr algn="ctr"/>
              <a:r>
                <a:rPr lang="zh-CN" altLang="en-US" sz="1600" dirty="0" smtClean="0"/>
                <a:t>并行性</a:t>
              </a:r>
              <a:r>
                <a:rPr lang="zh-CN" altLang="en-US" sz="1600" dirty="0"/>
                <a:t>分析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063830" y="3867991"/>
              <a:ext cx="14999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关键路径确定</a:t>
              </a:r>
              <a:endParaRPr lang="zh-CN" altLang="en-US" sz="1600" dirty="0"/>
            </a:p>
          </p:txBody>
        </p:sp>
        <p:sp>
          <p:nvSpPr>
            <p:cNvPr id="68" name="矩形 67"/>
            <p:cNvSpPr/>
            <p:nvPr/>
          </p:nvSpPr>
          <p:spPr>
            <a:xfrm>
              <a:off x="629081" y="2503421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678197" y="2552059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神经网络</a:t>
              </a:r>
              <a:endParaRPr lang="en-US" altLang="zh-CN" sz="1600" b="1" dirty="0" smtClean="0"/>
            </a:p>
            <a:p>
              <a:r>
                <a:rPr lang="zh-CN" altLang="en-US" sz="1600" b="1" dirty="0" smtClean="0"/>
                <a:t>特征空间</a:t>
              </a:r>
              <a:endParaRPr lang="zh-CN" altLang="en-US" sz="1600" b="1" dirty="0"/>
            </a:p>
          </p:txBody>
        </p:sp>
        <p:sp>
          <p:nvSpPr>
            <p:cNvPr id="72" name="矩形 71"/>
            <p:cNvSpPr/>
            <p:nvPr/>
          </p:nvSpPr>
          <p:spPr>
            <a:xfrm>
              <a:off x="2825156" y="2503421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73" name="直接箭头连接符 72"/>
            <p:cNvCxnSpPr>
              <a:stCxn id="68" idx="3"/>
              <a:endCxn id="72" idx="1"/>
            </p:cNvCxnSpPr>
            <p:nvPr/>
          </p:nvCxnSpPr>
          <p:spPr>
            <a:xfrm>
              <a:off x="1683600" y="2844322"/>
              <a:ext cx="114155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文本框 79"/>
            <p:cNvSpPr txBox="1"/>
            <p:nvPr/>
          </p:nvSpPr>
          <p:spPr>
            <a:xfrm>
              <a:off x="1577644" y="2494757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采样</a:t>
              </a:r>
              <a:endParaRPr lang="zh-CN" altLang="en-US" sz="1600" dirty="0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2795737" y="2551055"/>
              <a:ext cx="11084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基准测试数据</a:t>
              </a:r>
              <a:endParaRPr lang="zh-CN" altLang="en-US" sz="1600" b="1" dirty="0"/>
            </a:p>
          </p:txBody>
        </p:sp>
        <p:sp>
          <p:nvSpPr>
            <p:cNvPr id="82" name="矩形 81"/>
            <p:cNvSpPr/>
            <p:nvPr/>
          </p:nvSpPr>
          <p:spPr>
            <a:xfrm>
              <a:off x="4610698" y="2502541"/>
              <a:ext cx="1054519" cy="681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4510751" y="2547811"/>
              <a:ext cx="1251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多层感知器模型</a:t>
              </a:r>
              <a:endParaRPr lang="zh-CN" altLang="en-US" sz="1600" b="1" dirty="0"/>
            </a:p>
          </p:txBody>
        </p:sp>
        <p:cxnSp>
          <p:nvCxnSpPr>
            <p:cNvPr id="87" name="直接箭头连接符 86"/>
            <p:cNvCxnSpPr>
              <a:stCxn id="72" idx="3"/>
              <a:endCxn id="82" idx="1"/>
            </p:cNvCxnSpPr>
            <p:nvPr/>
          </p:nvCxnSpPr>
          <p:spPr>
            <a:xfrm flipV="1">
              <a:off x="3879675" y="2843442"/>
              <a:ext cx="731023" cy="8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735713" y="2498400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训练</a:t>
              </a:r>
              <a:endParaRPr lang="zh-CN" altLang="en-US" sz="1600" dirty="0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725053" y="4802877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吞吐量模型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3572396" y="4737029"/>
              <a:ext cx="1637281" cy="6572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单链路通信时间</a:t>
              </a:r>
              <a:endParaRPr lang="en-US" altLang="zh-CN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预测模型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4" name="直接箭头连接符 103"/>
            <p:cNvCxnSpPr>
              <a:stCxn id="102" idx="3"/>
              <a:endCxn id="103" idx="1"/>
            </p:cNvCxnSpPr>
            <p:nvPr/>
          </p:nvCxnSpPr>
          <p:spPr>
            <a:xfrm>
              <a:off x="1993652" y="5065638"/>
              <a:ext cx="157874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9472110" y="3538514"/>
              <a:ext cx="1031918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训练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6413684" y="5344493"/>
              <a:ext cx="1050642" cy="4780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通信时间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929238" y="1092628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特征</a:t>
              </a:r>
              <a:r>
                <a:rPr lang="zh-CN" altLang="en-US" sz="1600" dirty="0"/>
                <a:t>扩充</a:t>
              </a:r>
            </a:p>
          </p:txBody>
        </p:sp>
        <p:sp>
          <p:nvSpPr>
            <p:cNvPr id="108" name="矩形 107"/>
            <p:cNvSpPr/>
            <p:nvPr/>
          </p:nvSpPr>
          <p:spPr>
            <a:xfrm>
              <a:off x="6413684" y="2620240"/>
              <a:ext cx="1054519" cy="45110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6328998" y="2678675"/>
              <a:ext cx="12510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计算时间</a:t>
              </a:r>
              <a:endParaRPr lang="zh-CN" altLang="en-US" sz="1600" b="1" dirty="0"/>
            </a:p>
          </p:txBody>
        </p:sp>
        <p:cxnSp>
          <p:nvCxnSpPr>
            <p:cNvPr id="110" name="直接箭头连接符 109"/>
            <p:cNvCxnSpPr>
              <a:stCxn id="82" idx="3"/>
            </p:cNvCxnSpPr>
            <p:nvPr/>
          </p:nvCxnSpPr>
          <p:spPr>
            <a:xfrm>
              <a:off x="5665217" y="2843442"/>
              <a:ext cx="748467" cy="45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文本框 110"/>
            <p:cNvSpPr txBox="1"/>
            <p:nvPr/>
          </p:nvSpPr>
          <p:spPr>
            <a:xfrm>
              <a:off x="5537977" y="2498400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725053" y="5831246"/>
              <a:ext cx="1268599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通信拓扑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3" name="肘形连接符 112"/>
            <p:cNvCxnSpPr>
              <a:stCxn id="103" idx="3"/>
              <a:endCxn id="118" idx="3"/>
            </p:cNvCxnSpPr>
            <p:nvPr/>
          </p:nvCxnSpPr>
          <p:spPr>
            <a:xfrm flipH="1">
              <a:off x="5209676" y="5065638"/>
              <a:ext cx="1" cy="1034457"/>
            </a:xfrm>
            <a:prstGeom prst="bentConnector3">
              <a:avLst>
                <a:gd name="adj1" fmla="val -2286000000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/>
            <p:nvPr/>
          </p:nvCxnSpPr>
          <p:spPr>
            <a:xfrm>
              <a:off x="5436242" y="5582866"/>
              <a:ext cx="977442" cy="13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文本框 114"/>
            <p:cNvSpPr txBox="1"/>
            <p:nvPr/>
          </p:nvSpPr>
          <p:spPr>
            <a:xfrm>
              <a:off x="5421201" y="5244312"/>
              <a:ext cx="10029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预测</a:t>
              </a:r>
              <a:endParaRPr lang="zh-CN" altLang="en-US" sz="1600" dirty="0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2045853" y="5742132"/>
              <a:ext cx="14743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/>
                <a:t>算法机理分析</a:t>
              </a:r>
              <a:endParaRPr lang="zh-CN" altLang="en-US" sz="1600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1972546" y="4709348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实时吞吐量分析</a:t>
              </a:r>
              <a:endParaRPr lang="zh-CN" altLang="en-US" sz="1600" dirty="0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3572396" y="5837334"/>
              <a:ext cx="1637280" cy="52552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集群通信模型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9" name="直接箭头连接符 118"/>
            <p:cNvCxnSpPr>
              <a:stCxn id="112" idx="3"/>
              <a:endCxn id="118" idx="1"/>
            </p:cNvCxnSpPr>
            <p:nvPr/>
          </p:nvCxnSpPr>
          <p:spPr>
            <a:xfrm>
              <a:off x="1993652" y="6094007"/>
              <a:ext cx="1578744" cy="608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肘形连接符 119"/>
            <p:cNvCxnSpPr>
              <a:stCxn id="45" idx="3"/>
            </p:cNvCxnSpPr>
            <p:nvPr/>
          </p:nvCxnSpPr>
          <p:spPr>
            <a:xfrm>
              <a:off x="7650702" y="1967504"/>
              <a:ext cx="351882" cy="1838485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肘形连接符 120"/>
            <p:cNvCxnSpPr>
              <a:endCxn id="46" idx="3"/>
            </p:cNvCxnSpPr>
            <p:nvPr/>
          </p:nvCxnSpPr>
          <p:spPr>
            <a:xfrm rot="5400000">
              <a:off x="7063777" y="4388200"/>
              <a:ext cx="1525733" cy="351883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文本框 121"/>
            <p:cNvSpPr txBox="1"/>
            <p:nvPr/>
          </p:nvSpPr>
          <p:spPr>
            <a:xfrm>
              <a:off x="3207195" y="1053578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 smtClean="0"/>
                <a:t>浮点数运算数</a:t>
              </a:r>
              <a:endParaRPr lang="en-US" altLang="zh-CN" sz="1600" b="1" dirty="0" smtClean="0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3182638" y="989104"/>
              <a:ext cx="1440329" cy="45731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3229112" y="1668940"/>
              <a:ext cx="13261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 smtClean="0"/>
                <a:t>内存占用</a:t>
              </a:r>
              <a:endParaRPr lang="en-US" altLang="zh-CN" sz="1600" b="1" dirty="0" smtClean="0"/>
            </a:p>
          </p:txBody>
        </p:sp>
        <p:sp>
          <p:nvSpPr>
            <p:cNvPr id="125" name="矩形 124"/>
            <p:cNvSpPr/>
            <p:nvPr/>
          </p:nvSpPr>
          <p:spPr>
            <a:xfrm>
              <a:off x="3181854" y="1639497"/>
              <a:ext cx="1441113" cy="41229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3017306" y="836246"/>
              <a:ext cx="2744507" cy="13735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7" name="肘形连接符 126"/>
            <p:cNvCxnSpPr>
              <a:stCxn id="126" idx="1"/>
            </p:cNvCxnSpPr>
            <p:nvPr/>
          </p:nvCxnSpPr>
          <p:spPr>
            <a:xfrm rot="10800000" flipV="1">
              <a:off x="2502338" y="1523008"/>
              <a:ext cx="514969" cy="1313944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127"/>
            <p:cNvSpPr txBox="1"/>
            <p:nvPr/>
          </p:nvSpPr>
          <p:spPr>
            <a:xfrm>
              <a:off x="4738661" y="1353730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机理分析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037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1920" y="198046"/>
            <a:ext cx="10495280" cy="652260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47977" y="302312"/>
            <a:ext cx="6643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/>
              <a:t>面向大规模</a:t>
            </a:r>
            <a:r>
              <a:rPr lang="en-US" altLang="zh-CN" sz="2400" b="1" dirty="0"/>
              <a:t>GPU</a:t>
            </a:r>
            <a:r>
              <a:rPr lang="zh-CN" altLang="en-US" sz="2400" b="1" dirty="0"/>
              <a:t>集群的分布式训练时间预测方法</a:t>
            </a:r>
          </a:p>
        </p:txBody>
      </p:sp>
      <p:sp>
        <p:nvSpPr>
          <p:cNvPr id="48" name="矩形 47"/>
          <p:cNvSpPr/>
          <p:nvPr/>
        </p:nvSpPr>
        <p:spPr>
          <a:xfrm>
            <a:off x="390324" y="922829"/>
            <a:ext cx="7153419" cy="259436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90324" y="3921769"/>
            <a:ext cx="7153418" cy="257947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454208" y="10211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/>
              <a:t>计算时间预测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3182204" y="39599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/>
              <a:t>通信时间预测</a:t>
            </a:r>
            <a:endParaRPr lang="zh-CN" altLang="en-US" b="1" dirty="0"/>
          </a:p>
        </p:txBody>
      </p:sp>
      <p:cxnSp>
        <p:nvCxnSpPr>
          <p:cNvPr id="52" name="直接箭头连接符 51"/>
          <p:cNvCxnSpPr>
            <a:endCxn id="77" idx="1"/>
          </p:cNvCxnSpPr>
          <p:nvPr/>
        </p:nvCxnSpPr>
        <p:spPr>
          <a:xfrm>
            <a:off x="7895625" y="3685776"/>
            <a:ext cx="146952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934281" y="3039280"/>
            <a:ext cx="1392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计算通信</a:t>
            </a:r>
            <a:endParaRPr lang="en-US" altLang="zh-CN" sz="1600" dirty="0" smtClean="0"/>
          </a:p>
          <a:p>
            <a:pPr algn="ctr"/>
            <a:r>
              <a:rPr lang="zh-CN" altLang="en-US" sz="1600" dirty="0" smtClean="0"/>
              <a:t>并行性</a:t>
            </a:r>
            <a:r>
              <a:rPr lang="zh-CN" altLang="en-US" sz="1600" dirty="0"/>
              <a:t>分析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956871" y="3752492"/>
            <a:ext cx="1499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关键路径确定</a:t>
            </a:r>
            <a:endParaRPr lang="zh-CN" altLang="en-US" sz="1600" dirty="0"/>
          </a:p>
        </p:txBody>
      </p:sp>
      <p:sp>
        <p:nvSpPr>
          <p:cNvPr id="58" name="矩形 57"/>
          <p:cNvSpPr/>
          <p:nvPr/>
        </p:nvSpPr>
        <p:spPr>
          <a:xfrm>
            <a:off x="522122" y="2387922"/>
            <a:ext cx="1054519" cy="6818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71238" y="243656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神经网络</a:t>
            </a:r>
            <a:endParaRPr lang="en-US" altLang="zh-CN" sz="1600" b="1" dirty="0" smtClean="0"/>
          </a:p>
          <a:p>
            <a:r>
              <a:rPr lang="zh-CN" altLang="en-US" sz="1600" b="1" dirty="0" smtClean="0"/>
              <a:t>特征空间</a:t>
            </a:r>
            <a:endParaRPr lang="zh-CN" altLang="en-US" sz="1600" b="1" dirty="0"/>
          </a:p>
        </p:txBody>
      </p:sp>
      <p:sp>
        <p:nvSpPr>
          <p:cNvPr id="60" name="矩形 59"/>
          <p:cNvSpPr/>
          <p:nvPr/>
        </p:nvSpPr>
        <p:spPr>
          <a:xfrm>
            <a:off x="2718197" y="2387922"/>
            <a:ext cx="1054519" cy="6818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1" name="直接箭头连接符 60"/>
          <p:cNvCxnSpPr>
            <a:stCxn id="58" idx="3"/>
            <a:endCxn id="60" idx="1"/>
          </p:cNvCxnSpPr>
          <p:nvPr/>
        </p:nvCxnSpPr>
        <p:spPr>
          <a:xfrm>
            <a:off x="1576641" y="2728823"/>
            <a:ext cx="11415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470685" y="2379258"/>
            <a:ext cx="100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采样</a:t>
            </a:r>
            <a:endParaRPr lang="zh-CN" altLang="en-US" sz="1600" dirty="0"/>
          </a:p>
        </p:txBody>
      </p:sp>
      <p:sp>
        <p:nvSpPr>
          <p:cNvPr id="63" name="文本框 62"/>
          <p:cNvSpPr txBox="1"/>
          <p:nvPr/>
        </p:nvSpPr>
        <p:spPr>
          <a:xfrm>
            <a:off x="556617" y="172644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机理分析</a:t>
            </a:r>
            <a:endParaRPr lang="en-US" altLang="zh-CN" sz="1600" b="1" dirty="0" smtClean="0"/>
          </a:p>
        </p:txBody>
      </p:sp>
      <p:sp>
        <p:nvSpPr>
          <p:cNvPr id="64" name="文本框 63"/>
          <p:cNvSpPr txBox="1"/>
          <p:nvPr/>
        </p:nvSpPr>
        <p:spPr>
          <a:xfrm>
            <a:off x="2688778" y="2435556"/>
            <a:ext cx="1108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/>
              <a:t>基准测试数据</a:t>
            </a:r>
            <a:endParaRPr lang="zh-CN" altLang="en-US" sz="1600" b="1" dirty="0"/>
          </a:p>
        </p:txBody>
      </p:sp>
      <p:sp>
        <p:nvSpPr>
          <p:cNvPr id="66" name="矩形 65"/>
          <p:cNvSpPr/>
          <p:nvPr/>
        </p:nvSpPr>
        <p:spPr>
          <a:xfrm>
            <a:off x="4503739" y="2387042"/>
            <a:ext cx="1054519" cy="6818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03792" y="2432312"/>
            <a:ext cx="1251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/>
              <a:t>多层感知器模型</a:t>
            </a:r>
            <a:endParaRPr lang="zh-CN" altLang="en-US" sz="1600" b="1" dirty="0"/>
          </a:p>
        </p:txBody>
      </p:sp>
      <p:cxnSp>
        <p:nvCxnSpPr>
          <p:cNvPr id="70" name="直接箭头连接符 69"/>
          <p:cNvCxnSpPr>
            <a:stCxn id="60" idx="3"/>
            <a:endCxn id="66" idx="1"/>
          </p:cNvCxnSpPr>
          <p:nvPr/>
        </p:nvCxnSpPr>
        <p:spPr>
          <a:xfrm flipV="1">
            <a:off x="3772716" y="2727943"/>
            <a:ext cx="731023" cy="8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3628754" y="2382901"/>
            <a:ext cx="100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训练</a:t>
            </a:r>
            <a:endParaRPr lang="zh-CN" altLang="en-US" sz="1600" dirty="0"/>
          </a:p>
        </p:txBody>
      </p:sp>
      <p:sp>
        <p:nvSpPr>
          <p:cNvPr id="74" name="矩形 73"/>
          <p:cNvSpPr/>
          <p:nvPr/>
        </p:nvSpPr>
        <p:spPr>
          <a:xfrm>
            <a:off x="618094" y="4687378"/>
            <a:ext cx="1268599" cy="5255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吞吐量模型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465437" y="4621530"/>
            <a:ext cx="1637281" cy="6572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单链路通信时间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预测模型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76" name="直接箭头连接符 75"/>
          <p:cNvCxnSpPr>
            <a:stCxn id="74" idx="3"/>
            <a:endCxn id="75" idx="1"/>
          </p:cNvCxnSpPr>
          <p:nvPr/>
        </p:nvCxnSpPr>
        <p:spPr>
          <a:xfrm>
            <a:off x="1886693" y="4950139"/>
            <a:ext cx="15787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9365151" y="3423015"/>
            <a:ext cx="1031918" cy="5255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训练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时间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306725" y="5228994"/>
            <a:ext cx="1050642" cy="4780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通信时间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32060" y="1661969"/>
            <a:ext cx="1054519" cy="4573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3" name="肘形连接符 82"/>
          <p:cNvCxnSpPr>
            <a:stCxn id="79" idx="3"/>
          </p:cNvCxnSpPr>
          <p:nvPr/>
        </p:nvCxnSpPr>
        <p:spPr>
          <a:xfrm>
            <a:off x="1586579" y="1890627"/>
            <a:ext cx="845783" cy="849208"/>
          </a:xfrm>
          <a:prstGeom prst="bentConnector2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1558110" y="15472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特征</a:t>
            </a:r>
            <a:r>
              <a:rPr lang="zh-CN" altLang="en-US" sz="1600" dirty="0"/>
              <a:t>扩充</a:t>
            </a:r>
          </a:p>
        </p:txBody>
      </p:sp>
      <p:sp>
        <p:nvSpPr>
          <p:cNvPr id="86" name="矩形 85"/>
          <p:cNvSpPr/>
          <p:nvPr/>
        </p:nvSpPr>
        <p:spPr>
          <a:xfrm>
            <a:off x="6306725" y="2504741"/>
            <a:ext cx="1054519" cy="45110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222039" y="2563176"/>
            <a:ext cx="1251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/>
              <a:t>计算时间</a:t>
            </a:r>
            <a:endParaRPr lang="zh-CN" altLang="en-US" sz="1600" b="1" dirty="0"/>
          </a:p>
        </p:txBody>
      </p:sp>
      <p:cxnSp>
        <p:nvCxnSpPr>
          <p:cNvPr id="89" name="直接箭头连接符 88"/>
          <p:cNvCxnSpPr>
            <a:stCxn id="66" idx="3"/>
          </p:cNvCxnSpPr>
          <p:nvPr/>
        </p:nvCxnSpPr>
        <p:spPr>
          <a:xfrm>
            <a:off x="5558258" y="2727943"/>
            <a:ext cx="748467" cy="45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5431018" y="2382901"/>
            <a:ext cx="100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预测</a:t>
            </a:r>
            <a:endParaRPr lang="zh-CN" altLang="en-US" sz="1600" dirty="0"/>
          </a:p>
        </p:txBody>
      </p:sp>
      <p:sp>
        <p:nvSpPr>
          <p:cNvPr id="91" name="矩形 90"/>
          <p:cNvSpPr/>
          <p:nvPr/>
        </p:nvSpPr>
        <p:spPr>
          <a:xfrm>
            <a:off x="618094" y="5715747"/>
            <a:ext cx="1268599" cy="5255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通信拓扑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92" name="肘形连接符 91"/>
          <p:cNvCxnSpPr>
            <a:stCxn id="75" idx="3"/>
            <a:endCxn id="98" idx="3"/>
          </p:cNvCxnSpPr>
          <p:nvPr/>
        </p:nvCxnSpPr>
        <p:spPr>
          <a:xfrm flipH="1">
            <a:off x="5102717" y="4950139"/>
            <a:ext cx="1" cy="1034457"/>
          </a:xfrm>
          <a:prstGeom prst="bentConnector3">
            <a:avLst>
              <a:gd name="adj1" fmla="val -2286000000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>
            <a:off x="5329283" y="5467367"/>
            <a:ext cx="977442" cy="135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5314242" y="5128813"/>
            <a:ext cx="100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预测</a:t>
            </a:r>
            <a:endParaRPr lang="zh-CN" altLang="en-US" sz="1600" dirty="0"/>
          </a:p>
        </p:txBody>
      </p:sp>
      <p:sp>
        <p:nvSpPr>
          <p:cNvPr id="95" name="文本框 94"/>
          <p:cNvSpPr txBox="1"/>
          <p:nvPr/>
        </p:nvSpPr>
        <p:spPr>
          <a:xfrm>
            <a:off x="1938894" y="5626633"/>
            <a:ext cx="1474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算法机理分析</a:t>
            </a:r>
            <a:endParaRPr lang="zh-CN" altLang="en-US" sz="1600" dirty="0"/>
          </a:p>
        </p:txBody>
      </p:sp>
      <p:sp>
        <p:nvSpPr>
          <p:cNvPr id="97" name="文本框 96"/>
          <p:cNvSpPr txBox="1"/>
          <p:nvPr/>
        </p:nvSpPr>
        <p:spPr>
          <a:xfrm>
            <a:off x="1865587" y="4593849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实时吞吐量分析</a:t>
            </a:r>
            <a:endParaRPr lang="zh-CN" altLang="en-US" sz="1600" dirty="0"/>
          </a:p>
        </p:txBody>
      </p:sp>
      <p:sp>
        <p:nvSpPr>
          <p:cNvPr id="98" name="矩形 97"/>
          <p:cNvSpPr/>
          <p:nvPr/>
        </p:nvSpPr>
        <p:spPr>
          <a:xfrm>
            <a:off x="3465437" y="5721835"/>
            <a:ext cx="1637280" cy="5255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集群通信模型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99" name="直接箭头连接符 98"/>
          <p:cNvCxnSpPr>
            <a:stCxn id="91" idx="3"/>
            <a:endCxn id="98" idx="1"/>
          </p:cNvCxnSpPr>
          <p:nvPr/>
        </p:nvCxnSpPr>
        <p:spPr>
          <a:xfrm>
            <a:off x="1886693" y="5978508"/>
            <a:ext cx="1578744" cy="60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48" idx="3"/>
          </p:cNvCxnSpPr>
          <p:nvPr/>
        </p:nvCxnSpPr>
        <p:spPr>
          <a:xfrm>
            <a:off x="7543743" y="2220013"/>
            <a:ext cx="351882" cy="147047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肘形连接符 100"/>
          <p:cNvCxnSpPr>
            <a:endCxn id="49" idx="3"/>
          </p:cNvCxnSpPr>
          <p:nvPr/>
        </p:nvCxnSpPr>
        <p:spPr>
          <a:xfrm rot="5400000">
            <a:off x="6956818" y="4272701"/>
            <a:ext cx="1525733" cy="351883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53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734132" y="401030"/>
            <a:ext cx="12103172" cy="65636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414092" y="1167602"/>
            <a:ext cx="2395728" cy="553799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238" y="79068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输入特征集合</a:t>
            </a:r>
            <a:endParaRPr lang="zh-CN" altLang="en-US" sz="1600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-187491" y="1354721"/>
          <a:ext cx="195323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230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</a:rPr>
                        <a:t>神经网络结构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神经网络层特征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输入数据大小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计算复杂度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内存占用大小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altLang="zh-CN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硬件特征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架构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计算性能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(FLOPS)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CUDA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内核数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12989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网络特征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数目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网络拓扑结构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通信带宽</a:t>
                      </a:r>
                      <a:endParaRPr lang="en-US" altLang="zh-CN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E" altLang="zh-CN" sz="140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576872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并行训练策略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数据并行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模型并行</a:t>
                      </a:r>
                      <a:endParaRPr lang="en-US" altLang="zh-CN" sz="1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 smtClean="0">
                          <a:solidFill>
                            <a:schemeClr val="tx1"/>
                          </a:solidFill>
                        </a:rPr>
                        <a:t>混合数据模型并行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283884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2534848" y="1392559"/>
            <a:ext cx="4542720" cy="20953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23796" y="2269743"/>
            <a:ext cx="639556" cy="6078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逐层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预测</a:t>
            </a:r>
          </a:p>
        </p:txBody>
      </p:sp>
      <p:sp>
        <p:nvSpPr>
          <p:cNvPr id="15" name="矩形 14"/>
          <p:cNvSpPr/>
          <p:nvPr/>
        </p:nvSpPr>
        <p:spPr>
          <a:xfrm>
            <a:off x="5267009" y="2269743"/>
            <a:ext cx="1359110" cy="5762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多层感知器</a:t>
            </a:r>
            <a:endParaRPr lang="en-US" altLang="zh-CN" sz="16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32225" y="221404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特征空间采样</a:t>
            </a:r>
            <a:endParaRPr lang="zh-CN" altLang="en-US" sz="1600" dirty="0"/>
          </a:p>
        </p:txBody>
      </p:sp>
      <p:sp>
        <p:nvSpPr>
          <p:cNvPr id="20" name="矩形 19"/>
          <p:cNvSpPr/>
          <p:nvPr/>
        </p:nvSpPr>
        <p:spPr>
          <a:xfrm>
            <a:off x="2534849" y="3938610"/>
            <a:ext cx="4542719" cy="174818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16871" y="4584487"/>
            <a:ext cx="1359110" cy="5933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吞吐量模型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11047" y="160210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计算时间</a:t>
            </a:r>
            <a:endParaRPr lang="zh-CN" altLang="en-US" sz="16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3911047" y="399684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通信时间</a:t>
            </a:r>
            <a:endParaRPr lang="zh-CN" altLang="en-US" sz="1600" b="1" dirty="0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974847" y="2557874"/>
            <a:ext cx="581059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1981200" y="4894580"/>
            <a:ext cx="553647" cy="79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424695" y="603149"/>
            <a:ext cx="570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 smtClean="0"/>
              <a:t>面向大规模</a:t>
            </a:r>
            <a:r>
              <a:rPr lang="en-US" altLang="zh-CN" sz="2000" b="1" dirty="0" smtClean="0"/>
              <a:t>GPU</a:t>
            </a:r>
            <a:r>
              <a:rPr lang="zh-CN" altLang="en-US" sz="2000" b="1" dirty="0" smtClean="0"/>
              <a:t>集群的分布式训练时间预测方法</a:t>
            </a:r>
            <a:endParaRPr lang="zh-CN" altLang="en-US" sz="2000" b="1" dirty="0"/>
          </a:p>
        </p:txBody>
      </p:sp>
      <p:sp>
        <p:nvSpPr>
          <p:cNvPr id="36" name="矩形 35"/>
          <p:cNvSpPr/>
          <p:nvPr/>
        </p:nvSpPr>
        <p:spPr>
          <a:xfrm>
            <a:off x="8723008" y="1430921"/>
            <a:ext cx="2395728" cy="431596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8" name="肘形连接符 37"/>
          <p:cNvCxnSpPr/>
          <p:nvPr/>
        </p:nvCxnSpPr>
        <p:spPr>
          <a:xfrm flipH="1">
            <a:off x="7085797" y="2568408"/>
            <a:ext cx="4873" cy="2308261"/>
          </a:xfrm>
          <a:prstGeom prst="bentConnector3">
            <a:avLst>
              <a:gd name="adj1" fmla="val -738584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7452360" y="3680460"/>
            <a:ext cx="12725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9212986" y="105400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时间预测结果</a:t>
            </a:r>
            <a:endParaRPr lang="zh-CN" altLang="en-US" sz="1600" b="1" dirty="0"/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8909655" y="1642719"/>
          <a:ext cx="2014089" cy="386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089">
                  <a:extLst>
                    <a:ext uri="{9D8B030D-6E8A-4147-A177-3AD203B41FA5}">
                      <a16:colId xmlns:a16="http://schemas.microsoft.com/office/drawing/2014/main" val="68647382"/>
                    </a:ext>
                  </a:extLst>
                </a:gridCol>
              </a:tblGrid>
              <a:tr h="62155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神经网络层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执行时间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45309"/>
                  </a:ext>
                </a:extLst>
              </a:tr>
              <a:tr h="60663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前向传播时间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反向传播时间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77872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间通信时间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22420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单次迭代时间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883988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epoch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执行时间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0241"/>
                  </a:ext>
                </a:extLst>
              </a:tr>
              <a:tr h="61505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AE" altLang="zh-CN" sz="16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49209"/>
                  </a:ext>
                </a:extLst>
              </a:tr>
            </a:tbl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4520641" y="607236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/>
              <a:t>反馈优化</a:t>
            </a:r>
            <a:endParaRPr lang="zh-CN" altLang="en-US" sz="1600" b="1" dirty="0"/>
          </a:p>
        </p:txBody>
      </p:sp>
      <p:cxnSp>
        <p:nvCxnSpPr>
          <p:cNvPr id="51" name="直接连接符 50"/>
          <p:cNvCxnSpPr>
            <a:stCxn id="11" idx="3"/>
            <a:endCxn id="15" idx="1"/>
          </p:cNvCxnSpPr>
          <p:nvPr/>
        </p:nvCxnSpPr>
        <p:spPr>
          <a:xfrm flipV="1">
            <a:off x="3563352" y="2557874"/>
            <a:ext cx="1703657" cy="1579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4116230" y="259355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训练</a:t>
            </a:r>
            <a:endParaRPr lang="zh-CN" altLang="en-US" sz="1600" dirty="0"/>
          </a:p>
        </p:txBody>
      </p:sp>
      <p:sp>
        <p:nvSpPr>
          <p:cNvPr id="58" name="矩形 57"/>
          <p:cNvSpPr/>
          <p:nvPr/>
        </p:nvSpPr>
        <p:spPr>
          <a:xfrm>
            <a:off x="2923796" y="4577529"/>
            <a:ext cx="639556" cy="60785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</a:rPr>
              <a:t>通信模型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66" name="直接连接符 65"/>
          <p:cNvCxnSpPr>
            <a:stCxn id="58" idx="3"/>
            <a:endCxn id="22" idx="1"/>
          </p:cNvCxnSpPr>
          <p:nvPr/>
        </p:nvCxnSpPr>
        <p:spPr>
          <a:xfrm flipV="1">
            <a:off x="3563352" y="4881175"/>
            <a:ext cx="1753519" cy="28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3841109" y="451482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通信数据量</a:t>
            </a:r>
            <a:endParaRPr lang="zh-CN" altLang="en-US" sz="1600" dirty="0"/>
          </a:p>
        </p:txBody>
      </p:sp>
      <p:cxnSp>
        <p:nvCxnSpPr>
          <p:cNvPr id="72" name="肘形连接符 71"/>
          <p:cNvCxnSpPr>
            <a:stCxn id="36" idx="2"/>
          </p:cNvCxnSpPr>
          <p:nvPr/>
        </p:nvCxnSpPr>
        <p:spPr>
          <a:xfrm rot="5400000">
            <a:off x="5588974" y="2139115"/>
            <a:ext cx="724125" cy="7939672"/>
          </a:xfrm>
          <a:prstGeom prst="bentConnector2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546881" y="3162236"/>
            <a:ext cx="1082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分析计算通信并行关系</a:t>
            </a:r>
            <a:endParaRPr lang="zh-CN" altLang="en-US" sz="1400" dirty="0"/>
          </a:p>
        </p:txBody>
      </p:sp>
      <p:sp>
        <p:nvSpPr>
          <p:cNvPr id="87" name="文本框 86"/>
          <p:cNvSpPr txBox="1"/>
          <p:nvPr/>
        </p:nvSpPr>
        <p:spPr>
          <a:xfrm>
            <a:off x="7445803" y="3680460"/>
            <a:ext cx="126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确定关键路径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03235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1344" y="116632"/>
            <a:ext cx="3592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三种并行方式的实现细节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807" y="593169"/>
            <a:ext cx="3340622" cy="2190572"/>
          </a:xfrm>
          <a:prstGeom prst="rect">
            <a:avLst/>
          </a:prstGeom>
        </p:spPr>
      </p:pic>
      <p:pic>
        <p:nvPicPr>
          <p:cNvPr id="10242" name="Picture 2" descr="https://img-blog.csdnimg.cn/img_convert/ff8febc22d5903478ea2ad0a3db7bb7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3075263"/>
            <a:ext cx="4392488" cy="358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img-blog.csdnimg.cn/img_convert/4b5d75bd2d8e5e2abe45bc080a02e69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72" y="3075263"/>
            <a:ext cx="4013292" cy="337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20" y="578297"/>
            <a:ext cx="3340622" cy="2190572"/>
          </a:xfrm>
          <a:prstGeom prst="rect">
            <a:avLst/>
          </a:prstGeom>
        </p:spPr>
      </p:pic>
      <p:cxnSp>
        <p:nvCxnSpPr>
          <p:cNvPr id="4" name="直接连接符 3"/>
          <p:cNvCxnSpPr>
            <a:stCxn id="6" idx="1"/>
            <a:endCxn id="6" idx="3"/>
          </p:cNvCxnSpPr>
          <p:nvPr/>
        </p:nvCxnSpPr>
        <p:spPr>
          <a:xfrm>
            <a:off x="7176120" y="1673583"/>
            <a:ext cx="33406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7752184" y="578297"/>
            <a:ext cx="36004" cy="21905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8810427" y="578297"/>
            <a:ext cx="36004" cy="21905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9850668" y="578297"/>
            <a:ext cx="36004" cy="21905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705271" y="1396067"/>
            <a:ext cx="1482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/>
              <a:t>tensor model parallel</a:t>
            </a:r>
            <a:endParaRPr lang="zh-CN" altLang="en-US" sz="16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7531808" y="178187"/>
            <a:ext cx="26292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Pipeline model </a:t>
            </a:r>
            <a:r>
              <a:rPr lang="en-US" altLang="zh-CN" sz="1600" b="1" dirty="0" smtClean="0"/>
              <a:t>parallelism</a:t>
            </a:r>
            <a:endParaRPr lang="zh-CN" altLang="en-US" sz="16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7080180" y="559114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826D5"/>
                </a:solidFill>
              </a:rPr>
              <a:t>A[0,2]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088194" y="2424288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826D5"/>
                </a:solidFill>
              </a:rPr>
              <a:t>B[1,3]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777032" y="54005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826D5"/>
                </a:solidFill>
              </a:rPr>
              <a:t>C[4,6]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732918" y="2449038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826D5"/>
                </a:solidFill>
              </a:rPr>
              <a:t>D[5,7]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  <p:sp>
        <p:nvSpPr>
          <p:cNvPr id="24" name="文本框 20"/>
          <p:cNvSpPr txBox="1"/>
          <p:nvPr/>
        </p:nvSpPr>
        <p:spPr>
          <a:xfrm>
            <a:off x="9080266" y="51038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>
                <a:solidFill>
                  <a:srgbClr val="F826D5"/>
                </a:solidFill>
              </a:rPr>
              <a:t>E[8,10]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  <p:sp>
        <p:nvSpPr>
          <p:cNvPr id="25" name="文本框 20"/>
          <p:cNvSpPr txBox="1"/>
          <p:nvPr/>
        </p:nvSpPr>
        <p:spPr>
          <a:xfrm>
            <a:off x="8887393" y="2467450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>
                <a:solidFill>
                  <a:srgbClr val="F826D5"/>
                </a:solidFill>
              </a:rPr>
              <a:t>F[9,11]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  <p:sp>
        <p:nvSpPr>
          <p:cNvPr id="26" name="文本框 20"/>
          <p:cNvSpPr txBox="1"/>
          <p:nvPr/>
        </p:nvSpPr>
        <p:spPr>
          <a:xfrm>
            <a:off x="9856741" y="516741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>
                <a:solidFill>
                  <a:srgbClr val="F826D5"/>
                </a:solidFill>
              </a:rPr>
              <a:t>G[12,14]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  <p:sp>
        <p:nvSpPr>
          <p:cNvPr id="27" name="文本框 20"/>
          <p:cNvSpPr txBox="1"/>
          <p:nvPr/>
        </p:nvSpPr>
        <p:spPr>
          <a:xfrm>
            <a:off x="9829078" y="2431983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>
                <a:solidFill>
                  <a:srgbClr val="F826D5"/>
                </a:solidFill>
              </a:rPr>
              <a:t>H[13,15]</a:t>
            </a:r>
            <a:endParaRPr lang="zh-CN" altLang="en-US" b="1" dirty="0">
              <a:solidFill>
                <a:srgbClr val="F826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86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95116" y="1451860"/>
            <a:ext cx="8923204" cy="3432115"/>
            <a:chOff x="495116" y="1451860"/>
            <a:chExt cx="8923204" cy="3432115"/>
          </a:xfrm>
        </p:grpSpPr>
        <p:grpSp>
          <p:nvGrpSpPr>
            <p:cNvPr id="5" name="组合 4"/>
            <p:cNvGrpSpPr/>
            <p:nvPr/>
          </p:nvGrpSpPr>
          <p:grpSpPr>
            <a:xfrm>
              <a:off x="495116" y="1457943"/>
              <a:ext cx="8923204" cy="3426032"/>
              <a:chOff x="495116" y="1457943"/>
              <a:chExt cx="8923204" cy="3426032"/>
            </a:xfrm>
          </p:grpSpPr>
          <p:pic>
            <p:nvPicPr>
              <p:cNvPr id="23" name="图片 22"/>
              <p:cNvPicPr/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9496" y="2020824"/>
                <a:ext cx="8878824" cy="2863151"/>
              </a:xfrm>
              <a:prstGeom prst="rect">
                <a:avLst/>
              </a:prstGeom>
              <a:noFill/>
            </p:spPr>
          </p:pic>
          <p:sp>
            <p:nvSpPr>
              <p:cNvPr id="7" name="文本框 6"/>
              <p:cNvSpPr txBox="1"/>
              <p:nvPr/>
            </p:nvSpPr>
            <p:spPr>
              <a:xfrm>
                <a:off x="539496" y="2216765"/>
                <a:ext cx="78906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b="1" dirty="0" err="1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539496" y="4082534"/>
                <a:ext cx="78906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j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495116" y="3151370"/>
                <a:ext cx="87782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链路</a:t>
                </a:r>
                <a:r>
                  <a:rPr lang="en-US" altLang="zh-CN" b="1" dirty="0" err="1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ij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5787857" y="1457943"/>
                <a:ext cx="13869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/>
                  <a:t>p</a:t>
                </a:r>
                <a:r>
                  <a:rPr lang="en-US" altLang="zh-CN" sz="1600" b="1" baseline="-25000" dirty="0" smtClean="0"/>
                  <a:t>i</a:t>
                </a:r>
                <a:r>
                  <a:rPr lang="zh-CN" altLang="en-US" sz="1600" b="1" dirty="0" smtClean="0"/>
                  <a:t>：</a:t>
                </a:r>
                <a:r>
                  <a:rPr lang="zh-CN" altLang="en-US" sz="16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计算操作</a:t>
                </a:r>
                <a:endParaRPr lang="en-US" altLang="zh-CN" sz="1600" b="1" dirty="0" smtClean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1600" b="1" dirty="0" smtClean="0"/>
                  <a:t>q</a:t>
                </a:r>
                <a:r>
                  <a:rPr lang="en-US" altLang="zh-CN" sz="1600" b="1" baseline="-25000" dirty="0" smtClean="0"/>
                  <a:t>i</a:t>
                </a:r>
                <a:r>
                  <a:rPr lang="zh-CN" altLang="en-US" sz="1600" b="1" dirty="0" smtClean="0"/>
                  <a:t>：</a:t>
                </a:r>
                <a:r>
                  <a:rPr lang="zh-CN" altLang="en-US" sz="16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通信操作</a:t>
                </a:r>
                <a:endPara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7228297" y="1451860"/>
              <a:ext cx="21900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 err="1" smtClean="0"/>
                <a:t>t</a:t>
              </a:r>
              <a:r>
                <a:rPr lang="en-US" altLang="zh-CN" sz="1600" b="1" baseline="-25000" dirty="0" err="1" smtClean="0"/>
                <a:t>i</a:t>
              </a:r>
              <a:r>
                <a:rPr lang="zh-CN" altLang="en-US" sz="1600" b="1" dirty="0" smtClean="0"/>
                <a:t>：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1600" b="1" dirty="0" err="1" smtClean="0"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的设备时间</a:t>
              </a:r>
              <a:endPara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1600" b="1" dirty="0" err="1" smtClean="0"/>
                <a:t>t</a:t>
              </a:r>
              <a:r>
                <a:rPr lang="en-US" altLang="zh-CN" sz="1600" b="1" baseline="-25000" dirty="0" err="1" smtClean="0"/>
                <a:t>ij</a:t>
              </a:r>
              <a:r>
                <a:rPr lang="zh-CN" altLang="en-US" sz="1600" b="1" dirty="0" smtClean="0"/>
                <a:t>：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链路</a:t>
              </a:r>
              <a:r>
                <a:rPr lang="en-US" altLang="zh-CN" sz="1600" b="1" dirty="0" err="1" smtClean="0">
                  <a:latin typeface="宋体" panose="02010600030101010101" pitchFamily="2" charset="-122"/>
                  <a:ea typeface="宋体" panose="02010600030101010101" pitchFamily="2" charset="-122"/>
                </a:rPr>
                <a:t>ij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的设备时间</a:t>
              </a:r>
              <a:endPara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219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5116" y="2020824"/>
            <a:ext cx="8923204" cy="2863151"/>
            <a:chOff x="495116" y="2020824"/>
            <a:chExt cx="8923204" cy="2863151"/>
          </a:xfrm>
        </p:grpSpPr>
        <p:pic>
          <p:nvPicPr>
            <p:cNvPr id="23" name="图片 22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496" y="2020824"/>
              <a:ext cx="8878824" cy="2863151"/>
            </a:xfrm>
            <a:prstGeom prst="rect">
              <a:avLst/>
            </a:prstGeom>
            <a:noFill/>
          </p:spPr>
        </p:pic>
        <p:sp>
          <p:nvSpPr>
            <p:cNvPr id="7" name="文本框 6"/>
            <p:cNvSpPr txBox="1"/>
            <p:nvPr/>
          </p:nvSpPr>
          <p:spPr>
            <a:xfrm>
              <a:off x="539496" y="2216765"/>
              <a:ext cx="78906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b="1" dirty="0" err="1" smtClean="0"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39496" y="4082534"/>
              <a:ext cx="78906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95116" y="3151370"/>
              <a:ext cx="87782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链路</a:t>
              </a:r>
              <a:r>
                <a:rPr lang="en-US" altLang="zh-CN" b="1" dirty="0" err="1" smtClean="0">
                  <a:latin typeface="宋体" panose="02010600030101010101" pitchFamily="2" charset="-122"/>
                  <a:ea typeface="宋体" panose="02010600030101010101" pitchFamily="2" charset="-122"/>
                </a:rPr>
                <a:t>ij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437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组合 109"/>
          <p:cNvGrpSpPr/>
          <p:nvPr/>
        </p:nvGrpSpPr>
        <p:grpSpPr>
          <a:xfrm>
            <a:off x="2370663" y="540835"/>
            <a:ext cx="4795521" cy="4273978"/>
            <a:chOff x="2370663" y="540835"/>
            <a:chExt cx="4795521" cy="427397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666" y="540840"/>
              <a:ext cx="494453" cy="494453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665" y="1485720"/>
              <a:ext cx="494453" cy="494453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664" y="2430600"/>
              <a:ext cx="494453" cy="494453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664" y="3375480"/>
              <a:ext cx="494453" cy="494453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663" y="4320360"/>
              <a:ext cx="494453" cy="494453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5932" y="540837"/>
              <a:ext cx="494453" cy="494453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1199" y="540838"/>
              <a:ext cx="494453" cy="494453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6465" y="540836"/>
              <a:ext cx="494453" cy="494453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1731" y="540835"/>
              <a:ext cx="494453" cy="494453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1730" y="1485719"/>
              <a:ext cx="494453" cy="494453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1729" y="2430599"/>
              <a:ext cx="494453" cy="494453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1728" y="3375480"/>
              <a:ext cx="494453" cy="494453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1727" y="4320360"/>
              <a:ext cx="494453" cy="494453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5931" y="4320359"/>
              <a:ext cx="494453" cy="494453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1199" y="4320358"/>
              <a:ext cx="494453" cy="494453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6459" y="4320357"/>
              <a:ext cx="494453" cy="494453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6473" y="2315875"/>
              <a:ext cx="723900" cy="723900"/>
            </a:xfrm>
            <a:prstGeom prst="rect">
              <a:avLst/>
            </a:prstGeom>
          </p:spPr>
        </p:pic>
        <p:cxnSp>
          <p:nvCxnSpPr>
            <p:cNvPr id="6" name="直接箭头连接符 5"/>
            <p:cNvCxnSpPr/>
            <p:nvPr/>
          </p:nvCxnSpPr>
          <p:spPr>
            <a:xfrm>
              <a:off x="2824480" y="975360"/>
              <a:ext cx="1696716" cy="139787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32" idx="2"/>
            </p:cNvCxnSpPr>
            <p:nvPr/>
          </p:nvCxnSpPr>
          <p:spPr>
            <a:xfrm>
              <a:off x="3693159" y="1035290"/>
              <a:ext cx="977266" cy="13379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33" idx="2"/>
            </p:cNvCxnSpPr>
            <p:nvPr/>
          </p:nvCxnSpPr>
          <p:spPr>
            <a:xfrm flipH="1">
              <a:off x="4765040" y="1035291"/>
              <a:ext cx="3386" cy="135230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>
              <a:stCxn id="34" idx="2"/>
            </p:cNvCxnSpPr>
            <p:nvPr/>
          </p:nvCxnSpPr>
          <p:spPr>
            <a:xfrm flipH="1">
              <a:off x="4876800" y="1035289"/>
              <a:ext cx="966892" cy="134215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 flipH="1">
              <a:off x="4968241" y="985520"/>
              <a:ext cx="1727199" cy="14224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>
              <a:stCxn id="26" idx="3"/>
            </p:cNvCxnSpPr>
            <p:nvPr/>
          </p:nvCxnSpPr>
          <p:spPr>
            <a:xfrm>
              <a:off x="2865118" y="1732947"/>
              <a:ext cx="1652696" cy="82126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27" idx="3"/>
            </p:cNvCxnSpPr>
            <p:nvPr/>
          </p:nvCxnSpPr>
          <p:spPr>
            <a:xfrm flipV="1">
              <a:off x="2865117" y="2672080"/>
              <a:ext cx="1645923" cy="574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>
              <a:stCxn id="29" idx="3"/>
            </p:cNvCxnSpPr>
            <p:nvPr/>
          </p:nvCxnSpPr>
          <p:spPr>
            <a:xfrm flipV="1">
              <a:off x="2865117" y="2794000"/>
              <a:ext cx="1625603" cy="82870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 flipV="1">
              <a:off x="2824480" y="2946401"/>
              <a:ext cx="1656080" cy="14020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>
              <a:stCxn id="40" idx="0"/>
            </p:cNvCxnSpPr>
            <p:nvPr/>
          </p:nvCxnSpPr>
          <p:spPr>
            <a:xfrm flipV="1">
              <a:off x="3693158" y="2966720"/>
              <a:ext cx="889002" cy="135363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>
              <a:stCxn id="41" idx="0"/>
            </p:cNvCxnSpPr>
            <p:nvPr/>
          </p:nvCxnSpPr>
          <p:spPr>
            <a:xfrm flipH="1" flipV="1">
              <a:off x="4765040" y="2966720"/>
              <a:ext cx="3386" cy="135363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>
              <a:stCxn id="42" idx="0"/>
            </p:cNvCxnSpPr>
            <p:nvPr/>
          </p:nvCxnSpPr>
          <p:spPr>
            <a:xfrm flipH="1" flipV="1">
              <a:off x="4897120" y="2966720"/>
              <a:ext cx="946566" cy="135363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/>
            <p:nvPr/>
          </p:nvCxnSpPr>
          <p:spPr>
            <a:xfrm flipH="1" flipV="1">
              <a:off x="5059680" y="2956560"/>
              <a:ext cx="1656080" cy="14020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endCxn id="38" idx="1"/>
            </p:cNvCxnSpPr>
            <p:nvPr/>
          </p:nvCxnSpPr>
          <p:spPr>
            <a:xfrm>
              <a:off x="5069840" y="2844800"/>
              <a:ext cx="1601888" cy="77790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箭头连接符 102"/>
            <p:cNvCxnSpPr>
              <a:stCxn id="37" idx="1"/>
            </p:cNvCxnSpPr>
            <p:nvPr/>
          </p:nvCxnSpPr>
          <p:spPr>
            <a:xfrm flipH="1">
              <a:off x="5049520" y="2677826"/>
              <a:ext cx="1622209" cy="2473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>
              <a:stCxn id="36" idx="1"/>
            </p:cNvCxnSpPr>
            <p:nvPr/>
          </p:nvCxnSpPr>
          <p:spPr>
            <a:xfrm flipH="1">
              <a:off x="5049520" y="1732946"/>
              <a:ext cx="1622210" cy="82737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487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21632</TotalTime>
  <Words>1051</Words>
  <Application>Microsoft Office PowerPoint</Application>
  <PresentationFormat>宽屏</PresentationFormat>
  <Paragraphs>491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等线</vt:lpstr>
      <vt:lpstr>等线 Light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YanChangzhi</dc:creator>
  <cp:lastModifiedBy>YanChangzhi</cp:lastModifiedBy>
  <cp:revision>104</cp:revision>
  <dcterms:created xsi:type="dcterms:W3CDTF">2022-03-15T13:02:07Z</dcterms:created>
  <dcterms:modified xsi:type="dcterms:W3CDTF">2023-12-10T02:46:05Z</dcterms:modified>
</cp:coreProperties>
</file>