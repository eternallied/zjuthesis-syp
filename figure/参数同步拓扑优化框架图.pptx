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>
        <p:scale>
          <a:sx n="75" d="100"/>
          <a:sy n="75" d="100"/>
        </p:scale>
        <p:origin x="2574" y="1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0D0F7-90D6-4F07-9569-1C96BDC28C4D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526B2-519C-4697-A2C3-29E58E177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97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EB1B89-FE84-4367-815D-74F6C5AC79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60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574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16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66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61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58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90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361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084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86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4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2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4E96C-BC8B-419F-A34F-AB0BF5643EF0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CE805-F442-4879-85CD-67DC26543F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65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1" name="直接连接符 910"/>
          <p:cNvCxnSpPr>
            <a:stCxn id="918" idx="2"/>
            <a:endCxn id="920" idx="6"/>
          </p:cNvCxnSpPr>
          <p:nvPr/>
        </p:nvCxnSpPr>
        <p:spPr>
          <a:xfrm flipH="1">
            <a:off x="3161730" y="1420395"/>
            <a:ext cx="364643" cy="0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2" name="直接连接符 911"/>
          <p:cNvCxnSpPr>
            <a:stCxn id="918" idx="5"/>
            <a:endCxn id="921" idx="1"/>
          </p:cNvCxnSpPr>
          <p:nvPr/>
        </p:nvCxnSpPr>
        <p:spPr>
          <a:xfrm>
            <a:off x="3810210" y="1536313"/>
            <a:ext cx="273953" cy="289211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3" name="直接连接符 912"/>
          <p:cNvCxnSpPr>
            <a:stCxn id="921" idx="3"/>
            <a:endCxn id="922" idx="7"/>
          </p:cNvCxnSpPr>
          <p:nvPr/>
        </p:nvCxnSpPr>
        <p:spPr>
          <a:xfrm flipH="1">
            <a:off x="3899940" y="2057360"/>
            <a:ext cx="184223" cy="430729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4" name="直接连接符 913"/>
          <p:cNvCxnSpPr>
            <a:stCxn id="920" idx="3"/>
            <a:endCxn id="919" idx="7"/>
          </p:cNvCxnSpPr>
          <p:nvPr/>
        </p:nvCxnSpPr>
        <p:spPr>
          <a:xfrm flipH="1">
            <a:off x="2603940" y="1536313"/>
            <a:ext cx="273953" cy="289211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/>
          <p:cNvCxnSpPr>
            <a:stCxn id="919" idx="5"/>
            <a:endCxn id="924" idx="1"/>
          </p:cNvCxnSpPr>
          <p:nvPr/>
        </p:nvCxnSpPr>
        <p:spPr>
          <a:xfrm>
            <a:off x="2603940" y="2057360"/>
            <a:ext cx="218138" cy="430729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8" name="椭圆 917"/>
          <p:cNvSpPr/>
          <p:nvPr/>
        </p:nvSpPr>
        <p:spPr>
          <a:xfrm>
            <a:off x="3526373" y="125646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9" name="椭圆 918"/>
          <p:cNvSpPr/>
          <p:nvPr/>
        </p:nvSpPr>
        <p:spPr>
          <a:xfrm>
            <a:off x="2320103" y="177750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0" name="椭圆 919"/>
          <p:cNvSpPr/>
          <p:nvPr/>
        </p:nvSpPr>
        <p:spPr>
          <a:xfrm>
            <a:off x="2829194" y="125646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1" name="椭圆 920"/>
          <p:cNvSpPr/>
          <p:nvPr/>
        </p:nvSpPr>
        <p:spPr>
          <a:xfrm>
            <a:off x="4035464" y="177750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2" name="椭圆 921"/>
          <p:cNvSpPr/>
          <p:nvPr/>
        </p:nvSpPr>
        <p:spPr>
          <a:xfrm>
            <a:off x="3616103" y="244007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4" name="椭圆 923"/>
          <p:cNvSpPr/>
          <p:nvPr/>
        </p:nvSpPr>
        <p:spPr>
          <a:xfrm>
            <a:off x="2773379" y="244007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08" name="对象 907"/>
          <p:cNvGraphicFramePr>
            <a:graphicFrameLocks noChangeAspect="1"/>
          </p:cNvGraphicFramePr>
          <p:nvPr>
            <p:extLst/>
          </p:nvPr>
        </p:nvGraphicFramePr>
        <p:xfrm>
          <a:off x="3189333" y="2379859"/>
          <a:ext cx="381318" cy="57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AxMath" r:id="rId4" imgW="371714" imgH="559016" progId="Equation.AxMath">
                  <p:embed/>
                </p:oleObj>
              </mc:Choice>
              <mc:Fallback>
                <p:oleObj name="AxMath" r:id="rId4" imgW="371714" imgH="559016" progId="Equation.AxMath">
                  <p:embed/>
                  <p:pic>
                    <p:nvPicPr>
                      <p:cNvPr id="908" name="对象 90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89333" y="2379859"/>
                        <a:ext cx="381318" cy="574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75" name="直接连接符 974"/>
          <p:cNvCxnSpPr/>
          <p:nvPr/>
        </p:nvCxnSpPr>
        <p:spPr>
          <a:xfrm flipH="1">
            <a:off x="2652503" y="1548511"/>
            <a:ext cx="914400" cy="35814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1" name="直接连接符 980"/>
          <p:cNvCxnSpPr/>
          <p:nvPr/>
        </p:nvCxnSpPr>
        <p:spPr>
          <a:xfrm flipH="1" flipV="1">
            <a:off x="3094463" y="1563751"/>
            <a:ext cx="944880" cy="32004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4" name="直接连接符 983"/>
          <p:cNvCxnSpPr/>
          <p:nvPr/>
        </p:nvCxnSpPr>
        <p:spPr>
          <a:xfrm flipH="1">
            <a:off x="2652503" y="1982851"/>
            <a:ext cx="1386840" cy="1524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直接连接符 989"/>
          <p:cNvCxnSpPr/>
          <p:nvPr/>
        </p:nvCxnSpPr>
        <p:spPr>
          <a:xfrm flipH="1" flipV="1">
            <a:off x="2972543" y="1586611"/>
            <a:ext cx="251460" cy="94488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3" name="直接连接符 992"/>
          <p:cNvCxnSpPr/>
          <p:nvPr/>
        </p:nvCxnSpPr>
        <p:spPr>
          <a:xfrm flipV="1">
            <a:off x="3467843" y="1578992"/>
            <a:ext cx="220980" cy="960119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7" name="文本框 946"/>
          <p:cNvSpPr txBox="1"/>
          <p:nvPr/>
        </p:nvSpPr>
        <p:spPr>
          <a:xfrm>
            <a:off x="2864123" y="879375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同构带宽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98" name="直接连接符 997"/>
          <p:cNvCxnSpPr>
            <a:stCxn id="1003" idx="2"/>
            <a:endCxn id="1005" idx="6"/>
          </p:cNvCxnSpPr>
          <p:nvPr/>
        </p:nvCxnSpPr>
        <p:spPr>
          <a:xfrm flipH="1">
            <a:off x="7153627" y="1426430"/>
            <a:ext cx="364643" cy="0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9" name="直接连接符 998"/>
          <p:cNvCxnSpPr>
            <a:stCxn id="1003" idx="5"/>
            <a:endCxn id="1006" idx="1"/>
          </p:cNvCxnSpPr>
          <p:nvPr/>
        </p:nvCxnSpPr>
        <p:spPr>
          <a:xfrm>
            <a:off x="7802107" y="1542348"/>
            <a:ext cx="273953" cy="289211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0" name="直接连接符 999"/>
          <p:cNvCxnSpPr>
            <a:stCxn id="1006" idx="3"/>
            <a:endCxn id="1007" idx="7"/>
          </p:cNvCxnSpPr>
          <p:nvPr/>
        </p:nvCxnSpPr>
        <p:spPr>
          <a:xfrm flipH="1">
            <a:off x="7891837" y="2063395"/>
            <a:ext cx="184223" cy="430729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1" name="直接连接符 1000"/>
          <p:cNvCxnSpPr>
            <a:stCxn id="1005" idx="3"/>
            <a:endCxn id="1004" idx="7"/>
          </p:cNvCxnSpPr>
          <p:nvPr/>
        </p:nvCxnSpPr>
        <p:spPr>
          <a:xfrm flipH="1">
            <a:off x="6595837" y="1542348"/>
            <a:ext cx="273953" cy="289211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2" name="直接连接符 1001"/>
          <p:cNvCxnSpPr>
            <a:stCxn id="1004" idx="5"/>
            <a:endCxn id="1008" idx="1"/>
          </p:cNvCxnSpPr>
          <p:nvPr/>
        </p:nvCxnSpPr>
        <p:spPr>
          <a:xfrm>
            <a:off x="6595837" y="2063395"/>
            <a:ext cx="218138" cy="430729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3" name="椭圆 1002"/>
          <p:cNvSpPr/>
          <p:nvPr/>
        </p:nvSpPr>
        <p:spPr>
          <a:xfrm>
            <a:off x="7518270" y="1262497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4" name="椭圆 1003"/>
          <p:cNvSpPr/>
          <p:nvPr/>
        </p:nvSpPr>
        <p:spPr>
          <a:xfrm>
            <a:off x="6312000" y="17835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5" name="椭圆 1004"/>
          <p:cNvSpPr/>
          <p:nvPr/>
        </p:nvSpPr>
        <p:spPr>
          <a:xfrm>
            <a:off x="6821091" y="1262497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6" name="椭圆 1005"/>
          <p:cNvSpPr/>
          <p:nvPr/>
        </p:nvSpPr>
        <p:spPr>
          <a:xfrm>
            <a:off x="8027361" y="17835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7" name="椭圆 1006"/>
          <p:cNvSpPr/>
          <p:nvPr/>
        </p:nvSpPr>
        <p:spPr>
          <a:xfrm>
            <a:off x="7608000" y="244610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8" name="椭圆 1007"/>
          <p:cNvSpPr/>
          <p:nvPr/>
        </p:nvSpPr>
        <p:spPr>
          <a:xfrm>
            <a:off x="6765276" y="244610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010" name="直接连接符 1009"/>
          <p:cNvCxnSpPr/>
          <p:nvPr/>
        </p:nvCxnSpPr>
        <p:spPr>
          <a:xfrm flipH="1">
            <a:off x="6644400" y="1554546"/>
            <a:ext cx="914400" cy="35814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1" name="直接连接符 1010"/>
          <p:cNvCxnSpPr/>
          <p:nvPr/>
        </p:nvCxnSpPr>
        <p:spPr>
          <a:xfrm flipH="1" flipV="1">
            <a:off x="7086360" y="1569786"/>
            <a:ext cx="944880" cy="32004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2" name="直接连接符 1011"/>
          <p:cNvCxnSpPr/>
          <p:nvPr/>
        </p:nvCxnSpPr>
        <p:spPr>
          <a:xfrm flipH="1">
            <a:off x="6644400" y="1988886"/>
            <a:ext cx="1386840" cy="1524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3" name="直接连接符 1012"/>
          <p:cNvCxnSpPr/>
          <p:nvPr/>
        </p:nvCxnSpPr>
        <p:spPr>
          <a:xfrm flipH="1" flipV="1">
            <a:off x="6964440" y="1592646"/>
            <a:ext cx="251460" cy="94488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4" name="直接连接符 1013"/>
          <p:cNvCxnSpPr/>
          <p:nvPr/>
        </p:nvCxnSpPr>
        <p:spPr>
          <a:xfrm flipV="1">
            <a:off x="7459740" y="1585027"/>
            <a:ext cx="220980" cy="960119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5" name="文本框 1014"/>
          <p:cNvSpPr txBox="1"/>
          <p:nvPr/>
        </p:nvSpPr>
        <p:spPr>
          <a:xfrm>
            <a:off x="6624538" y="874860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节点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带宽异构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8" name="圆角矩形 947"/>
          <p:cNvSpPr/>
          <p:nvPr/>
        </p:nvSpPr>
        <p:spPr>
          <a:xfrm>
            <a:off x="2469844" y="1379585"/>
            <a:ext cx="1800375" cy="1159526"/>
          </a:xfrm>
          <a:prstGeom prst="roundRect">
            <a:avLst/>
          </a:prstGeom>
          <a:solidFill>
            <a:srgbClr val="70AD47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边的数目约束</a:t>
            </a:r>
          </a:p>
        </p:txBody>
      </p:sp>
      <p:sp>
        <p:nvSpPr>
          <p:cNvPr id="1017" name="圆角矩形 1016"/>
          <p:cNvSpPr/>
          <p:nvPr/>
        </p:nvSpPr>
        <p:spPr>
          <a:xfrm>
            <a:off x="6562948" y="1704669"/>
            <a:ext cx="176238" cy="488491"/>
          </a:xfrm>
          <a:prstGeom prst="round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9" name="圆角矩形 1018"/>
          <p:cNvSpPr/>
          <p:nvPr/>
        </p:nvSpPr>
        <p:spPr>
          <a:xfrm>
            <a:off x="7924027" y="1695111"/>
            <a:ext cx="176238" cy="488491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0" name="圆角矩形 1019"/>
          <p:cNvSpPr/>
          <p:nvPr/>
        </p:nvSpPr>
        <p:spPr>
          <a:xfrm rot="20383199">
            <a:off x="7516937" y="2388954"/>
            <a:ext cx="447948" cy="169758"/>
          </a:xfrm>
          <a:prstGeom prst="roundRect">
            <a:avLst/>
          </a:prstGeom>
          <a:solidFill>
            <a:srgbClr val="00FFFF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1" name="圆角矩形 1020"/>
          <p:cNvSpPr/>
          <p:nvPr/>
        </p:nvSpPr>
        <p:spPr>
          <a:xfrm rot="1153842">
            <a:off x="6733473" y="2381232"/>
            <a:ext cx="447948" cy="169758"/>
          </a:xfrm>
          <a:prstGeom prst="roundRect">
            <a:avLst/>
          </a:prstGeom>
          <a:solidFill>
            <a:srgbClr val="7030A0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2" name="圆角矩形 1021"/>
          <p:cNvSpPr/>
          <p:nvPr/>
        </p:nvSpPr>
        <p:spPr>
          <a:xfrm rot="20494628">
            <a:off x="6784968" y="1443899"/>
            <a:ext cx="529965" cy="230784"/>
          </a:xfrm>
          <a:prstGeom prst="roundRect">
            <a:avLst/>
          </a:prstGeom>
          <a:solidFill>
            <a:srgbClr val="70AD47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3" name="圆角矩形 1022"/>
          <p:cNvSpPr/>
          <p:nvPr/>
        </p:nvSpPr>
        <p:spPr>
          <a:xfrm rot="1717672">
            <a:off x="7380696" y="1463824"/>
            <a:ext cx="529965" cy="230784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椭圆 1028"/>
          <p:cNvSpPr/>
          <p:nvPr/>
        </p:nvSpPr>
        <p:spPr>
          <a:xfrm>
            <a:off x="1894638" y="575131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0" name="椭圆 1029"/>
          <p:cNvSpPr/>
          <p:nvPr/>
        </p:nvSpPr>
        <p:spPr>
          <a:xfrm>
            <a:off x="3839580" y="575218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1" name="椭圆 1030"/>
          <p:cNvSpPr/>
          <p:nvPr/>
        </p:nvSpPr>
        <p:spPr>
          <a:xfrm>
            <a:off x="1410341" y="575131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2" name="椭圆 1031"/>
          <p:cNvSpPr/>
          <p:nvPr/>
        </p:nvSpPr>
        <p:spPr>
          <a:xfrm>
            <a:off x="2382486" y="575131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3" name="椭圆 1032"/>
          <p:cNvSpPr/>
          <p:nvPr/>
        </p:nvSpPr>
        <p:spPr>
          <a:xfrm>
            <a:off x="2870334" y="575131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4" name="椭圆 1033"/>
          <p:cNvSpPr/>
          <p:nvPr/>
        </p:nvSpPr>
        <p:spPr>
          <a:xfrm>
            <a:off x="3356805" y="5747597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8" name="椭圆 1047"/>
          <p:cNvSpPr/>
          <p:nvPr/>
        </p:nvSpPr>
        <p:spPr>
          <a:xfrm>
            <a:off x="4317894" y="575542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9" name="椭圆 1048"/>
          <p:cNvSpPr/>
          <p:nvPr/>
        </p:nvSpPr>
        <p:spPr>
          <a:xfrm>
            <a:off x="4796208" y="575542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51" name="肘形连接符 950"/>
          <p:cNvCxnSpPr>
            <a:stCxn id="1031" idx="0"/>
            <a:endCxn id="1029" idx="0"/>
          </p:cNvCxnSpPr>
          <p:nvPr/>
        </p:nvCxnSpPr>
        <p:spPr>
          <a:xfrm rot="5400000" flipH="1" flipV="1">
            <a:off x="1818757" y="5509163"/>
            <a:ext cx="12700" cy="484297"/>
          </a:xfrm>
          <a:prstGeom prst="bentConnector3">
            <a:avLst>
              <a:gd name="adj1" fmla="val 2640000"/>
            </a:avLst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肘形连接符 1052"/>
          <p:cNvCxnSpPr>
            <a:stCxn id="1032" idx="0"/>
            <a:endCxn id="1033" idx="0"/>
          </p:cNvCxnSpPr>
          <p:nvPr/>
        </p:nvCxnSpPr>
        <p:spPr>
          <a:xfrm rot="5400000" flipH="1" flipV="1">
            <a:off x="2792678" y="5507387"/>
            <a:ext cx="12700" cy="487848"/>
          </a:xfrm>
          <a:prstGeom prst="bentConnector3">
            <a:avLst>
              <a:gd name="adj1" fmla="val 2640000"/>
            </a:avLst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肘形连接符 1055"/>
          <p:cNvCxnSpPr>
            <a:stCxn id="1034" idx="0"/>
            <a:endCxn id="1030" idx="0"/>
          </p:cNvCxnSpPr>
          <p:nvPr/>
        </p:nvCxnSpPr>
        <p:spPr>
          <a:xfrm rot="16200000" flipH="1">
            <a:off x="3762167" y="5508503"/>
            <a:ext cx="4586" cy="482775"/>
          </a:xfrm>
          <a:prstGeom prst="bentConnector3">
            <a:avLst>
              <a:gd name="adj1" fmla="val -7477148"/>
            </a:avLst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肘形连接符 1058"/>
          <p:cNvCxnSpPr>
            <a:stCxn id="1048" idx="0"/>
            <a:endCxn id="1049" idx="0"/>
          </p:cNvCxnSpPr>
          <p:nvPr/>
        </p:nvCxnSpPr>
        <p:spPr>
          <a:xfrm rot="5400000" flipH="1" flipV="1">
            <a:off x="4723319" y="5516266"/>
            <a:ext cx="12700" cy="478314"/>
          </a:xfrm>
          <a:prstGeom prst="bentConnector3">
            <a:avLst>
              <a:gd name="adj1" fmla="val 2640000"/>
            </a:avLst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肘形连接符 1061"/>
          <p:cNvCxnSpPr/>
          <p:nvPr/>
        </p:nvCxnSpPr>
        <p:spPr>
          <a:xfrm rot="5400000" flipH="1" flipV="1">
            <a:off x="2305774" y="4907741"/>
            <a:ext cx="94" cy="975457"/>
          </a:xfrm>
          <a:prstGeom prst="bentConnector3">
            <a:avLst>
              <a:gd name="adj1" fmla="val 408868085"/>
            </a:avLst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肘形连接符 1069"/>
          <p:cNvCxnSpPr/>
          <p:nvPr/>
        </p:nvCxnSpPr>
        <p:spPr>
          <a:xfrm rot="16200000" flipH="1">
            <a:off x="4236473" y="4908576"/>
            <a:ext cx="15245" cy="958446"/>
          </a:xfrm>
          <a:prstGeom prst="bentConnector3">
            <a:avLst>
              <a:gd name="adj1" fmla="val -2392844"/>
            </a:avLst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肘形连接符 1075"/>
          <p:cNvCxnSpPr/>
          <p:nvPr/>
        </p:nvCxnSpPr>
        <p:spPr>
          <a:xfrm rot="5400000" flipH="1" flipV="1">
            <a:off x="3264868" y="4000779"/>
            <a:ext cx="16567" cy="1942044"/>
          </a:xfrm>
          <a:prstGeom prst="bentConnector3">
            <a:avLst>
              <a:gd name="adj1" fmla="val 2243176"/>
            </a:avLst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8" name="圆角矩形 1087"/>
          <p:cNvSpPr/>
          <p:nvPr/>
        </p:nvSpPr>
        <p:spPr>
          <a:xfrm>
            <a:off x="2382486" y="4519676"/>
            <a:ext cx="1800375" cy="188319"/>
          </a:xfrm>
          <a:prstGeom prst="roundRect">
            <a:avLst/>
          </a:prstGeom>
          <a:solidFill>
            <a:srgbClr val="70AD47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圆角矩形 1088"/>
          <p:cNvSpPr/>
          <p:nvPr/>
        </p:nvSpPr>
        <p:spPr>
          <a:xfrm>
            <a:off x="1894638" y="4928253"/>
            <a:ext cx="827988" cy="17947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圆角矩形 1089"/>
          <p:cNvSpPr/>
          <p:nvPr/>
        </p:nvSpPr>
        <p:spPr>
          <a:xfrm>
            <a:off x="3824865" y="4939511"/>
            <a:ext cx="827988" cy="17947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圆角矩形 1090"/>
          <p:cNvSpPr/>
          <p:nvPr/>
        </p:nvSpPr>
        <p:spPr>
          <a:xfrm>
            <a:off x="1612075" y="5329307"/>
            <a:ext cx="426063" cy="138241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圆角矩形 1091"/>
          <p:cNvSpPr/>
          <p:nvPr/>
        </p:nvSpPr>
        <p:spPr>
          <a:xfrm>
            <a:off x="2591122" y="5329474"/>
            <a:ext cx="426063" cy="138241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3" name="圆角矩形 1092"/>
          <p:cNvSpPr/>
          <p:nvPr/>
        </p:nvSpPr>
        <p:spPr>
          <a:xfrm>
            <a:off x="3551428" y="5329307"/>
            <a:ext cx="426063" cy="138241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圆角矩形 1093"/>
          <p:cNvSpPr/>
          <p:nvPr/>
        </p:nvSpPr>
        <p:spPr>
          <a:xfrm>
            <a:off x="4528436" y="5329307"/>
            <a:ext cx="426063" cy="138241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5" name="椭圆 1094"/>
          <p:cNvSpPr/>
          <p:nvPr/>
        </p:nvSpPr>
        <p:spPr>
          <a:xfrm>
            <a:off x="6456000" y="573473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6" name="椭圆 1095"/>
          <p:cNvSpPr/>
          <p:nvPr/>
        </p:nvSpPr>
        <p:spPr>
          <a:xfrm>
            <a:off x="8465994" y="573473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7" name="椭圆 1096"/>
          <p:cNvSpPr/>
          <p:nvPr/>
        </p:nvSpPr>
        <p:spPr>
          <a:xfrm>
            <a:off x="5808000" y="573473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0" name="椭圆 1099"/>
          <p:cNvSpPr/>
          <p:nvPr/>
        </p:nvSpPr>
        <p:spPr>
          <a:xfrm>
            <a:off x="7806702" y="5730145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7" name="文本框 976"/>
          <p:cNvSpPr txBox="1"/>
          <p:nvPr/>
        </p:nvSpPr>
        <p:spPr>
          <a:xfrm>
            <a:off x="2710776" y="239841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9" name="文本框 1118"/>
          <p:cNvSpPr txBox="1"/>
          <p:nvPr/>
        </p:nvSpPr>
        <p:spPr>
          <a:xfrm>
            <a:off x="6701885" y="2401498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0" name="文本框 1119"/>
          <p:cNvSpPr txBox="1"/>
          <p:nvPr/>
        </p:nvSpPr>
        <p:spPr>
          <a:xfrm>
            <a:off x="2049333" y="4067402"/>
            <a:ext cx="2459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服务器内部链路带宽异构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1" name="文本框 1120"/>
          <p:cNvSpPr txBox="1"/>
          <p:nvPr/>
        </p:nvSpPr>
        <p:spPr>
          <a:xfrm>
            <a:off x="5985174" y="4040882"/>
            <a:ext cx="2980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服务器间交换机端口带宽异构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3" name="文本框 1122"/>
          <p:cNvSpPr txBox="1"/>
          <p:nvPr/>
        </p:nvSpPr>
        <p:spPr>
          <a:xfrm>
            <a:off x="7724536" y="570393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4" name="文本框 1123"/>
          <p:cNvSpPr txBox="1"/>
          <p:nvPr/>
        </p:nvSpPr>
        <p:spPr>
          <a:xfrm>
            <a:off x="8477969" y="57117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26" name="对象 1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764821"/>
              </p:ext>
            </p:extLst>
          </p:nvPr>
        </p:nvGraphicFramePr>
        <p:xfrm>
          <a:off x="7182780" y="2400099"/>
          <a:ext cx="381318" cy="57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AxMath" r:id="rId6" imgW="371714" imgH="559016" progId="Equation.AxMath">
                  <p:embed/>
                </p:oleObj>
              </mc:Choice>
              <mc:Fallback>
                <p:oleObj name="AxMath" r:id="rId6" imgW="371714" imgH="559016" progId="Equation.AxMath">
                  <p:embed/>
                  <p:pic>
                    <p:nvPicPr>
                      <p:cNvPr id="1126" name="对象 11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82780" y="2400099"/>
                        <a:ext cx="381318" cy="574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" name="对象 1126"/>
          <p:cNvGraphicFramePr>
            <a:graphicFrameLocks noChangeAspect="1"/>
          </p:cNvGraphicFramePr>
          <p:nvPr>
            <p:extLst/>
          </p:nvPr>
        </p:nvGraphicFramePr>
        <p:xfrm>
          <a:off x="7087999" y="5662973"/>
          <a:ext cx="381318" cy="57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AxMath" r:id="rId7" imgW="371714" imgH="559016" progId="Equation.AxMath">
                  <p:embed/>
                </p:oleObj>
              </mc:Choice>
              <mc:Fallback>
                <p:oleObj name="AxMath" r:id="rId7" imgW="371714" imgH="559016" progId="Equation.AxMath">
                  <p:embed/>
                  <p:pic>
                    <p:nvPicPr>
                      <p:cNvPr id="1127" name="对象 112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87999" y="5662973"/>
                        <a:ext cx="381318" cy="574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78" name="图片 97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0123" y="5180028"/>
            <a:ext cx="362352" cy="126349"/>
          </a:xfrm>
          <a:prstGeom prst="rect">
            <a:avLst/>
          </a:prstGeom>
        </p:spPr>
      </p:pic>
      <p:pic>
        <p:nvPicPr>
          <p:cNvPr id="1129" name="图片 11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679" y="5180028"/>
            <a:ext cx="362352" cy="126349"/>
          </a:xfrm>
          <a:prstGeom prst="rect">
            <a:avLst/>
          </a:prstGeom>
        </p:spPr>
      </p:pic>
      <p:pic>
        <p:nvPicPr>
          <p:cNvPr id="1130" name="图片 11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236" y="4520662"/>
            <a:ext cx="362352" cy="126349"/>
          </a:xfrm>
          <a:prstGeom prst="rect">
            <a:avLst/>
          </a:prstGeom>
        </p:spPr>
      </p:pic>
      <p:pic>
        <p:nvPicPr>
          <p:cNvPr id="1131" name="图片 11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5877" y="4532738"/>
            <a:ext cx="362352" cy="126349"/>
          </a:xfrm>
          <a:prstGeom prst="rect">
            <a:avLst/>
          </a:prstGeom>
        </p:spPr>
      </p:pic>
      <p:cxnSp>
        <p:nvCxnSpPr>
          <p:cNvPr id="1132" name="直接连接符 1131"/>
          <p:cNvCxnSpPr>
            <a:stCxn id="978" idx="2"/>
            <a:endCxn id="1097" idx="0"/>
          </p:cNvCxnSpPr>
          <p:nvPr/>
        </p:nvCxnSpPr>
        <p:spPr>
          <a:xfrm flipH="1">
            <a:off x="5974268" y="5306377"/>
            <a:ext cx="357031" cy="428354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5" name="直接连接符 1134"/>
          <p:cNvCxnSpPr>
            <a:stCxn id="978" idx="2"/>
            <a:endCxn id="1095" idx="0"/>
          </p:cNvCxnSpPr>
          <p:nvPr/>
        </p:nvCxnSpPr>
        <p:spPr>
          <a:xfrm>
            <a:off x="6331299" y="5306377"/>
            <a:ext cx="290969" cy="428354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8" name="直接连接符 1137"/>
          <p:cNvCxnSpPr>
            <a:stCxn id="978" idx="2"/>
          </p:cNvCxnSpPr>
          <p:nvPr/>
        </p:nvCxnSpPr>
        <p:spPr>
          <a:xfrm>
            <a:off x="6331299" y="5306377"/>
            <a:ext cx="801711" cy="428354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4" name="直接连接符 1143"/>
          <p:cNvCxnSpPr>
            <a:stCxn id="1129" idx="2"/>
            <a:endCxn id="1123" idx="0"/>
          </p:cNvCxnSpPr>
          <p:nvPr/>
        </p:nvCxnSpPr>
        <p:spPr>
          <a:xfrm flipH="1">
            <a:off x="7970758" y="5306377"/>
            <a:ext cx="267097" cy="397557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7" name="直接连接符 1146"/>
          <p:cNvCxnSpPr>
            <a:stCxn id="1129" idx="2"/>
            <a:endCxn id="1124" idx="0"/>
          </p:cNvCxnSpPr>
          <p:nvPr/>
        </p:nvCxnSpPr>
        <p:spPr>
          <a:xfrm>
            <a:off x="8237855" y="5306377"/>
            <a:ext cx="390155" cy="405383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50" name="对象 1149"/>
          <p:cNvGraphicFramePr>
            <a:graphicFrameLocks noChangeAspect="1"/>
          </p:cNvGraphicFramePr>
          <p:nvPr>
            <p:extLst/>
          </p:nvPr>
        </p:nvGraphicFramePr>
        <p:xfrm>
          <a:off x="7087999" y="4957155"/>
          <a:ext cx="381318" cy="57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AxMath" r:id="rId9" imgW="371714" imgH="559016" progId="Equation.AxMath">
                  <p:embed/>
                </p:oleObj>
              </mc:Choice>
              <mc:Fallback>
                <p:oleObj name="AxMath" r:id="rId9" imgW="371714" imgH="559016" progId="Equation.AxMath">
                  <p:embed/>
                  <p:pic>
                    <p:nvPicPr>
                      <p:cNvPr id="1150" name="对象 11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87999" y="4957155"/>
                        <a:ext cx="381318" cy="574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1" name="对象 1150"/>
          <p:cNvGraphicFramePr>
            <a:graphicFrameLocks noChangeAspect="1"/>
          </p:cNvGraphicFramePr>
          <p:nvPr>
            <p:extLst/>
          </p:nvPr>
        </p:nvGraphicFramePr>
        <p:xfrm>
          <a:off x="7373439" y="4311848"/>
          <a:ext cx="381318" cy="57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AxMath" r:id="rId10" imgW="371714" imgH="559016" progId="Equation.AxMath">
                  <p:embed/>
                </p:oleObj>
              </mc:Choice>
              <mc:Fallback>
                <p:oleObj name="AxMath" r:id="rId10" imgW="371714" imgH="559016" progId="Equation.AxMath">
                  <p:embed/>
                  <p:pic>
                    <p:nvPicPr>
                      <p:cNvPr id="1151" name="对象 115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73439" y="4311848"/>
                        <a:ext cx="381318" cy="574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2" name="直接连接符 1151"/>
          <p:cNvCxnSpPr>
            <a:stCxn id="1130" idx="2"/>
            <a:endCxn id="1097" idx="0"/>
          </p:cNvCxnSpPr>
          <p:nvPr/>
        </p:nvCxnSpPr>
        <p:spPr>
          <a:xfrm flipH="1">
            <a:off x="5974268" y="4647011"/>
            <a:ext cx="607144" cy="1087720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5" name="直接连接符 1154"/>
          <p:cNvCxnSpPr>
            <a:stCxn id="1129" idx="2"/>
          </p:cNvCxnSpPr>
          <p:nvPr/>
        </p:nvCxnSpPr>
        <p:spPr>
          <a:xfrm flipH="1">
            <a:off x="7411068" y="5306377"/>
            <a:ext cx="826787" cy="428354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2" name="直接连接符 1161"/>
          <p:cNvCxnSpPr>
            <a:stCxn id="1130" idx="2"/>
            <a:endCxn id="1123" idx="0"/>
          </p:cNvCxnSpPr>
          <p:nvPr/>
        </p:nvCxnSpPr>
        <p:spPr>
          <a:xfrm>
            <a:off x="6581412" y="4647011"/>
            <a:ext cx="1389346" cy="1056923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5" name="直接连接符 1164"/>
          <p:cNvCxnSpPr>
            <a:stCxn id="1130" idx="2"/>
          </p:cNvCxnSpPr>
          <p:nvPr/>
        </p:nvCxnSpPr>
        <p:spPr>
          <a:xfrm>
            <a:off x="6581412" y="4647011"/>
            <a:ext cx="696164" cy="1089735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8" name="直接连接符 1167"/>
          <p:cNvCxnSpPr>
            <a:stCxn id="1131" idx="2"/>
            <a:endCxn id="1095" idx="0"/>
          </p:cNvCxnSpPr>
          <p:nvPr/>
        </p:nvCxnSpPr>
        <p:spPr>
          <a:xfrm flipH="1">
            <a:off x="6622268" y="4659087"/>
            <a:ext cx="1854785" cy="1075644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1" name="直接连接符 1170"/>
          <p:cNvCxnSpPr>
            <a:stCxn id="1131" idx="2"/>
            <a:endCxn id="1124" idx="0"/>
          </p:cNvCxnSpPr>
          <p:nvPr/>
        </p:nvCxnSpPr>
        <p:spPr>
          <a:xfrm>
            <a:off x="8477053" y="4659087"/>
            <a:ext cx="150957" cy="1052673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4" name="直接连接符 1173"/>
          <p:cNvCxnSpPr>
            <a:stCxn id="1131" idx="2"/>
          </p:cNvCxnSpPr>
          <p:nvPr/>
        </p:nvCxnSpPr>
        <p:spPr>
          <a:xfrm flipH="1">
            <a:off x="7297896" y="4659087"/>
            <a:ext cx="1179157" cy="1067499"/>
          </a:xfrm>
          <a:prstGeom prst="line">
            <a:avLst/>
          </a:prstGeom>
          <a:ln w="28575">
            <a:solidFill>
              <a:schemeClr val="accent2"/>
            </a:solidFill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7" name="圆角矩形 1176"/>
          <p:cNvSpPr/>
          <p:nvPr/>
        </p:nvSpPr>
        <p:spPr>
          <a:xfrm>
            <a:off x="6396408" y="4576132"/>
            <a:ext cx="358523" cy="183807"/>
          </a:xfrm>
          <a:prstGeom prst="roundRect">
            <a:avLst/>
          </a:prstGeom>
          <a:solidFill>
            <a:srgbClr val="70AD47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8" name="圆角矩形 1177"/>
          <p:cNvSpPr/>
          <p:nvPr/>
        </p:nvSpPr>
        <p:spPr>
          <a:xfrm>
            <a:off x="8286732" y="4576132"/>
            <a:ext cx="358523" cy="183807"/>
          </a:xfrm>
          <a:prstGeom prst="roundRect">
            <a:avLst/>
          </a:prstGeom>
          <a:solidFill>
            <a:srgbClr val="70AD47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9" name="圆角矩形 1178"/>
          <p:cNvSpPr/>
          <p:nvPr/>
        </p:nvSpPr>
        <p:spPr>
          <a:xfrm>
            <a:off x="8042217" y="5232558"/>
            <a:ext cx="358523" cy="183807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0" name="圆角矩形 1179"/>
          <p:cNvSpPr/>
          <p:nvPr/>
        </p:nvSpPr>
        <p:spPr>
          <a:xfrm>
            <a:off x="6143899" y="5232558"/>
            <a:ext cx="358523" cy="183807"/>
          </a:xfrm>
          <a:prstGeom prst="round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97" name="矩形 19596"/>
          <p:cNvSpPr/>
          <p:nvPr/>
        </p:nvSpPr>
        <p:spPr>
          <a:xfrm>
            <a:off x="6622348" y="1822701"/>
            <a:ext cx="14253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节点度的约束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2" name="矩形 1181"/>
          <p:cNvSpPr/>
          <p:nvPr/>
        </p:nvSpPr>
        <p:spPr>
          <a:xfrm>
            <a:off x="2259797" y="4666479"/>
            <a:ext cx="20457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链路上边的数目约束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3" name="矩形 1182"/>
          <p:cNvSpPr/>
          <p:nvPr/>
        </p:nvSpPr>
        <p:spPr>
          <a:xfrm>
            <a:off x="6527680" y="4684746"/>
            <a:ext cx="20457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端口上边的数目约束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9" name="任意多边形 1188"/>
          <p:cNvSpPr/>
          <p:nvPr/>
        </p:nvSpPr>
        <p:spPr>
          <a:xfrm>
            <a:off x="4595785" y="2470893"/>
            <a:ext cx="1527352" cy="1527350"/>
          </a:xfrm>
          <a:custGeom>
            <a:avLst/>
            <a:gdLst>
              <a:gd name="connsiteX0" fmla="*/ 0 w 1527352"/>
              <a:gd name="connsiteY0" fmla="*/ 0 h 1527350"/>
              <a:gd name="connsiteX1" fmla="*/ 285340 w 1527352"/>
              <a:gd name="connsiteY1" fmla="*/ 47286 h 1527350"/>
              <a:gd name="connsiteX2" fmla="*/ 201871 w 1527352"/>
              <a:gd name="connsiteY2" fmla="*/ 130756 h 1527350"/>
              <a:gd name="connsiteX3" fmla="*/ 490989 w 1527352"/>
              <a:gd name="connsiteY3" fmla="*/ 419874 h 1527350"/>
              <a:gd name="connsiteX4" fmla="*/ 1036363 w 1527352"/>
              <a:gd name="connsiteY4" fmla="*/ 419874 h 1527350"/>
              <a:gd name="connsiteX5" fmla="*/ 1325482 w 1527352"/>
              <a:gd name="connsiteY5" fmla="*/ 130756 h 1527350"/>
              <a:gd name="connsiteX6" fmla="*/ 1242012 w 1527352"/>
              <a:gd name="connsiteY6" fmla="*/ 47286 h 1527350"/>
              <a:gd name="connsiteX7" fmla="*/ 1527352 w 1527352"/>
              <a:gd name="connsiteY7" fmla="*/ 0 h 1527350"/>
              <a:gd name="connsiteX8" fmla="*/ 1480065 w 1527352"/>
              <a:gd name="connsiteY8" fmla="*/ 285339 h 1527350"/>
              <a:gd name="connsiteX9" fmla="*/ 1396596 w 1527352"/>
              <a:gd name="connsiteY9" fmla="*/ 201869 h 1527350"/>
              <a:gd name="connsiteX10" fmla="*/ 1178591 w 1527352"/>
              <a:gd name="connsiteY10" fmla="*/ 419874 h 1527350"/>
              <a:gd name="connsiteX11" fmla="*/ 1332342 w 1527352"/>
              <a:gd name="connsiteY11" fmla="*/ 419874 h 1527350"/>
              <a:gd name="connsiteX12" fmla="*/ 1446944 w 1527352"/>
              <a:gd name="connsiteY12" fmla="*/ 534476 h 1527350"/>
              <a:gd name="connsiteX13" fmla="*/ 1446944 w 1527352"/>
              <a:gd name="connsiteY13" fmla="*/ 992873 h 1527350"/>
              <a:gd name="connsiteX14" fmla="*/ 1332342 w 1527352"/>
              <a:gd name="connsiteY14" fmla="*/ 1107475 h 1527350"/>
              <a:gd name="connsiteX15" fmla="*/ 1178590 w 1527352"/>
              <a:gd name="connsiteY15" fmla="*/ 1107475 h 1527350"/>
              <a:gd name="connsiteX16" fmla="*/ 1396596 w 1527352"/>
              <a:gd name="connsiteY16" fmla="*/ 1325481 h 1527350"/>
              <a:gd name="connsiteX17" fmla="*/ 1480065 w 1527352"/>
              <a:gd name="connsiteY17" fmla="*/ 1242011 h 1527350"/>
              <a:gd name="connsiteX18" fmla="*/ 1527352 w 1527352"/>
              <a:gd name="connsiteY18" fmla="*/ 1527350 h 1527350"/>
              <a:gd name="connsiteX19" fmla="*/ 1242012 w 1527352"/>
              <a:gd name="connsiteY19" fmla="*/ 1480064 h 1527350"/>
              <a:gd name="connsiteX20" fmla="*/ 1325482 w 1527352"/>
              <a:gd name="connsiteY20" fmla="*/ 1396594 h 1527350"/>
              <a:gd name="connsiteX21" fmla="*/ 1036362 w 1527352"/>
              <a:gd name="connsiteY21" fmla="*/ 1107475 h 1527350"/>
              <a:gd name="connsiteX22" fmla="*/ 490990 w 1527352"/>
              <a:gd name="connsiteY22" fmla="*/ 1107475 h 1527350"/>
              <a:gd name="connsiteX23" fmla="*/ 201871 w 1527352"/>
              <a:gd name="connsiteY23" fmla="*/ 1396594 h 1527350"/>
              <a:gd name="connsiteX24" fmla="*/ 285340 w 1527352"/>
              <a:gd name="connsiteY24" fmla="*/ 1480064 h 1527350"/>
              <a:gd name="connsiteX25" fmla="*/ 0 w 1527352"/>
              <a:gd name="connsiteY25" fmla="*/ 1527350 h 1527350"/>
              <a:gd name="connsiteX26" fmla="*/ 47287 w 1527352"/>
              <a:gd name="connsiteY26" fmla="*/ 1242011 h 1527350"/>
              <a:gd name="connsiteX27" fmla="*/ 130757 w 1527352"/>
              <a:gd name="connsiteY27" fmla="*/ 1325481 h 1527350"/>
              <a:gd name="connsiteX28" fmla="*/ 348762 w 1527352"/>
              <a:gd name="connsiteY28" fmla="*/ 1107475 h 1527350"/>
              <a:gd name="connsiteX29" fmla="*/ 195009 w 1527352"/>
              <a:gd name="connsiteY29" fmla="*/ 1107475 h 1527350"/>
              <a:gd name="connsiteX30" fmla="*/ 80407 w 1527352"/>
              <a:gd name="connsiteY30" fmla="*/ 992873 h 1527350"/>
              <a:gd name="connsiteX31" fmla="*/ 80407 w 1527352"/>
              <a:gd name="connsiteY31" fmla="*/ 534476 h 1527350"/>
              <a:gd name="connsiteX32" fmla="*/ 195009 w 1527352"/>
              <a:gd name="connsiteY32" fmla="*/ 419874 h 1527350"/>
              <a:gd name="connsiteX33" fmla="*/ 348761 w 1527352"/>
              <a:gd name="connsiteY33" fmla="*/ 419874 h 1527350"/>
              <a:gd name="connsiteX34" fmla="*/ 130757 w 1527352"/>
              <a:gd name="connsiteY34" fmla="*/ 201869 h 1527350"/>
              <a:gd name="connsiteX35" fmla="*/ 47287 w 1527352"/>
              <a:gd name="connsiteY35" fmla="*/ 285339 h 152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27352" h="1527350">
                <a:moveTo>
                  <a:pt x="0" y="0"/>
                </a:moveTo>
                <a:lnTo>
                  <a:pt x="285340" y="47286"/>
                </a:lnTo>
                <a:lnTo>
                  <a:pt x="201871" y="130756"/>
                </a:lnTo>
                <a:lnTo>
                  <a:pt x="490989" y="419874"/>
                </a:lnTo>
                <a:lnTo>
                  <a:pt x="1036363" y="419874"/>
                </a:lnTo>
                <a:lnTo>
                  <a:pt x="1325482" y="130756"/>
                </a:lnTo>
                <a:lnTo>
                  <a:pt x="1242012" y="47286"/>
                </a:lnTo>
                <a:lnTo>
                  <a:pt x="1527352" y="0"/>
                </a:lnTo>
                <a:lnTo>
                  <a:pt x="1480065" y="285339"/>
                </a:lnTo>
                <a:lnTo>
                  <a:pt x="1396596" y="201869"/>
                </a:lnTo>
                <a:lnTo>
                  <a:pt x="1178591" y="419874"/>
                </a:lnTo>
                <a:lnTo>
                  <a:pt x="1332342" y="419874"/>
                </a:lnTo>
                <a:cubicBezTo>
                  <a:pt x="1395635" y="419874"/>
                  <a:pt x="1446944" y="471183"/>
                  <a:pt x="1446944" y="534476"/>
                </a:cubicBezTo>
                <a:lnTo>
                  <a:pt x="1446944" y="992873"/>
                </a:lnTo>
                <a:cubicBezTo>
                  <a:pt x="1446944" y="1056166"/>
                  <a:pt x="1395635" y="1107475"/>
                  <a:pt x="1332342" y="1107475"/>
                </a:cubicBezTo>
                <a:lnTo>
                  <a:pt x="1178590" y="1107475"/>
                </a:lnTo>
                <a:lnTo>
                  <a:pt x="1396596" y="1325481"/>
                </a:lnTo>
                <a:lnTo>
                  <a:pt x="1480065" y="1242011"/>
                </a:lnTo>
                <a:lnTo>
                  <a:pt x="1527352" y="1527350"/>
                </a:lnTo>
                <a:lnTo>
                  <a:pt x="1242012" y="1480064"/>
                </a:lnTo>
                <a:lnTo>
                  <a:pt x="1325482" y="1396594"/>
                </a:lnTo>
                <a:lnTo>
                  <a:pt x="1036362" y="1107475"/>
                </a:lnTo>
                <a:lnTo>
                  <a:pt x="490990" y="1107475"/>
                </a:lnTo>
                <a:lnTo>
                  <a:pt x="201871" y="1396594"/>
                </a:lnTo>
                <a:lnTo>
                  <a:pt x="285340" y="1480064"/>
                </a:lnTo>
                <a:lnTo>
                  <a:pt x="0" y="1527350"/>
                </a:lnTo>
                <a:lnTo>
                  <a:pt x="47287" y="1242011"/>
                </a:lnTo>
                <a:lnTo>
                  <a:pt x="130757" y="1325481"/>
                </a:lnTo>
                <a:lnTo>
                  <a:pt x="348762" y="1107475"/>
                </a:lnTo>
                <a:lnTo>
                  <a:pt x="195009" y="1107475"/>
                </a:lnTo>
                <a:cubicBezTo>
                  <a:pt x="131716" y="1107475"/>
                  <a:pt x="80407" y="1056166"/>
                  <a:pt x="80407" y="992873"/>
                </a:cubicBezTo>
                <a:lnTo>
                  <a:pt x="80407" y="534476"/>
                </a:lnTo>
                <a:cubicBezTo>
                  <a:pt x="80407" y="471183"/>
                  <a:pt x="131716" y="419874"/>
                  <a:pt x="195009" y="419874"/>
                </a:cubicBezTo>
                <a:lnTo>
                  <a:pt x="348761" y="419874"/>
                </a:lnTo>
                <a:lnTo>
                  <a:pt x="130757" y="201869"/>
                </a:lnTo>
                <a:lnTo>
                  <a:pt x="47287" y="285339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定制化的</a:t>
            </a:r>
            <a:r>
              <a:rPr lang="en-US" altLang="zh-CN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ADMM</a:t>
            </a:r>
            <a:r>
              <a:rPr lang="zh-CN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0" name="矩形 1189"/>
          <p:cNvSpPr/>
          <p:nvPr/>
        </p:nvSpPr>
        <p:spPr>
          <a:xfrm>
            <a:off x="7315219" y="2980511"/>
            <a:ext cx="1059392" cy="551638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模拟退火算法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直角上箭头 3"/>
          <p:cNvSpPr/>
          <p:nvPr/>
        </p:nvSpPr>
        <p:spPr>
          <a:xfrm rot="16200000">
            <a:off x="6012551" y="2791561"/>
            <a:ext cx="479959" cy="362915"/>
          </a:xfrm>
          <a:prstGeom prst="bentUpArrow">
            <a:avLst>
              <a:gd name="adj1" fmla="val 19120"/>
              <a:gd name="adj2" fmla="val 17944"/>
              <a:gd name="adj3" fmla="val 29704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直角上箭头 107"/>
          <p:cNvSpPr/>
          <p:nvPr/>
        </p:nvSpPr>
        <p:spPr>
          <a:xfrm rot="16200000" flipH="1">
            <a:off x="5992922" y="3291150"/>
            <a:ext cx="519214" cy="362914"/>
          </a:xfrm>
          <a:prstGeom prst="bentUpArrow">
            <a:avLst>
              <a:gd name="adj1" fmla="val 19120"/>
              <a:gd name="adj2" fmla="val 17356"/>
              <a:gd name="adj3" fmla="val 25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30169" y="3257245"/>
            <a:ext cx="885048" cy="64807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68521" y="2854286"/>
            <a:ext cx="1023305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初始拓扑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354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70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Times New Roman</vt:lpstr>
      <vt:lpstr>Office 主题​​</vt:lpstr>
      <vt:lpstr>AxMath</vt:lpstr>
      <vt:lpstr>PowerPoint 演示文稿</vt:lpstr>
    </vt:vector>
  </TitlesOfParts>
  <Company>ZJU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YanChangzhi</dc:creator>
  <cp:lastModifiedBy>ycz</cp:lastModifiedBy>
  <cp:revision>5</cp:revision>
  <dcterms:created xsi:type="dcterms:W3CDTF">2023-12-24T16:20:44Z</dcterms:created>
  <dcterms:modified xsi:type="dcterms:W3CDTF">2023-12-26T15:01:45Z</dcterms:modified>
</cp:coreProperties>
</file>