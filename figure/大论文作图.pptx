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7" r:id="rId11"/>
    <p:sldId id="266" r:id="rId12"/>
    <p:sldId id="268" r:id="rId13"/>
    <p:sldId id="269" r:id="rId14"/>
    <p:sldId id="270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3" r:id="rId24"/>
    <p:sldId id="284" r:id="rId25"/>
    <p:sldId id="286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BBDD7"/>
    <a:srgbClr val="E2F0D9"/>
    <a:srgbClr val="F2F2F2"/>
    <a:srgbClr val="CCFFCC"/>
    <a:srgbClr val="99FFCC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25" d="100"/>
          <a:sy n="125" d="100"/>
        </p:scale>
        <p:origin x="816" y="6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13" Type="http://schemas.openxmlformats.org/officeDocument/2006/relationships/image" Target="../media/image19.wmf"/><Relationship Id="rId18" Type="http://schemas.openxmlformats.org/officeDocument/2006/relationships/image" Target="../media/image24.wmf"/><Relationship Id="rId3" Type="http://schemas.openxmlformats.org/officeDocument/2006/relationships/image" Target="../media/image9.wmf"/><Relationship Id="rId21" Type="http://schemas.openxmlformats.org/officeDocument/2006/relationships/image" Target="../media/image27.wmf"/><Relationship Id="rId7" Type="http://schemas.openxmlformats.org/officeDocument/2006/relationships/image" Target="../media/image13.wmf"/><Relationship Id="rId12" Type="http://schemas.openxmlformats.org/officeDocument/2006/relationships/image" Target="../media/image18.wmf"/><Relationship Id="rId17" Type="http://schemas.openxmlformats.org/officeDocument/2006/relationships/image" Target="../media/image23.wmf"/><Relationship Id="rId2" Type="http://schemas.openxmlformats.org/officeDocument/2006/relationships/image" Target="../media/image8.wmf"/><Relationship Id="rId16" Type="http://schemas.openxmlformats.org/officeDocument/2006/relationships/image" Target="../media/image22.wmf"/><Relationship Id="rId20" Type="http://schemas.openxmlformats.org/officeDocument/2006/relationships/image" Target="../media/image26.wmf"/><Relationship Id="rId1" Type="http://schemas.openxmlformats.org/officeDocument/2006/relationships/image" Target="../media/image7.wmf"/><Relationship Id="rId6" Type="http://schemas.openxmlformats.org/officeDocument/2006/relationships/image" Target="../media/image12.wmf"/><Relationship Id="rId11" Type="http://schemas.openxmlformats.org/officeDocument/2006/relationships/image" Target="../media/image17.wmf"/><Relationship Id="rId5" Type="http://schemas.openxmlformats.org/officeDocument/2006/relationships/image" Target="../media/image11.wmf"/><Relationship Id="rId15" Type="http://schemas.openxmlformats.org/officeDocument/2006/relationships/image" Target="../media/image21.wmf"/><Relationship Id="rId10" Type="http://schemas.openxmlformats.org/officeDocument/2006/relationships/image" Target="../media/image16.wmf"/><Relationship Id="rId19" Type="http://schemas.openxmlformats.org/officeDocument/2006/relationships/image" Target="../media/image25.wmf"/><Relationship Id="rId4" Type="http://schemas.openxmlformats.org/officeDocument/2006/relationships/image" Target="../media/image10.wmf"/><Relationship Id="rId9" Type="http://schemas.openxmlformats.org/officeDocument/2006/relationships/image" Target="../media/image15.wmf"/><Relationship Id="rId14" Type="http://schemas.openxmlformats.org/officeDocument/2006/relationships/image" Target="../media/image20.wmf"/><Relationship Id="rId22" Type="http://schemas.openxmlformats.org/officeDocument/2006/relationships/image" Target="../media/image28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13" Type="http://schemas.openxmlformats.org/officeDocument/2006/relationships/image" Target="../media/image35.wmf"/><Relationship Id="rId18" Type="http://schemas.openxmlformats.org/officeDocument/2006/relationships/image" Target="../media/image40.wmf"/><Relationship Id="rId3" Type="http://schemas.openxmlformats.org/officeDocument/2006/relationships/image" Target="../media/image9.wmf"/><Relationship Id="rId21" Type="http://schemas.openxmlformats.org/officeDocument/2006/relationships/image" Target="../media/image42.wmf"/><Relationship Id="rId7" Type="http://schemas.openxmlformats.org/officeDocument/2006/relationships/image" Target="../media/image30.wmf"/><Relationship Id="rId12" Type="http://schemas.openxmlformats.org/officeDocument/2006/relationships/image" Target="../media/image34.wmf"/><Relationship Id="rId17" Type="http://schemas.openxmlformats.org/officeDocument/2006/relationships/image" Target="../media/image39.wmf"/><Relationship Id="rId2" Type="http://schemas.openxmlformats.org/officeDocument/2006/relationships/image" Target="../media/image8.wmf"/><Relationship Id="rId16" Type="http://schemas.openxmlformats.org/officeDocument/2006/relationships/image" Target="../media/image38.wmf"/><Relationship Id="rId20" Type="http://schemas.openxmlformats.org/officeDocument/2006/relationships/image" Target="../media/image41.wmf"/><Relationship Id="rId1" Type="http://schemas.openxmlformats.org/officeDocument/2006/relationships/image" Target="../media/image7.wmf"/><Relationship Id="rId6" Type="http://schemas.openxmlformats.org/officeDocument/2006/relationships/image" Target="../media/image29.wmf"/><Relationship Id="rId11" Type="http://schemas.openxmlformats.org/officeDocument/2006/relationships/image" Target="../media/image33.wmf"/><Relationship Id="rId5" Type="http://schemas.openxmlformats.org/officeDocument/2006/relationships/image" Target="../media/image11.wmf"/><Relationship Id="rId15" Type="http://schemas.openxmlformats.org/officeDocument/2006/relationships/image" Target="../media/image37.wmf"/><Relationship Id="rId10" Type="http://schemas.openxmlformats.org/officeDocument/2006/relationships/image" Target="../media/image32.wmf"/><Relationship Id="rId19" Type="http://schemas.openxmlformats.org/officeDocument/2006/relationships/image" Target="../media/image12.wmf"/><Relationship Id="rId4" Type="http://schemas.openxmlformats.org/officeDocument/2006/relationships/image" Target="../media/image10.wmf"/><Relationship Id="rId9" Type="http://schemas.openxmlformats.org/officeDocument/2006/relationships/image" Target="../media/image15.wmf"/><Relationship Id="rId14" Type="http://schemas.openxmlformats.org/officeDocument/2006/relationships/image" Target="../media/image36.wmf"/><Relationship Id="rId22" Type="http://schemas.openxmlformats.org/officeDocument/2006/relationships/image" Target="../media/image43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13" Type="http://schemas.openxmlformats.org/officeDocument/2006/relationships/image" Target="../media/image35.wmf"/><Relationship Id="rId18" Type="http://schemas.openxmlformats.org/officeDocument/2006/relationships/image" Target="../media/image40.wmf"/><Relationship Id="rId3" Type="http://schemas.openxmlformats.org/officeDocument/2006/relationships/image" Target="../media/image44.wmf"/><Relationship Id="rId21" Type="http://schemas.openxmlformats.org/officeDocument/2006/relationships/image" Target="../media/image43.wmf"/><Relationship Id="rId7" Type="http://schemas.openxmlformats.org/officeDocument/2006/relationships/image" Target="../media/image30.wmf"/><Relationship Id="rId12" Type="http://schemas.openxmlformats.org/officeDocument/2006/relationships/image" Target="../media/image34.wmf"/><Relationship Id="rId17" Type="http://schemas.openxmlformats.org/officeDocument/2006/relationships/image" Target="../media/image39.wmf"/><Relationship Id="rId2" Type="http://schemas.openxmlformats.org/officeDocument/2006/relationships/image" Target="../media/image8.wmf"/><Relationship Id="rId16" Type="http://schemas.openxmlformats.org/officeDocument/2006/relationships/image" Target="../media/image38.wmf"/><Relationship Id="rId20" Type="http://schemas.openxmlformats.org/officeDocument/2006/relationships/image" Target="../media/image42.wmf"/><Relationship Id="rId1" Type="http://schemas.openxmlformats.org/officeDocument/2006/relationships/image" Target="../media/image7.wmf"/><Relationship Id="rId6" Type="http://schemas.openxmlformats.org/officeDocument/2006/relationships/image" Target="../media/image29.wmf"/><Relationship Id="rId11" Type="http://schemas.openxmlformats.org/officeDocument/2006/relationships/image" Target="../media/image33.wmf"/><Relationship Id="rId5" Type="http://schemas.openxmlformats.org/officeDocument/2006/relationships/image" Target="../media/image46.wmf"/><Relationship Id="rId15" Type="http://schemas.openxmlformats.org/officeDocument/2006/relationships/image" Target="../media/image37.wmf"/><Relationship Id="rId10" Type="http://schemas.openxmlformats.org/officeDocument/2006/relationships/image" Target="../media/image32.wmf"/><Relationship Id="rId19" Type="http://schemas.openxmlformats.org/officeDocument/2006/relationships/image" Target="../media/image41.wmf"/><Relationship Id="rId4" Type="http://schemas.openxmlformats.org/officeDocument/2006/relationships/image" Target="../media/image45.wmf"/><Relationship Id="rId9" Type="http://schemas.openxmlformats.org/officeDocument/2006/relationships/image" Target="../media/image15.wmf"/><Relationship Id="rId14" Type="http://schemas.openxmlformats.org/officeDocument/2006/relationships/image" Target="../media/image36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47.wmf"/><Relationship Id="rId13" Type="http://schemas.openxmlformats.org/officeDocument/2006/relationships/image" Target="../media/image51.wmf"/><Relationship Id="rId18" Type="http://schemas.openxmlformats.org/officeDocument/2006/relationships/image" Target="../media/image55.wmf"/><Relationship Id="rId3" Type="http://schemas.openxmlformats.org/officeDocument/2006/relationships/image" Target="../media/image44.wmf"/><Relationship Id="rId7" Type="http://schemas.openxmlformats.org/officeDocument/2006/relationships/image" Target="../media/image30.wmf"/><Relationship Id="rId12" Type="http://schemas.openxmlformats.org/officeDocument/2006/relationships/image" Target="../media/image50.wmf"/><Relationship Id="rId17" Type="http://schemas.openxmlformats.org/officeDocument/2006/relationships/image" Target="../media/image54.wmf"/><Relationship Id="rId2" Type="http://schemas.openxmlformats.org/officeDocument/2006/relationships/image" Target="../media/image8.wmf"/><Relationship Id="rId16" Type="http://schemas.openxmlformats.org/officeDocument/2006/relationships/image" Target="../media/image43.wmf"/><Relationship Id="rId1" Type="http://schemas.openxmlformats.org/officeDocument/2006/relationships/image" Target="../media/image7.wmf"/><Relationship Id="rId6" Type="http://schemas.openxmlformats.org/officeDocument/2006/relationships/image" Target="../media/image29.wmf"/><Relationship Id="rId11" Type="http://schemas.openxmlformats.org/officeDocument/2006/relationships/image" Target="../media/image49.wmf"/><Relationship Id="rId5" Type="http://schemas.openxmlformats.org/officeDocument/2006/relationships/image" Target="../media/image46.wmf"/><Relationship Id="rId15" Type="http://schemas.openxmlformats.org/officeDocument/2006/relationships/image" Target="../media/image53.wmf"/><Relationship Id="rId10" Type="http://schemas.openxmlformats.org/officeDocument/2006/relationships/image" Target="../media/image48.wmf"/><Relationship Id="rId19" Type="http://schemas.openxmlformats.org/officeDocument/2006/relationships/image" Target="../media/image56.wmf"/><Relationship Id="rId4" Type="http://schemas.openxmlformats.org/officeDocument/2006/relationships/image" Target="../media/image45.wmf"/><Relationship Id="rId9" Type="http://schemas.openxmlformats.org/officeDocument/2006/relationships/image" Target="../media/image34.wmf"/><Relationship Id="rId14" Type="http://schemas.openxmlformats.org/officeDocument/2006/relationships/image" Target="../media/image52.wmf"/></Relationships>
</file>

<file path=ppt/drawings/_rels/vmlDrawing6.vml.rels><?xml version="1.0" encoding="UTF-8" standalone="yes"?>
<Relationships xmlns="http://schemas.openxmlformats.org/package/2006/relationships"><Relationship Id="rId13" Type="http://schemas.openxmlformats.org/officeDocument/2006/relationships/image" Target="../media/image35.wmf"/><Relationship Id="rId18" Type="http://schemas.openxmlformats.org/officeDocument/2006/relationships/image" Target="../media/image40.wmf"/><Relationship Id="rId26" Type="http://schemas.openxmlformats.org/officeDocument/2006/relationships/image" Target="../media/image47.wmf"/><Relationship Id="rId39" Type="http://schemas.openxmlformats.org/officeDocument/2006/relationships/image" Target="../media/image17.wmf"/><Relationship Id="rId21" Type="http://schemas.openxmlformats.org/officeDocument/2006/relationships/image" Target="../media/image42.wmf"/><Relationship Id="rId34" Type="http://schemas.openxmlformats.org/officeDocument/2006/relationships/image" Target="../media/image55.wmf"/><Relationship Id="rId42" Type="http://schemas.openxmlformats.org/officeDocument/2006/relationships/image" Target="../media/image20.wmf"/><Relationship Id="rId47" Type="http://schemas.openxmlformats.org/officeDocument/2006/relationships/image" Target="../media/image25.wmf"/><Relationship Id="rId50" Type="http://schemas.openxmlformats.org/officeDocument/2006/relationships/image" Target="../media/image28.wmf"/><Relationship Id="rId7" Type="http://schemas.openxmlformats.org/officeDocument/2006/relationships/image" Target="../media/image30.wmf"/><Relationship Id="rId2" Type="http://schemas.openxmlformats.org/officeDocument/2006/relationships/image" Target="../media/image8.wmf"/><Relationship Id="rId16" Type="http://schemas.openxmlformats.org/officeDocument/2006/relationships/image" Target="../media/image38.wmf"/><Relationship Id="rId29" Type="http://schemas.openxmlformats.org/officeDocument/2006/relationships/image" Target="../media/image50.wmf"/><Relationship Id="rId11" Type="http://schemas.openxmlformats.org/officeDocument/2006/relationships/image" Target="../media/image33.wmf"/><Relationship Id="rId24" Type="http://schemas.openxmlformats.org/officeDocument/2006/relationships/image" Target="../media/image45.wmf"/><Relationship Id="rId32" Type="http://schemas.openxmlformats.org/officeDocument/2006/relationships/image" Target="../media/image53.wmf"/><Relationship Id="rId37" Type="http://schemas.openxmlformats.org/officeDocument/2006/relationships/image" Target="../media/image14.wmf"/><Relationship Id="rId40" Type="http://schemas.openxmlformats.org/officeDocument/2006/relationships/image" Target="../media/image18.wmf"/><Relationship Id="rId45" Type="http://schemas.openxmlformats.org/officeDocument/2006/relationships/image" Target="../media/image23.wmf"/><Relationship Id="rId5" Type="http://schemas.openxmlformats.org/officeDocument/2006/relationships/image" Target="../media/image11.wmf"/><Relationship Id="rId15" Type="http://schemas.openxmlformats.org/officeDocument/2006/relationships/image" Target="../media/image37.wmf"/><Relationship Id="rId23" Type="http://schemas.openxmlformats.org/officeDocument/2006/relationships/image" Target="../media/image44.wmf"/><Relationship Id="rId28" Type="http://schemas.openxmlformats.org/officeDocument/2006/relationships/image" Target="../media/image49.wmf"/><Relationship Id="rId36" Type="http://schemas.openxmlformats.org/officeDocument/2006/relationships/image" Target="../media/image13.wmf"/><Relationship Id="rId49" Type="http://schemas.openxmlformats.org/officeDocument/2006/relationships/image" Target="../media/image27.wmf"/><Relationship Id="rId10" Type="http://schemas.openxmlformats.org/officeDocument/2006/relationships/image" Target="../media/image32.wmf"/><Relationship Id="rId19" Type="http://schemas.openxmlformats.org/officeDocument/2006/relationships/image" Target="../media/image12.wmf"/><Relationship Id="rId31" Type="http://schemas.openxmlformats.org/officeDocument/2006/relationships/image" Target="../media/image52.wmf"/><Relationship Id="rId44" Type="http://schemas.openxmlformats.org/officeDocument/2006/relationships/image" Target="../media/image22.wmf"/><Relationship Id="rId4" Type="http://schemas.openxmlformats.org/officeDocument/2006/relationships/image" Target="../media/image10.wmf"/><Relationship Id="rId9" Type="http://schemas.openxmlformats.org/officeDocument/2006/relationships/image" Target="../media/image15.wmf"/><Relationship Id="rId14" Type="http://schemas.openxmlformats.org/officeDocument/2006/relationships/image" Target="../media/image36.wmf"/><Relationship Id="rId22" Type="http://schemas.openxmlformats.org/officeDocument/2006/relationships/image" Target="../media/image43.wmf"/><Relationship Id="rId27" Type="http://schemas.openxmlformats.org/officeDocument/2006/relationships/image" Target="../media/image48.wmf"/><Relationship Id="rId30" Type="http://schemas.openxmlformats.org/officeDocument/2006/relationships/image" Target="../media/image51.wmf"/><Relationship Id="rId35" Type="http://schemas.openxmlformats.org/officeDocument/2006/relationships/image" Target="../media/image56.wmf"/><Relationship Id="rId43" Type="http://schemas.openxmlformats.org/officeDocument/2006/relationships/image" Target="../media/image21.wmf"/><Relationship Id="rId48" Type="http://schemas.openxmlformats.org/officeDocument/2006/relationships/image" Target="../media/image26.wmf"/><Relationship Id="rId8" Type="http://schemas.openxmlformats.org/officeDocument/2006/relationships/image" Target="../media/image31.wmf"/><Relationship Id="rId3" Type="http://schemas.openxmlformats.org/officeDocument/2006/relationships/image" Target="../media/image9.wmf"/><Relationship Id="rId12" Type="http://schemas.openxmlformats.org/officeDocument/2006/relationships/image" Target="../media/image34.wmf"/><Relationship Id="rId17" Type="http://schemas.openxmlformats.org/officeDocument/2006/relationships/image" Target="../media/image39.wmf"/><Relationship Id="rId25" Type="http://schemas.openxmlformats.org/officeDocument/2006/relationships/image" Target="../media/image46.wmf"/><Relationship Id="rId33" Type="http://schemas.openxmlformats.org/officeDocument/2006/relationships/image" Target="../media/image54.wmf"/><Relationship Id="rId38" Type="http://schemas.openxmlformats.org/officeDocument/2006/relationships/image" Target="../media/image16.wmf"/><Relationship Id="rId46" Type="http://schemas.openxmlformats.org/officeDocument/2006/relationships/image" Target="../media/image24.wmf"/><Relationship Id="rId20" Type="http://schemas.openxmlformats.org/officeDocument/2006/relationships/image" Target="../media/image41.wmf"/><Relationship Id="rId41" Type="http://schemas.openxmlformats.org/officeDocument/2006/relationships/image" Target="../media/image19.wmf"/><Relationship Id="rId1" Type="http://schemas.openxmlformats.org/officeDocument/2006/relationships/image" Target="../media/image7.wmf"/><Relationship Id="rId6" Type="http://schemas.openxmlformats.org/officeDocument/2006/relationships/image" Target="../media/image29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Relationship Id="rId6" Type="http://schemas.openxmlformats.org/officeDocument/2006/relationships/image" Target="../media/image57.wmf"/><Relationship Id="rId5" Type="http://schemas.openxmlformats.org/officeDocument/2006/relationships/image" Target="../media/image14.wmf"/><Relationship Id="rId4" Type="http://schemas.openxmlformats.org/officeDocument/2006/relationships/image" Target="../media/image13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65.wmf"/><Relationship Id="rId13" Type="http://schemas.openxmlformats.org/officeDocument/2006/relationships/image" Target="../media/image70.wmf"/><Relationship Id="rId3" Type="http://schemas.openxmlformats.org/officeDocument/2006/relationships/image" Target="../media/image60.wmf"/><Relationship Id="rId7" Type="http://schemas.openxmlformats.org/officeDocument/2006/relationships/image" Target="../media/image64.wmf"/><Relationship Id="rId12" Type="http://schemas.openxmlformats.org/officeDocument/2006/relationships/image" Target="../media/image69.wmf"/><Relationship Id="rId17" Type="http://schemas.openxmlformats.org/officeDocument/2006/relationships/image" Target="../media/image74.wmf"/><Relationship Id="rId2" Type="http://schemas.openxmlformats.org/officeDocument/2006/relationships/image" Target="../media/image59.wmf"/><Relationship Id="rId16" Type="http://schemas.openxmlformats.org/officeDocument/2006/relationships/image" Target="../media/image73.wmf"/><Relationship Id="rId1" Type="http://schemas.openxmlformats.org/officeDocument/2006/relationships/image" Target="../media/image58.wmf"/><Relationship Id="rId6" Type="http://schemas.openxmlformats.org/officeDocument/2006/relationships/image" Target="../media/image63.wmf"/><Relationship Id="rId11" Type="http://schemas.openxmlformats.org/officeDocument/2006/relationships/image" Target="../media/image68.wmf"/><Relationship Id="rId5" Type="http://schemas.openxmlformats.org/officeDocument/2006/relationships/image" Target="../media/image62.wmf"/><Relationship Id="rId15" Type="http://schemas.openxmlformats.org/officeDocument/2006/relationships/image" Target="../media/image72.wmf"/><Relationship Id="rId10" Type="http://schemas.openxmlformats.org/officeDocument/2006/relationships/image" Target="../media/image67.wmf"/><Relationship Id="rId4" Type="http://schemas.openxmlformats.org/officeDocument/2006/relationships/image" Target="../media/image61.wmf"/><Relationship Id="rId9" Type="http://schemas.openxmlformats.org/officeDocument/2006/relationships/image" Target="../media/image66.wmf"/><Relationship Id="rId14" Type="http://schemas.openxmlformats.org/officeDocument/2006/relationships/image" Target="../media/image71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65.wmf"/><Relationship Id="rId13" Type="http://schemas.openxmlformats.org/officeDocument/2006/relationships/image" Target="../media/image70.wmf"/><Relationship Id="rId18" Type="http://schemas.openxmlformats.org/officeDocument/2006/relationships/image" Target="../media/image75.wmf"/><Relationship Id="rId3" Type="http://schemas.openxmlformats.org/officeDocument/2006/relationships/image" Target="../media/image60.wmf"/><Relationship Id="rId21" Type="http://schemas.openxmlformats.org/officeDocument/2006/relationships/image" Target="../media/image78.wmf"/><Relationship Id="rId7" Type="http://schemas.openxmlformats.org/officeDocument/2006/relationships/image" Target="../media/image64.wmf"/><Relationship Id="rId12" Type="http://schemas.openxmlformats.org/officeDocument/2006/relationships/image" Target="../media/image69.wmf"/><Relationship Id="rId17" Type="http://schemas.openxmlformats.org/officeDocument/2006/relationships/image" Target="../media/image74.wmf"/><Relationship Id="rId2" Type="http://schemas.openxmlformats.org/officeDocument/2006/relationships/image" Target="../media/image59.wmf"/><Relationship Id="rId16" Type="http://schemas.openxmlformats.org/officeDocument/2006/relationships/image" Target="../media/image73.wmf"/><Relationship Id="rId20" Type="http://schemas.openxmlformats.org/officeDocument/2006/relationships/image" Target="../media/image77.wmf"/><Relationship Id="rId1" Type="http://schemas.openxmlformats.org/officeDocument/2006/relationships/image" Target="../media/image58.wmf"/><Relationship Id="rId6" Type="http://schemas.openxmlformats.org/officeDocument/2006/relationships/image" Target="../media/image63.wmf"/><Relationship Id="rId11" Type="http://schemas.openxmlformats.org/officeDocument/2006/relationships/image" Target="../media/image68.wmf"/><Relationship Id="rId5" Type="http://schemas.openxmlformats.org/officeDocument/2006/relationships/image" Target="../media/image62.wmf"/><Relationship Id="rId15" Type="http://schemas.openxmlformats.org/officeDocument/2006/relationships/image" Target="../media/image72.wmf"/><Relationship Id="rId10" Type="http://schemas.openxmlformats.org/officeDocument/2006/relationships/image" Target="../media/image67.wmf"/><Relationship Id="rId19" Type="http://schemas.openxmlformats.org/officeDocument/2006/relationships/image" Target="../media/image76.wmf"/><Relationship Id="rId4" Type="http://schemas.openxmlformats.org/officeDocument/2006/relationships/image" Target="../media/image61.wmf"/><Relationship Id="rId9" Type="http://schemas.openxmlformats.org/officeDocument/2006/relationships/image" Target="../media/image66.wmf"/><Relationship Id="rId14" Type="http://schemas.openxmlformats.org/officeDocument/2006/relationships/image" Target="../media/image71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86.wmf"/><Relationship Id="rId13" Type="http://schemas.openxmlformats.org/officeDocument/2006/relationships/image" Target="../media/image91.wmf"/><Relationship Id="rId3" Type="http://schemas.openxmlformats.org/officeDocument/2006/relationships/image" Target="../media/image81.wmf"/><Relationship Id="rId7" Type="http://schemas.openxmlformats.org/officeDocument/2006/relationships/image" Target="../media/image85.wmf"/><Relationship Id="rId12" Type="http://schemas.openxmlformats.org/officeDocument/2006/relationships/image" Target="../media/image90.wmf"/><Relationship Id="rId2" Type="http://schemas.openxmlformats.org/officeDocument/2006/relationships/image" Target="../media/image80.wmf"/><Relationship Id="rId1" Type="http://schemas.openxmlformats.org/officeDocument/2006/relationships/image" Target="../media/image79.wmf"/><Relationship Id="rId6" Type="http://schemas.openxmlformats.org/officeDocument/2006/relationships/image" Target="../media/image84.wmf"/><Relationship Id="rId11" Type="http://schemas.openxmlformats.org/officeDocument/2006/relationships/image" Target="../media/image89.wmf"/><Relationship Id="rId5" Type="http://schemas.openxmlformats.org/officeDocument/2006/relationships/image" Target="../media/image83.wmf"/><Relationship Id="rId15" Type="http://schemas.openxmlformats.org/officeDocument/2006/relationships/image" Target="../media/image93.wmf"/><Relationship Id="rId10" Type="http://schemas.openxmlformats.org/officeDocument/2006/relationships/image" Target="../media/image88.wmf"/><Relationship Id="rId4" Type="http://schemas.openxmlformats.org/officeDocument/2006/relationships/image" Target="../media/image82.wmf"/><Relationship Id="rId9" Type="http://schemas.openxmlformats.org/officeDocument/2006/relationships/image" Target="../media/image87.wmf"/><Relationship Id="rId14" Type="http://schemas.openxmlformats.org/officeDocument/2006/relationships/image" Target="../media/image92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4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7.wmf"/><Relationship Id="rId2" Type="http://schemas.openxmlformats.org/officeDocument/2006/relationships/image" Target="../media/image96.wmf"/><Relationship Id="rId1" Type="http://schemas.openxmlformats.org/officeDocument/2006/relationships/image" Target="../media/image95.wmf"/><Relationship Id="rId4" Type="http://schemas.openxmlformats.org/officeDocument/2006/relationships/image" Target="../media/image98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9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0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wmf"/><Relationship Id="rId2" Type="http://schemas.openxmlformats.org/officeDocument/2006/relationships/image" Target="../media/image101.wmf"/><Relationship Id="rId1" Type="http://schemas.openxmlformats.org/officeDocument/2006/relationships/image" Target="../media/image100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wmf"/><Relationship Id="rId2" Type="http://schemas.openxmlformats.org/officeDocument/2006/relationships/image" Target="../media/image101.wmf"/><Relationship Id="rId1" Type="http://schemas.openxmlformats.org/officeDocument/2006/relationships/image" Target="../media/image10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C2D6EB-C800-464F-A79F-2EE684CA1913}" type="datetimeFigureOut">
              <a:rPr lang="zh-CN" altLang="en-US" smtClean="0"/>
              <a:t>2023/12/24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EB1B89-FE84-4367-815D-74F6C5AC79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3607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A34AC8-3000-446B-90ED-C4255BECB5A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59906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A34AC8-3000-446B-90ED-C4255BECB5A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78558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85519D-9BD0-4B4B-B77F-7A9E40FFBA8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83254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36331-16FD-497A-8586-31CE5CA58C54}" type="datetimeFigureOut">
              <a:rPr lang="zh-CN" altLang="en-US" smtClean="0"/>
              <a:t>2023/12/24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29DDF-CEF6-4A2E-9F4A-982B1E7E65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3055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36331-16FD-497A-8586-31CE5CA58C54}" type="datetimeFigureOut">
              <a:rPr lang="zh-CN" altLang="en-US" smtClean="0"/>
              <a:t>2023/12/24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29DDF-CEF6-4A2E-9F4A-982B1E7E65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5938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36331-16FD-497A-8586-31CE5CA58C54}" type="datetimeFigureOut">
              <a:rPr lang="zh-CN" altLang="en-US" smtClean="0"/>
              <a:t>2023/12/24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29DDF-CEF6-4A2E-9F4A-982B1E7E65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9868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36331-16FD-497A-8586-31CE5CA58C54}" type="datetimeFigureOut">
              <a:rPr lang="zh-CN" altLang="en-US" smtClean="0"/>
              <a:t>2023/12/24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29DDF-CEF6-4A2E-9F4A-982B1E7E65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6444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36331-16FD-497A-8586-31CE5CA58C54}" type="datetimeFigureOut">
              <a:rPr lang="zh-CN" altLang="en-US" smtClean="0"/>
              <a:t>2023/12/24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29DDF-CEF6-4A2E-9F4A-982B1E7E65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9730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36331-16FD-497A-8586-31CE5CA58C54}" type="datetimeFigureOut">
              <a:rPr lang="zh-CN" altLang="en-US" smtClean="0"/>
              <a:t>2023/12/24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29DDF-CEF6-4A2E-9F4A-982B1E7E65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5113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36331-16FD-497A-8586-31CE5CA58C54}" type="datetimeFigureOut">
              <a:rPr lang="zh-CN" altLang="en-US" smtClean="0"/>
              <a:t>2023/12/24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29DDF-CEF6-4A2E-9F4A-982B1E7E65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1608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36331-16FD-497A-8586-31CE5CA58C54}" type="datetimeFigureOut">
              <a:rPr lang="zh-CN" altLang="en-US" smtClean="0"/>
              <a:t>2023/12/24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29DDF-CEF6-4A2E-9F4A-982B1E7E65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5210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36331-16FD-497A-8586-31CE5CA58C54}" type="datetimeFigureOut">
              <a:rPr lang="zh-CN" altLang="en-US" smtClean="0"/>
              <a:t>2023/12/24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29DDF-CEF6-4A2E-9F4A-982B1E7E65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0398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36331-16FD-497A-8586-31CE5CA58C54}" type="datetimeFigureOut">
              <a:rPr lang="zh-CN" altLang="en-US" smtClean="0"/>
              <a:t>2023/12/24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29DDF-CEF6-4A2E-9F4A-982B1E7E65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880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36331-16FD-497A-8586-31CE5CA58C54}" type="datetimeFigureOut">
              <a:rPr lang="zh-CN" altLang="en-US" smtClean="0"/>
              <a:t>2023/12/24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29DDF-CEF6-4A2E-9F4A-982B1E7E65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0900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936331-16FD-497A-8586-31CE5CA58C54}" type="datetimeFigureOut">
              <a:rPr lang="zh-CN" altLang="en-US" smtClean="0"/>
              <a:t>2023/12/24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129DDF-CEF6-4A2E-9F4A-982B1E7E65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5230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4.w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2.bin"/><Relationship Id="rId18" Type="http://schemas.openxmlformats.org/officeDocument/2006/relationships/image" Target="../media/image11.wmf"/><Relationship Id="rId26" Type="http://schemas.openxmlformats.org/officeDocument/2006/relationships/image" Target="../media/image15.wmf"/><Relationship Id="rId39" Type="http://schemas.openxmlformats.org/officeDocument/2006/relationships/oleObject" Target="../embeddings/oleObject25.bin"/><Relationship Id="rId21" Type="http://schemas.openxmlformats.org/officeDocument/2006/relationships/oleObject" Target="../embeddings/oleObject16.bin"/><Relationship Id="rId34" Type="http://schemas.openxmlformats.org/officeDocument/2006/relationships/image" Target="../media/image19.wmf"/><Relationship Id="rId42" Type="http://schemas.openxmlformats.org/officeDocument/2006/relationships/image" Target="../media/image23.wmf"/><Relationship Id="rId47" Type="http://schemas.openxmlformats.org/officeDocument/2006/relationships/oleObject" Target="../embeddings/oleObject29.bin"/><Relationship Id="rId50" Type="http://schemas.openxmlformats.org/officeDocument/2006/relationships/image" Target="../media/image27.wmf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0.wmf"/><Relationship Id="rId29" Type="http://schemas.openxmlformats.org/officeDocument/2006/relationships/oleObject" Target="../embeddings/oleObject20.bin"/><Relationship Id="rId11" Type="http://schemas.openxmlformats.org/officeDocument/2006/relationships/oleObject" Target="../embeddings/oleObject10.bin"/><Relationship Id="rId24" Type="http://schemas.openxmlformats.org/officeDocument/2006/relationships/image" Target="../media/image14.wmf"/><Relationship Id="rId32" Type="http://schemas.openxmlformats.org/officeDocument/2006/relationships/image" Target="../media/image18.wmf"/><Relationship Id="rId37" Type="http://schemas.openxmlformats.org/officeDocument/2006/relationships/oleObject" Target="../embeddings/oleObject24.bin"/><Relationship Id="rId40" Type="http://schemas.openxmlformats.org/officeDocument/2006/relationships/image" Target="../media/image22.wmf"/><Relationship Id="rId45" Type="http://schemas.openxmlformats.org/officeDocument/2006/relationships/oleObject" Target="../embeddings/oleObject28.bin"/><Relationship Id="rId5" Type="http://schemas.openxmlformats.org/officeDocument/2006/relationships/oleObject" Target="../embeddings/oleObject5.bin"/><Relationship Id="rId15" Type="http://schemas.openxmlformats.org/officeDocument/2006/relationships/oleObject" Target="../embeddings/oleObject13.bin"/><Relationship Id="rId23" Type="http://schemas.openxmlformats.org/officeDocument/2006/relationships/oleObject" Target="../embeddings/oleObject17.bin"/><Relationship Id="rId28" Type="http://schemas.openxmlformats.org/officeDocument/2006/relationships/image" Target="../media/image16.wmf"/><Relationship Id="rId36" Type="http://schemas.openxmlformats.org/officeDocument/2006/relationships/image" Target="../media/image20.wmf"/><Relationship Id="rId49" Type="http://schemas.openxmlformats.org/officeDocument/2006/relationships/oleObject" Target="../embeddings/oleObject30.bin"/><Relationship Id="rId10" Type="http://schemas.openxmlformats.org/officeDocument/2006/relationships/oleObject" Target="../embeddings/oleObject9.bin"/><Relationship Id="rId19" Type="http://schemas.openxmlformats.org/officeDocument/2006/relationships/oleObject" Target="../embeddings/oleObject15.bin"/><Relationship Id="rId31" Type="http://schemas.openxmlformats.org/officeDocument/2006/relationships/oleObject" Target="../embeddings/oleObject21.bin"/><Relationship Id="rId44" Type="http://schemas.openxmlformats.org/officeDocument/2006/relationships/image" Target="../media/image24.wmf"/><Relationship Id="rId52" Type="http://schemas.openxmlformats.org/officeDocument/2006/relationships/image" Target="../media/image28.wmf"/><Relationship Id="rId4" Type="http://schemas.openxmlformats.org/officeDocument/2006/relationships/image" Target="../media/image7.wmf"/><Relationship Id="rId9" Type="http://schemas.openxmlformats.org/officeDocument/2006/relationships/image" Target="../media/image8.wmf"/><Relationship Id="rId14" Type="http://schemas.openxmlformats.org/officeDocument/2006/relationships/image" Target="../media/image9.wmf"/><Relationship Id="rId22" Type="http://schemas.openxmlformats.org/officeDocument/2006/relationships/image" Target="../media/image13.wmf"/><Relationship Id="rId27" Type="http://schemas.openxmlformats.org/officeDocument/2006/relationships/oleObject" Target="../embeddings/oleObject19.bin"/><Relationship Id="rId30" Type="http://schemas.openxmlformats.org/officeDocument/2006/relationships/image" Target="../media/image17.wmf"/><Relationship Id="rId35" Type="http://schemas.openxmlformats.org/officeDocument/2006/relationships/oleObject" Target="../embeddings/oleObject23.bin"/><Relationship Id="rId43" Type="http://schemas.openxmlformats.org/officeDocument/2006/relationships/oleObject" Target="../embeddings/oleObject27.bin"/><Relationship Id="rId48" Type="http://schemas.openxmlformats.org/officeDocument/2006/relationships/image" Target="../media/image26.wmf"/><Relationship Id="rId8" Type="http://schemas.openxmlformats.org/officeDocument/2006/relationships/oleObject" Target="../embeddings/oleObject8.bin"/><Relationship Id="rId51" Type="http://schemas.openxmlformats.org/officeDocument/2006/relationships/oleObject" Target="../embeddings/oleObject31.bin"/><Relationship Id="rId3" Type="http://schemas.openxmlformats.org/officeDocument/2006/relationships/oleObject" Target="../embeddings/oleObject4.bin"/><Relationship Id="rId12" Type="http://schemas.openxmlformats.org/officeDocument/2006/relationships/oleObject" Target="../embeddings/oleObject11.bin"/><Relationship Id="rId17" Type="http://schemas.openxmlformats.org/officeDocument/2006/relationships/oleObject" Target="../embeddings/oleObject14.bin"/><Relationship Id="rId25" Type="http://schemas.openxmlformats.org/officeDocument/2006/relationships/oleObject" Target="../embeddings/oleObject18.bin"/><Relationship Id="rId33" Type="http://schemas.openxmlformats.org/officeDocument/2006/relationships/oleObject" Target="../embeddings/oleObject22.bin"/><Relationship Id="rId38" Type="http://schemas.openxmlformats.org/officeDocument/2006/relationships/image" Target="../media/image21.wmf"/><Relationship Id="rId46" Type="http://schemas.openxmlformats.org/officeDocument/2006/relationships/image" Target="../media/image25.wmf"/><Relationship Id="rId20" Type="http://schemas.openxmlformats.org/officeDocument/2006/relationships/image" Target="../media/image12.wmf"/><Relationship Id="rId41" Type="http://schemas.openxmlformats.org/officeDocument/2006/relationships/oleObject" Target="../embeddings/oleObject26.bin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6.bin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40.bin"/><Relationship Id="rId18" Type="http://schemas.openxmlformats.org/officeDocument/2006/relationships/image" Target="../media/image11.wmf"/><Relationship Id="rId26" Type="http://schemas.openxmlformats.org/officeDocument/2006/relationships/image" Target="../media/image15.wmf"/><Relationship Id="rId39" Type="http://schemas.openxmlformats.org/officeDocument/2006/relationships/oleObject" Target="../embeddings/oleObject53.bin"/><Relationship Id="rId21" Type="http://schemas.openxmlformats.org/officeDocument/2006/relationships/oleObject" Target="../embeddings/oleObject44.bin"/><Relationship Id="rId34" Type="http://schemas.openxmlformats.org/officeDocument/2006/relationships/image" Target="../media/image35.wmf"/><Relationship Id="rId42" Type="http://schemas.openxmlformats.org/officeDocument/2006/relationships/image" Target="../media/image39.wmf"/><Relationship Id="rId47" Type="http://schemas.openxmlformats.org/officeDocument/2006/relationships/oleObject" Target="../embeddings/oleObject57.bin"/><Relationship Id="rId50" Type="http://schemas.openxmlformats.org/officeDocument/2006/relationships/image" Target="../media/image42.wmf"/><Relationship Id="rId7" Type="http://schemas.openxmlformats.org/officeDocument/2006/relationships/oleObject" Target="../embeddings/oleObject35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0.wmf"/><Relationship Id="rId29" Type="http://schemas.openxmlformats.org/officeDocument/2006/relationships/oleObject" Target="../embeddings/oleObject48.bin"/><Relationship Id="rId11" Type="http://schemas.openxmlformats.org/officeDocument/2006/relationships/oleObject" Target="../embeddings/oleObject38.bin"/><Relationship Id="rId24" Type="http://schemas.openxmlformats.org/officeDocument/2006/relationships/image" Target="../media/image31.wmf"/><Relationship Id="rId32" Type="http://schemas.openxmlformats.org/officeDocument/2006/relationships/image" Target="../media/image34.wmf"/><Relationship Id="rId37" Type="http://schemas.openxmlformats.org/officeDocument/2006/relationships/oleObject" Target="../embeddings/oleObject52.bin"/><Relationship Id="rId40" Type="http://schemas.openxmlformats.org/officeDocument/2006/relationships/image" Target="../media/image38.wmf"/><Relationship Id="rId45" Type="http://schemas.openxmlformats.org/officeDocument/2006/relationships/oleObject" Target="../embeddings/oleObject56.bin"/><Relationship Id="rId5" Type="http://schemas.openxmlformats.org/officeDocument/2006/relationships/oleObject" Target="../embeddings/oleObject33.bin"/><Relationship Id="rId15" Type="http://schemas.openxmlformats.org/officeDocument/2006/relationships/oleObject" Target="../embeddings/oleObject41.bin"/><Relationship Id="rId23" Type="http://schemas.openxmlformats.org/officeDocument/2006/relationships/oleObject" Target="../embeddings/oleObject45.bin"/><Relationship Id="rId28" Type="http://schemas.openxmlformats.org/officeDocument/2006/relationships/image" Target="../media/image32.wmf"/><Relationship Id="rId36" Type="http://schemas.openxmlformats.org/officeDocument/2006/relationships/image" Target="../media/image36.wmf"/><Relationship Id="rId49" Type="http://schemas.openxmlformats.org/officeDocument/2006/relationships/oleObject" Target="../embeddings/oleObject58.bin"/><Relationship Id="rId10" Type="http://schemas.openxmlformats.org/officeDocument/2006/relationships/oleObject" Target="../embeddings/oleObject37.bin"/><Relationship Id="rId19" Type="http://schemas.openxmlformats.org/officeDocument/2006/relationships/oleObject" Target="../embeddings/oleObject43.bin"/><Relationship Id="rId31" Type="http://schemas.openxmlformats.org/officeDocument/2006/relationships/oleObject" Target="../embeddings/oleObject49.bin"/><Relationship Id="rId44" Type="http://schemas.openxmlformats.org/officeDocument/2006/relationships/image" Target="../media/image40.wmf"/><Relationship Id="rId52" Type="http://schemas.openxmlformats.org/officeDocument/2006/relationships/image" Target="../media/image43.wmf"/><Relationship Id="rId4" Type="http://schemas.openxmlformats.org/officeDocument/2006/relationships/image" Target="../media/image7.wmf"/><Relationship Id="rId9" Type="http://schemas.openxmlformats.org/officeDocument/2006/relationships/image" Target="../media/image8.wmf"/><Relationship Id="rId14" Type="http://schemas.openxmlformats.org/officeDocument/2006/relationships/image" Target="../media/image9.wmf"/><Relationship Id="rId22" Type="http://schemas.openxmlformats.org/officeDocument/2006/relationships/image" Target="../media/image30.wmf"/><Relationship Id="rId27" Type="http://schemas.openxmlformats.org/officeDocument/2006/relationships/oleObject" Target="../embeddings/oleObject47.bin"/><Relationship Id="rId30" Type="http://schemas.openxmlformats.org/officeDocument/2006/relationships/image" Target="../media/image33.wmf"/><Relationship Id="rId35" Type="http://schemas.openxmlformats.org/officeDocument/2006/relationships/oleObject" Target="../embeddings/oleObject51.bin"/><Relationship Id="rId43" Type="http://schemas.openxmlformats.org/officeDocument/2006/relationships/oleObject" Target="../embeddings/oleObject55.bin"/><Relationship Id="rId48" Type="http://schemas.openxmlformats.org/officeDocument/2006/relationships/image" Target="../media/image41.wmf"/><Relationship Id="rId8" Type="http://schemas.openxmlformats.org/officeDocument/2006/relationships/oleObject" Target="../embeddings/oleObject36.bin"/><Relationship Id="rId51" Type="http://schemas.openxmlformats.org/officeDocument/2006/relationships/oleObject" Target="../embeddings/oleObject59.bin"/><Relationship Id="rId3" Type="http://schemas.openxmlformats.org/officeDocument/2006/relationships/oleObject" Target="../embeddings/oleObject32.bin"/><Relationship Id="rId12" Type="http://schemas.openxmlformats.org/officeDocument/2006/relationships/oleObject" Target="../embeddings/oleObject39.bin"/><Relationship Id="rId17" Type="http://schemas.openxmlformats.org/officeDocument/2006/relationships/oleObject" Target="../embeddings/oleObject42.bin"/><Relationship Id="rId25" Type="http://schemas.openxmlformats.org/officeDocument/2006/relationships/oleObject" Target="../embeddings/oleObject46.bin"/><Relationship Id="rId33" Type="http://schemas.openxmlformats.org/officeDocument/2006/relationships/oleObject" Target="../embeddings/oleObject50.bin"/><Relationship Id="rId38" Type="http://schemas.openxmlformats.org/officeDocument/2006/relationships/image" Target="../media/image37.wmf"/><Relationship Id="rId46" Type="http://schemas.openxmlformats.org/officeDocument/2006/relationships/image" Target="../media/image12.wmf"/><Relationship Id="rId20" Type="http://schemas.openxmlformats.org/officeDocument/2006/relationships/image" Target="../media/image29.wmf"/><Relationship Id="rId41" Type="http://schemas.openxmlformats.org/officeDocument/2006/relationships/oleObject" Target="../embeddings/oleObject54.bin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34.bin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60.bin"/><Relationship Id="rId18" Type="http://schemas.openxmlformats.org/officeDocument/2006/relationships/image" Target="../media/image46.wmf"/><Relationship Id="rId26" Type="http://schemas.openxmlformats.org/officeDocument/2006/relationships/image" Target="../media/image15.wmf"/><Relationship Id="rId39" Type="http://schemas.openxmlformats.org/officeDocument/2006/relationships/oleObject" Target="../embeddings/oleObject72.bin"/><Relationship Id="rId21" Type="http://schemas.openxmlformats.org/officeDocument/2006/relationships/oleObject" Target="../embeddings/oleObject63.bin"/><Relationship Id="rId34" Type="http://schemas.openxmlformats.org/officeDocument/2006/relationships/image" Target="../media/image35.wmf"/><Relationship Id="rId42" Type="http://schemas.openxmlformats.org/officeDocument/2006/relationships/image" Target="../media/image39.wmf"/><Relationship Id="rId47" Type="http://schemas.openxmlformats.org/officeDocument/2006/relationships/image" Target="../media/image41.wmf"/><Relationship Id="rId50" Type="http://schemas.openxmlformats.org/officeDocument/2006/relationships/oleObject" Target="../embeddings/oleObject78.bin"/><Relationship Id="rId7" Type="http://schemas.openxmlformats.org/officeDocument/2006/relationships/oleObject" Target="../embeddings/oleObject35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5.wmf"/><Relationship Id="rId29" Type="http://schemas.openxmlformats.org/officeDocument/2006/relationships/oleObject" Target="../embeddings/oleObject67.bin"/><Relationship Id="rId11" Type="http://schemas.openxmlformats.org/officeDocument/2006/relationships/oleObject" Target="../embeddings/oleObject38.bin"/><Relationship Id="rId24" Type="http://schemas.openxmlformats.org/officeDocument/2006/relationships/image" Target="../media/image31.wmf"/><Relationship Id="rId32" Type="http://schemas.openxmlformats.org/officeDocument/2006/relationships/image" Target="../media/image34.wmf"/><Relationship Id="rId37" Type="http://schemas.openxmlformats.org/officeDocument/2006/relationships/oleObject" Target="../embeddings/oleObject71.bin"/><Relationship Id="rId40" Type="http://schemas.openxmlformats.org/officeDocument/2006/relationships/image" Target="../media/image38.wmf"/><Relationship Id="rId45" Type="http://schemas.openxmlformats.org/officeDocument/2006/relationships/oleObject" Target="../embeddings/oleObject75.bin"/><Relationship Id="rId5" Type="http://schemas.openxmlformats.org/officeDocument/2006/relationships/oleObject" Target="../embeddings/oleObject33.bin"/><Relationship Id="rId15" Type="http://schemas.openxmlformats.org/officeDocument/2006/relationships/oleObject" Target="../embeddings/oleObject61.bin"/><Relationship Id="rId23" Type="http://schemas.openxmlformats.org/officeDocument/2006/relationships/oleObject" Target="../embeddings/oleObject64.bin"/><Relationship Id="rId28" Type="http://schemas.openxmlformats.org/officeDocument/2006/relationships/image" Target="../media/image32.wmf"/><Relationship Id="rId36" Type="http://schemas.openxmlformats.org/officeDocument/2006/relationships/image" Target="../media/image36.wmf"/><Relationship Id="rId49" Type="http://schemas.openxmlformats.org/officeDocument/2006/relationships/image" Target="../media/image42.wmf"/><Relationship Id="rId10" Type="http://schemas.openxmlformats.org/officeDocument/2006/relationships/oleObject" Target="../embeddings/oleObject37.bin"/><Relationship Id="rId19" Type="http://schemas.openxmlformats.org/officeDocument/2006/relationships/oleObject" Target="../embeddings/oleObject43.bin"/><Relationship Id="rId31" Type="http://schemas.openxmlformats.org/officeDocument/2006/relationships/oleObject" Target="../embeddings/oleObject68.bin"/><Relationship Id="rId44" Type="http://schemas.openxmlformats.org/officeDocument/2006/relationships/image" Target="../media/image40.wmf"/><Relationship Id="rId4" Type="http://schemas.openxmlformats.org/officeDocument/2006/relationships/image" Target="../media/image7.wmf"/><Relationship Id="rId9" Type="http://schemas.openxmlformats.org/officeDocument/2006/relationships/image" Target="../media/image8.wmf"/><Relationship Id="rId14" Type="http://schemas.openxmlformats.org/officeDocument/2006/relationships/image" Target="../media/image44.wmf"/><Relationship Id="rId22" Type="http://schemas.openxmlformats.org/officeDocument/2006/relationships/image" Target="../media/image30.wmf"/><Relationship Id="rId27" Type="http://schemas.openxmlformats.org/officeDocument/2006/relationships/oleObject" Target="../embeddings/oleObject66.bin"/><Relationship Id="rId30" Type="http://schemas.openxmlformats.org/officeDocument/2006/relationships/image" Target="../media/image33.wmf"/><Relationship Id="rId35" Type="http://schemas.openxmlformats.org/officeDocument/2006/relationships/oleObject" Target="../embeddings/oleObject70.bin"/><Relationship Id="rId43" Type="http://schemas.openxmlformats.org/officeDocument/2006/relationships/oleObject" Target="../embeddings/oleObject74.bin"/><Relationship Id="rId48" Type="http://schemas.openxmlformats.org/officeDocument/2006/relationships/oleObject" Target="../embeddings/oleObject77.bin"/><Relationship Id="rId8" Type="http://schemas.openxmlformats.org/officeDocument/2006/relationships/oleObject" Target="../embeddings/oleObject36.bin"/><Relationship Id="rId51" Type="http://schemas.openxmlformats.org/officeDocument/2006/relationships/image" Target="../media/image43.wmf"/><Relationship Id="rId3" Type="http://schemas.openxmlformats.org/officeDocument/2006/relationships/oleObject" Target="../embeddings/oleObject32.bin"/><Relationship Id="rId12" Type="http://schemas.openxmlformats.org/officeDocument/2006/relationships/oleObject" Target="../embeddings/oleObject39.bin"/><Relationship Id="rId17" Type="http://schemas.openxmlformats.org/officeDocument/2006/relationships/oleObject" Target="../embeddings/oleObject62.bin"/><Relationship Id="rId25" Type="http://schemas.openxmlformats.org/officeDocument/2006/relationships/oleObject" Target="../embeddings/oleObject65.bin"/><Relationship Id="rId33" Type="http://schemas.openxmlformats.org/officeDocument/2006/relationships/oleObject" Target="../embeddings/oleObject69.bin"/><Relationship Id="rId38" Type="http://schemas.openxmlformats.org/officeDocument/2006/relationships/image" Target="../media/image37.wmf"/><Relationship Id="rId46" Type="http://schemas.openxmlformats.org/officeDocument/2006/relationships/oleObject" Target="../embeddings/oleObject76.bin"/><Relationship Id="rId20" Type="http://schemas.openxmlformats.org/officeDocument/2006/relationships/image" Target="../media/image29.wmf"/><Relationship Id="rId41" Type="http://schemas.openxmlformats.org/officeDocument/2006/relationships/oleObject" Target="../embeddings/oleObject73.bin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34.bin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79.bin"/><Relationship Id="rId18" Type="http://schemas.openxmlformats.org/officeDocument/2006/relationships/image" Target="../media/image46.wmf"/><Relationship Id="rId26" Type="http://schemas.openxmlformats.org/officeDocument/2006/relationships/image" Target="../media/image34.wmf"/><Relationship Id="rId39" Type="http://schemas.openxmlformats.org/officeDocument/2006/relationships/image" Target="../media/image53.wmf"/><Relationship Id="rId21" Type="http://schemas.openxmlformats.org/officeDocument/2006/relationships/oleObject" Target="../embeddings/oleObject63.bin"/><Relationship Id="rId34" Type="http://schemas.openxmlformats.org/officeDocument/2006/relationships/oleObject" Target="../embeddings/oleObject87.bin"/><Relationship Id="rId42" Type="http://schemas.openxmlformats.org/officeDocument/2006/relationships/image" Target="../media/image43.wmf"/><Relationship Id="rId47" Type="http://schemas.openxmlformats.org/officeDocument/2006/relationships/oleObject" Target="../embeddings/oleObject93.bin"/><Relationship Id="rId7" Type="http://schemas.openxmlformats.org/officeDocument/2006/relationships/oleObject" Target="../embeddings/oleObject35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5.wmf"/><Relationship Id="rId29" Type="http://schemas.openxmlformats.org/officeDocument/2006/relationships/oleObject" Target="../embeddings/oleObject84.bin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34.bin"/><Relationship Id="rId11" Type="http://schemas.openxmlformats.org/officeDocument/2006/relationships/oleObject" Target="../embeddings/oleObject38.bin"/><Relationship Id="rId24" Type="http://schemas.openxmlformats.org/officeDocument/2006/relationships/image" Target="../media/image47.wmf"/><Relationship Id="rId32" Type="http://schemas.openxmlformats.org/officeDocument/2006/relationships/oleObject" Target="../embeddings/oleObject86.bin"/><Relationship Id="rId37" Type="http://schemas.openxmlformats.org/officeDocument/2006/relationships/image" Target="../media/image52.wmf"/><Relationship Id="rId40" Type="http://schemas.openxmlformats.org/officeDocument/2006/relationships/oleObject" Target="../embeddings/oleObject90.bin"/><Relationship Id="rId45" Type="http://schemas.openxmlformats.org/officeDocument/2006/relationships/oleObject" Target="../embeddings/oleObject92.bin"/><Relationship Id="rId5" Type="http://schemas.openxmlformats.org/officeDocument/2006/relationships/oleObject" Target="../embeddings/oleObject33.bin"/><Relationship Id="rId15" Type="http://schemas.openxmlformats.org/officeDocument/2006/relationships/oleObject" Target="../embeddings/oleObject80.bin"/><Relationship Id="rId23" Type="http://schemas.openxmlformats.org/officeDocument/2006/relationships/oleObject" Target="../embeddings/oleObject82.bin"/><Relationship Id="rId28" Type="http://schemas.openxmlformats.org/officeDocument/2006/relationships/image" Target="../media/image48.wmf"/><Relationship Id="rId36" Type="http://schemas.openxmlformats.org/officeDocument/2006/relationships/oleObject" Target="../embeddings/oleObject88.bin"/><Relationship Id="rId10" Type="http://schemas.openxmlformats.org/officeDocument/2006/relationships/oleObject" Target="../embeddings/oleObject37.bin"/><Relationship Id="rId19" Type="http://schemas.openxmlformats.org/officeDocument/2006/relationships/oleObject" Target="../embeddings/oleObject43.bin"/><Relationship Id="rId31" Type="http://schemas.openxmlformats.org/officeDocument/2006/relationships/oleObject" Target="../embeddings/oleObject85.bin"/><Relationship Id="rId44" Type="http://schemas.openxmlformats.org/officeDocument/2006/relationships/image" Target="../media/image54.wmf"/><Relationship Id="rId4" Type="http://schemas.openxmlformats.org/officeDocument/2006/relationships/image" Target="../media/image7.wmf"/><Relationship Id="rId9" Type="http://schemas.openxmlformats.org/officeDocument/2006/relationships/image" Target="../media/image8.wmf"/><Relationship Id="rId14" Type="http://schemas.openxmlformats.org/officeDocument/2006/relationships/image" Target="../media/image44.wmf"/><Relationship Id="rId22" Type="http://schemas.openxmlformats.org/officeDocument/2006/relationships/image" Target="../media/image30.wmf"/><Relationship Id="rId27" Type="http://schemas.openxmlformats.org/officeDocument/2006/relationships/oleObject" Target="../embeddings/oleObject83.bin"/><Relationship Id="rId30" Type="http://schemas.openxmlformats.org/officeDocument/2006/relationships/image" Target="../media/image49.wmf"/><Relationship Id="rId35" Type="http://schemas.openxmlformats.org/officeDocument/2006/relationships/image" Target="../media/image51.wmf"/><Relationship Id="rId43" Type="http://schemas.openxmlformats.org/officeDocument/2006/relationships/oleObject" Target="../embeddings/oleObject91.bin"/><Relationship Id="rId48" Type="http://schemas.openxmlformats.org/officeDocument/2006/relationships/image" Target="../media/image56.wmf"/><Relationship Id="rId8" Type="http://schemas.openxmlformats.org/officeDocument/2006/relationships/oleObject" Target="../embeddings/oleObject36.bin"/><Relationship Id="rId3" Type="http://schemas.openxmlformats.org/officeDocument/2006/relationships/oleObject" Target="../embeddings/oleObject32.bin"/><Relationship Id="rId12" Type="http://schemas.openxmlformats.org/officeDocument/2006/relationships/oleObject" Target="../embeddings/oleObject39.bin"/><Relationship Id="rId17" Type="http://schemas.openxmlformats.org/officeDocument/2006/relationships/oleObject" Target="../embeddings/oleObject81.bin"/><Relationship Id="rId25" Type="http://schemas.openxmlformats.org/officeDocument/2006/relationships/oleObject" Target="../embeddings/oleObject68.bin"/><Relationship Id="rId33" Type="http://schemas.openxmlformats.org/officeDocument/2006/relationships/image" Target="../media/image50.wmf"/><Relationship Id="rId38" Type="http://schemas.openxmlformats.org/officeDocument/2006/relationships/oleObject" Target="../embeddings/oleObject89.bin"/><Relationship Id="rId46" Type="http://schemas.openxmlformats.org/officeDocument/2006/relationships/image" Target="../media/image55.wmf"/><Relationship Id="rId20" Type="http://schemas.openxmlformats.org/officeDocument/2006/relationships/image" Target="../media/image29.wmf"/><Relationship Id="rId41" Type="http://schemas.openxmlformats.org/officeDocument/2006/relationships/oleObject" Target="../embeddings/oleObject78.bin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oleObject" Target="../embeddings/oleObject19.bin"/><Relationship Id="rId21" Type="http://schemas.openxmlformats.org/officeDocument/2006/relationships/oleObject" Target="../embeddings/oleObject44.bin"/><Relationship Id="rId42" Type="http://schemas.openxmlformats.org/officeDocument/2006/relationships/image" Target="../media/image39.wmf"/><Relationship Id="rId63" Type="http://schemas.openxmlformats.org/officeDocument/2006/relationships/oleObject" Target="../embeddings/oleObject67.bin"/><Relationship Id="rId84" Type="http://schemas.openxmlformats.org/officeDocument/2006/relationships/oleObject" Target="../embeddings/oleObject85.bin"/><Relationship Id="rId138" Type="http://schemas.openxmlformats.org/officeDocument/2006/relationships/image" Target="../media/image26.wmf"/><Relationship Id="rId107" Type="http://schemas.openxmlformats.org/officeDocument/2006/relationships/oleObject" Target="../embeddings/oleObject11.bin"/><Relationship Id="rId11" Type="http://schemas.openxmlformats.org/officeDocument/2006/relationships/oleObject" Target="../embeddings/oleObject38.bin"/><Relationship Id="rId32" Type="http://schemas.openxmlformats.org/officeDocument/2006/relationships/image" Target="../media/image34.wmf"/><Relationship Id="rId37" Type="http://schemas.openxmlformats.org/officeDocument/2006/relationships/oleObject" Target="../embeddings/oleObject52.bin"/><Relationship Id="rId53" Type="http://schemas.openxmlformats.org/officeDocument/2006/relationships/oleObject" Target="../embeddings/oleObject60.bin"/><Relationship Id="rId58" Type="http://schemas.openxmlformats.org/officeDocument/2006/relationships/image" Target="../media/image46.wmf"/><Relationship Id="rId74" Type="http://schemas.openxmlformats.org/officeDocument/2006/relationships/oleObject" Target="../embeddings/oleObject78.bin"/><Relationship Id="rId79" Type="http://schemas.openxmlformats.org/officeDocument/2006/relationships/image" Target="../media/image47.wmf"/><Relationship Id="rId102" Type="http://schemas.openxmlformats.org/officeDocument/2006/relationships/oleObject" Target="../embeddings/oleObject6.bin"/><Relationship Id="rId123" Type="http://schemas.openxmlformats.org/officeDocument/2006/relationships/oleObject" Target="../embeddings/oleObject22.bin"/><Relationship Id="rId128" Type="http://schemas.openxmlformats.org/officeDocument/2006/relationships/image" Target="../media/image21.wmf"/><Relationship Id="rId5" Type="http://schemas.openxmlformats.org/officeDocument/2006/relationships/oleObject" Target="../embeddings/oleObject33.bin"/><Relationship Id="rId90" Type="http://schemas.openxmlformats.org/officeDocument/2006/relationships/image" Target="../media/image52.wmf"/><Relationship Id="rId95" Type="http://schemas.openxmlformats.org/officeDocument/2006/relationships/image" Target="../media/image54.wmf"/><Relationship Id="rId22" Type="http://schemas.openxmlformats.org/officeDocument/2006/relationships/image" Target="../media/image30.wmf"/><Relationship Id="rId27" Type="http://schemas.openxmlformats.org/officeDocument/2006/relationships/oleObject" Target="../embeddings/oleObject47.bin"/><Relationship Id="rId43" Type="http://schemas.openxmlformats.org/officeDocument/2006/relationships/oleObject" Target="../embeddings/oleObject55.bin"/><Relationship Id="rId48" Type="http://schemas.openxmlformats.org/officeDocument/2006/relationships/image" Target="../media/image41.wmf"/><Relationship Id="rId64" Type="http://schemas.openxmlformats.org/officeDocument/2006/relationships/oleObject" Target="../embeddings/oleObject68.bin"/><Relationship Id="rId69" Type="http://schemas.openxmlformats.org/officeDocument/2006/relationships/oleObject" Target="../embeddings/oleObject73.bin"/><Relationship Id="rId113" Type="http://schemas.openxmlformats.org/officeDocument/2006/relationships/image" Target="../media/image13.wmf"/><Relationship Id="rId118" Type="http://schemas.openxmlformats.org/officeDocument/2006/relationships/image" Target="../media/image16.wmf"/><Relationship Id="rId134" Type="http://schemas.openxmlformats.org/officeDocument/2006/relationships/image" Target="../media/image24.wmf"/><Relationship Id="rId139" Type="http://schemas.openxmlformats.org/officeDocument/2006/relationships/oleObject" Target="../embeddings/oleObject30.bin"/><Relationship Id="rId80" Type="http://schemas.openxmlformats.org/officeDocument/2006/relationships/oleObject" Target="../embeddings/oleObject83.bin"/><Relationship Id="rId85" Type="http://schemas.openxmlformats.org/officeDocument/2006/relationships/oleObject" Target="../embeddings/oleObject86.bin"/><Relationship Id="rId12" Type="http://schemas.openxmlformats.org/officeDocument/2006/relationships/oleObject" Target="../embeddings/oleObject39.bin"/><Relationship Id="rId17" Type="http://schemas.openxmlformats.org/officeDocument/2006/relationships/oleObject" Target="../embeddings/oleObject42.bin"/><Relationship Id="rId33" Type="http://schemas.openxmlformats.org/officeDocument/2006/relationships/oleObject" Target="../embeddings/oleObject50.bin"/><Relationship Id="rId38" Type="http://schemas.openxmlformats.org/officeDocument/2006/relationships/image" Target="../media/image37.wmf"/><Relationship Id="rId59" Type="http://schemas.openxmlformats.org/officeDocument/2006/relationships/oleObject" Target="../embeddings/oleObject63.bin"/><Relationship Id="rId103" Type="http://schemas.openxmlformats.org/officeDocument/2006/relationships/oleObject" Target="../embeddings/oleObject7.bin"/><Relationship Id="rId108" Type="http://schemas.openxmlformats.org/officeDocument/2006/relationships/oleObject" Target="../embeddings/oleObject12.bin"/><Relationship Id="rId124" Type="http://schemas.openxmlformats.org/officeDocument/2006/relationships/image" Target="../media/image19.wmf"/><Relationship Id="rId129" Type="http://schemas.openxmlformats.org/officeDocument/2006/relationships/oleObject" Target="../embeddings/oleObject25.bin"/><Relationship Id="rId54" Type="http://schemas.openxmlformats.org/officeDocument/2006/relationships/image" Target="../media/image44.wmf"/><Relationship Id="rId70" Type="http://schemas.openxmlformats.org/officeDocument/2006/relationships/oleObject" Target="../embeddings/oleObject74.bin"/><Relationship Id="rId75" Type="http://schemas.openxmlformats.org/officeDocument/2006/relationships/oleObject" Target="../embeddings/oleObject79.bin"/><Relationship Id="rId91" Type="http://schemas.openxmlformats.org/officeDocument/2006/relationships/oleObject" Target="../embeddings/oleObject89.bin"/><Relationship Id="rId96" Type="http://schemas.openxmlformats.org/officeDocument/2006/relationships/oleObject" Target="../embeddings/oleObject92.bin"/><Relationship Id="rId140" Type="http://schemas.openxmlformats.org/officeDocument/2006/relationships/image" Target="../media/image27.wmf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34.bin"/><Relationship Id="rId23" Type="http://schemas.openxmlformats.org/officeDocument/2006/relationships/oleObject" Target="../embeddings/oleObject45.bin"/><Relationship Id="rId28" Type="http://schemas.openxmlformats.org/officeDocument/2006/relationships/image" Target="../media/image32.wmf"/><Relationship Id="rId49" Type="http://schemas.openxmlformats.org/officeDocument/2006/relationships/oleObject" Target="../embeddings/oleObject58.bin"/><Relationship Id="rId114" Type="http://schemas.openxmlformats.org/officeDocument/2006/relationships/oleObject" Target="../embeddings/oleObject17.bin"/><Relationship Id="rId119" Type="http://schemas.openxmlformats.org/officeDocument/2006/relationships/oleObject" Target="../embeddings/oleObject20.bin"/><Relationship Id="rId44" Type="http://schemas.openxmlformats.org/officeDocument/2006/relationships/image" Target="../media/image40.wmf"/><Relationship Id="rId60" Type="http://schemas.openxmlformats.org/officeDocument/2006/relationships/oleObject" Target="../embeddings/oleObject64.bin"/><Relationship Id="rId65" Type="http://schemas.openxmlformats.org/officeDocument/2006/relationships/oleObject" Target="../embeddings/oleObject69.bin"/><Relationship Id="rId81" Type="http://schemas.openxmlformats.org/officeDocument/2006/relationships/image" Target="../media/image48.wmf"/><Relationship Id="rId86" Type="http://schemas.openxmlformats.org/officeDocument/2006/relationships/image" Target="../media/image50.wmf"/><Relationship Id="rId130" Type="http://schemas.openxmlformats.org/officeDocument/2006/relationships/image" Target="../media/image22.wmf"/><Relationship Id="rId135" Type="http://schemas.openxmlformats.org/officeDocument/2006/relationships/oleObject" Target="../embeddings/oleObject28.bin"/><Relationship Id="rId13" Type="http://schemas.openxmlformats.org/officeDocument/2006/relationships/oleObject" Target="../embeddings/oleObject40.bin"/><Relationship Id="rId18" Type="http://schemas.openxmlformats.org/officeDocument/2006/relationships/image" Target="../media/image11.wmf"/><Relationship Id="rId39" Type="http://schemas.openxmlformats.org/officeDocument/2006/relationships/oleObject" Target="../embeddings/oleObject53.bin"/><Relationship Id="rId109" Type="http://schemas.openxmlformats.org/officeDocument/2006/relationships/oleObject" Target="../embeddings/oleObject13.bin"/><Relationship Id="rId34" Type="http://schemas.openxmlformats.org/officeDocument/2006/relationships/image" Target="../media/image35.wmf"/><Relationship Id="rId50" Type="http://schemas.openxmlformats.org/officeDocument/2006/relationships/image" Target="../media/image42.wmf"/><Relationship Id="rId55" Type="http://schemas.openxmlformats.org/officeDocument/2006/relationships/oleObject" Target="../embeddings/oleObject61.bin"/><Relationship Id="rId76" Type="http://schemas.openxmlformats.org/officeDocument/2006/relationships/oleObject" Target="../embeddings/oleObject80.bin"/><Relationship Id="rId97" Type="http://schemas.openxmlformats.org/officeDocument/2006/relationships/image" Target="../media/image55.wmf"/><Relationship Id="rId104" Type="http://schemas.openxmlformats.org/officeDocument/2006/relationships/oleObject" Target="../embeddings/oleObject8.bin"/><Relationship Id="rId120" Type="http://schemas.openxmlformats.org/officeDocument/2006/relationships/image" Target="../media/image17.wmf"/><Relationship Id="rId125" Type="http://schemas.openxmlformats.org/officeDocument/2006/relationships/oleObject" Target="../embeddings/oleObject23.bin"/><Relationship Id="rId141" Type="http://schemas.openxmlformats.org/officeDocument/2006/relationships/oleObject" Target="../embeddings/oleObject31.bin"/><Relationship Id="rId7" Type="http://schemas.openxmlformats.org/officeDocument/2006/relationships/oleObject" Target="../embeddings/oleObject35.bin"/><Relationship Id="rId71" Type="http://schemas.openxmlformats.org/officeDocument/2006/relationships/oleObject" Target="../embeddings/oleObject75.bin"/><Relationship Id="rId92" Type="http://schemas.openxmlformats.org/officeDocument/2006/relationships/image" Target="../media/image53.wmf"/><Relationship Id="rId2" Type="http://schemas.openxmlformats.org/officeDocument/2006/relationships/slideLayout" Target="../slideLayouts/slideLayout2.xml"/><Relationship Id="rId29" Type="http://schemas.openxmlformats.org/officeDocument/2006/relationships/oleObject" Target="../embeddings/oleObject48.bin"/><Relationship Id="rId24" Type="http://schemas.openxmlformats.org/officeDocument/2006/relationships/image" Target="../media/image31.wmf"/><Relationship Id="rId40" Type="http://schemas.openxmlformats.org/officeDocument/2006/relationships/image" Target="../media/image38.wmf"/><Relationship Id="rId45" Type="http://schemas.openxmlformats.org/officeDocument/2006/relationships/oleObject" Target="../embeddings/oleObject56.bin"/><Relationship Id="rId66" Type="http://schemas.openxmlformats.org/officeDocument/2006/relationships/oleObject" Target="../embeddings/oleObject70.bin"/><Relationship Id="rId87" Type="http://schemas.openxmlformats.org/officeDocument/2006/relationships/oleObject" Target="../embeddings/oleObject87.bin"/><Relationship Id="rId110" Type="http://schemas.openxmlformats.org/officeDocument/2006/relationships/oleObject" Target="../embeddings/oleObject14.bin"/><Relationship Id="rId115" Type="http://schemas.openxmlformats.org/officeDocument/2006/relationships/image" Target="../media/image14.wmf"/><Relationship Id="rId131" Type="http://schemas.openxmlformats.org/officeDocument/2006/relationships/oleObject" Target="../embeddings/oleObject26.bin"/><Relationship Id="rId136" Type="http://schemas.openxmlformats.org/officeDocument/2006/relationships/image" Target="../media/image25.wmf"/><Relationship Id="rId61" Type="http://schemas.openxmlformats.org/officeDocument/2006/relationships/oleObject" Target="../embeddings/oleObject65.bin"/><Relationship Id="rId82" Type="http://schemas.openxmlformats.org/officeDocument/2006/relationships/oleObject" Target="../embeddings/oleObject84.bin"/><Relationship Id="rId19" Type="http://schemas.openxmlformats.org/officeDocument/2006/relationships/oleObject" Target="../embeddings/oleObject43.bin"/><Relationship Id="rId14" Type="http://schemas.openxmlformats.org/officeDocument/2006/relationships/image" Target="../media/image9.wmf"/><Relationship Id="rId30" Type="http://schemas.openxmlformats.org/officeDocument/2006/relationships/image" Target="../media/image33.wmf"/><Relationship Id="rId35" Type="http://schemas.openxmlformats.org/officeDocument/2006/relationships/oleObject" Target="../embeddings/oleObject51.bin"/><Relationship Id="rId56" Type="http://schemas.openxmlformats.org/officeDocument/2006/relationships/image" Target="../media/image45.wmf"/><Relationship Id="rId77" Type="http://schemas.openxmlformats.org/officeDocument/2006/relationships/oleObject" Target="../embeddings/oleObject81.bin"/><Relationship Id="rId100" Type="http://schemas.openxmlformats.org/officeDocument/2006/relationships/oleObject" Target="../embeddings/oleObject4.bin"/><Relationship Id="rId105" Type="http://schemas.openxmlformats.org/officeDocument/2006/relationships/oleObject" Target="../embeddings/oleObject9.bin"/><Relationship Id="rId126" Type="http://schemas.openxmlformats.org/officeDocument/2006/relationships/image" Target="../media/image20.wmf"/><Relationship Id="rId8" Type="http://schemas.openxmlformats.org/officeDocument/2006/relationships/oleObject" Target="../embeddings/oleObject36.bin"/><Relationship Id="rId51" Type="http://schemas.openxmlformats.org/officeDocument/2006/relationships/oleObject" Target="../embeddings/oleObject59.bin"/><Relationship Id="rId72" Type="http://schemas.openxmlformats.org/officeDocument/2006/relationships/oleObject" Target="../embeddings/oleObject76.bin"/><Relationship Id="rId93" Type="http://schemas.openxmlformats.org/officeDocument/2006/relationships/oleObject" Target="../embeddings/oleObject90.bin"/><Relationship Id="rId98" Type="http://schemas.openxmlformats.org/officeDocument/2006/relationships/oleObject" Target="../embeddings/oleObject93.bin"/><Relationship Id="rId121" Type="http://schemas.openxmlformats.org/officeDocument/2006/relationships/oleObject" Target="../embeddings/oleObject21.bin"/><Relationship Id="rId142" Type="http://schemas.openxmlformats.org/officeDocument/2006/relationships/image" Target="../media/image28.wmf"/><Relationship Id="rId3" Type="http://schemas.openxmlformats.org/officeDocument/2006/relationships/oleObject" Target="../embeddings/oleObject32.bin"/><Relationship Id="rId25" Type="http://schemas.openxmlformats.org/officeDocument/2006/relationships/oleObject" Target="../embeddings/oleObject46.bin"/><Relationship Id="rId46" Type="http://schemas.openxmlformats.org/officeDocument/2006/relationships/image" Target="../media/image12.wmf"/><Relationship Id="rId67" Type="http://schemas.openxmlformats.org/officeDocument/2006/relationships/oleObject" Target="../embeddings/oleObject71.bin"/><Relationship Id="rId116" Type="http://schemas.openxmlformats.org/officeDocument/2006/relationships/oleObject" Target="../embeddings/oleObject18.bin"/><Relationship Id="rId137" Type="http://schemas.openxmlformats.org/officeDocument/2006/relationships/oleObject" Target="../embeddings/oleObject29.bin"/><Relationship Id="rId20" Type="http://schemas.openxmlformats.org/officeDocument/2006/relationships/image" Target="../media/image29.wmf"/><Relationship Id="rId41" Type="http://schemas.openxmlformats.org/officeDocument/2006/relationships/oleObject" Target="../embeddings/oleObject54.bin"/><Relationship Id="rId62" Type="http://schemas.openxmlformats.org/officeDocument/2006/relationships/oleObject" Target="../embeddings/oleObject66.bin"/><Relationship Id="rId83" Type="http://schemas.openxmlformats.org/officeDocument/2006/relationships/image" Target="../media/image49.wmf"/><Relationship Id="rId88" Type="http://schemas.openxmlformats.org/officeDocument/2006/relationships/image" Target="../media/image51.wmf"/><Relationship Id="rId111" Type="http://schemas.openxmlformats.org/officeDocument/2006/relationships/oleObject" Target="../embeddings/oleObject15.bin"/><Relationship Id="rId132" Type="http://schemas.openxmlformats.org/officeDocument/2006/relationships/image" Target="../media/image23.wmf"/><Relationship Id="rId15" Type="http://schemas.openxmlformats.org/officeDocument/2006/relationships/oleObject" Target="../embeddings/oleObject41.bin"/><Relationship Id="rId36" Type="http://schemas.openxmlformats.org/officeDocument/2006/relationships/image" Target="../media/image36.wmf"/><Relationship Id="rId57" Type="http://schemas.openxmlformats.org/officeDocument/2006/relationships/oleObject" Target="../embeddings/oleObject62.bin"/><Relationship Id="rId106" Type="http://schemas.openxmlformats.org/officeDocument/2006/relationships/oleObject" Target="../embeddings/oleObject10.bin"/><Relationship Id="rId127" Type="http://schemas.openxmlformats.org/officeDocument/2006/relationships/oleObject" Target="../embeddings/oleObject24.bin"/><Relationship Id="rId10" Type="http://schemas.openxmlformats.org/officeDocument/2006/relationships/oleObject" Target="../embeddings/oleObject37.bin"/><Relationship Id="rId31" Type="http://schemas.openxmlformats.org/officeDocument/2006/relationships/oleObject" Target="../embeddings/oleObject49.bin"/><Relationship Id="rId52" Type="http://schemas.openxmlformats.org/officeDocument/2006/relationships/image" Target="../media/image43.wmf"/><Relationship Id="rId73" Type="http://schemas.openxmlformats.org/officeDocument/2006/relationships/oleObject" Target="../embeddings/oleObject77.bin"/><Relationship Id="rId78" Type="http://schemas.openxmlformats.org/officeDocument/2006/relationships/oleObject" Target="../embeddings/oleObject82.bin"/><Relationship Id="rId94" Type="http://schemas.openxmlformats.org/officeDocument/2006/relationships/oleObject" Target="../embeddings/oleObject91.bin"/><Relationship Id="rId99" Type="http://schemas.openxmlformats.org/officeDocument/2006/relationships/image" Target="../media/image56.wmf"/><Relationship Id="rId101" Type="http://schemas.openxmlformats.org/officeDocument/2006/relationships/oleObject" Target="../embeddings/oleObject5.bin"/><Relationship Id="rId122" Type="http://schemas.openxmlformats.org/officeDocument/2006/relationships/image" Target="../media/image18.wmf"/><Relationship Id="rId4" Type="http://schemas.openxmlformats.org/officeDocument/2006/relationships/image" Target="../media/image7.wmf"/><Relationship Id="rId9" Type="http://schemas.openxmlformats.org/officeDocument/2006/relationships/image" Target="../media/image8.wmf"/><Relationship Id="rId26" Type="http://schemas.openxmlformats.org/officeDocument/2006/relationships/image" Target="../media/image15.wmf"/><Relationship Id="rId47" Type="http://schemas.openxmlformats.org/officeDocument/2006/relationships/oleObject" Target="../embeddings/oleObject57.bin"/><Relationship Id="rId68" Type="http://schemas.openxmlformats.org/officeDocument/2006/relationships/oleObject" Target="../embeddings/oleObject72.bin"/><Relationship Id="rId89" Type="http://schemas.openxmlformats.org/officeDocument/2006/relationships/oleObject" Target="../embeddings/oleObject88.bin"/><Relationship Id="rId112" Type="http://schemas.openxmlformats.org/officeDocument/2006/relationships/oleObject" Target="../embeddings/oleObject16.bin"/><Relationship Id="rId133" Type="http://schemas.openxmlformats.org/officeDocument/2006/relationships/oleObject" Target="../embeddings/oleObject27.bin"/><Relationship Id="rId16" Type="http://schemas.openxmlformats.org/officeDocument/2006/relationships/image" Target="../media/image10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13" Type="http://schemas.openxmlformats.org/officeDocument/2006/relationships/oleObject" Target="../embeddings/oleObject12.bin"/><Relationship Id="rId18" Type="http://schemas.openxmlformats.org/officeDocument/2006/relationships/image" Target="../media/image14.wmf"/><Relationship Id="rId26" Type="http://schemas.openxmlformats.org/officeDocument/2006/relationships/oleObject" Target="../embeddings/oleObject100.bin"/><Relationship Id="rId3" Type="http://schemas.openxmlformats.org/officeDocument/2006/relationships/oleObject" Target="../embeddings/oleObject4.bin"/><Relationship Id="rId21" Type="http://schemas.openxmlformats.org/officeDocument/2006/relationships/oleObject" Target="../embeddings/oleObject95.bin"/><Relationship Id="rId7" Type="http://schemas.openxmlformats.org/officeDocument/2006/relationships/oleObject" Target="../embeddings/oleObject7.bin"/><Relationship Id="rId12" Type="http://schemas.openxmlformats.org/officeDocument/2006/relationships/oleObject" Target="../embeddings/oleObject11.bin"/><Relationship Id="rId17" Type="http://schemas.openxmlformats.org/officeDocument/2006/relationships/oleObject" Target="../embeddings/oleObject17.bin"/><Relationship Id="rId25" Type="http://schemas.openxmlformats.org/officeDocument/2006/relationships/oleObject" Target="../embeddings/oleObject99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3.wmf"/><Relationship Id="rId20" Type="http://schemas.openxmlformats.org/officeDocument/2006/relationships/image" Target="../media/image57.wmf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6.bin"/><Relationship Id="rId11" Type="http://schemas.openxmlformats.org/officeDocument/2006/relationships/oleObject" Target="../embeddings/oleObject10.bin"/><Relationship Id="rId24" Type="http://schemas.openxmlformats.org/officeDocument/2006/relationships/oleObject" Target="../embeddings/oleObject98.bin"/><Relationship Id="rId5" Type="http://schemas.openxmlformats.org/officeDocument/2006/relationships/oleObject" Target="../embeddings/oleObject5.bin"/><Relationship Id="rId15" Type="http://schemas.openxmlformats.org/officeDocument/2006/relationships/oleObject" Target="../embeddings/oleObject16.bin"/><Relationship Id="rId23" Type="http://schemas.openxmlformats.org/officeDocument/2006/relationships/oleObject" Target="../embeddings/oleObject97.bin"/><Relationship Id="rId10" Type="http://schemas.openxmlformats.org/officeDocument/2006/relationships/oleObject" Target="../embeddings/oleObject9.bin"/><Relationship Id="rId19" Type="http://schemas.openxmlformats.org/officeDocument/2006/relationships/oleObject" Target="../embeddings/oleObject94.bin"/><Relationship Id="rId4" Type="http://schemas.openxmlformats.org/officeDocument/2006/relationships/image" Target="../media/image7.wmf"/><Relationship Id="rId9" Type="http://schemas.openxmlformats.org/officeDocument/2006/relationships/image" Target="../media/image8.wmf"/><Relationship Id="rId14" Type="http://schemas.openxmlformats.org/officeDocument/2006/relationships/image" Target="../media/image9.wmf"/><Relationship Id="rId22" Type="http://schemas.openxmlformats.org/officeDocument/2006/relationships/oleObject" Target="../embeddings/oleObject96.bin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06.bin"/><Relationship Id="rId18" Type="http://schemas.openxmlformats.org/officeDocument/2006/relationships/oleObject" Target="../embeddings/oleObject110.bin"/><Relationship Id="rId26" Type="http://schemas.openxmlformats.org/officeDocument/2006/relationships/image" Target="../media/image67.wmf"/><Relationship Id="rId39" Type="http://schemas.openxmlformats.org/officeDocument/2006/relationships/oleObject" Target="../embeddings/oleObject121.bin"/><Relationship Id="rId21" Type="http://schemas.openxmlformats.org/officeDocument/2006/relationships/oleObject" Target="../embeddings/oleObject112.bin"/><Relationship Id="rId34" Type="http://schemas.openxmlformats.org/officeDocument/2006/relationships/image" Target="../media/image71.wmf"/><Relationship Id="rId7" Type="http://schemas.openxmlformats.org/officeDocument/2006/relationships/oleObject" Target="../embeddings/oleObject103.bin"/><Relationship Id="rId12" Type="http://schemas.openxmlformats.org/officeDocument/2006/relationships/image" Target="../media/image62.wmf"/><Relationship Id="rId17" Type="http://schemas.openxmlformats.org/officeDocument/2006/relationships/oleObject" Target="../embeddings/oleObject109.bin"/><Relationship Id="rId25" Type="http://schemas.openxmlformats.org/officeDocument/2006/relationships/oleObject" Target="../embeddings/oleObject114.bin"/><Relationship Id="rId33" Type="http://schemas.openxmlformats.org/officeDocument/2006/relationships/oleObject" Target="../embeddings/oleObject118.bin"/><Relationship Id="rId38" Type="http://schemas.openxmlformats.org/officeDocument/2006/relationships/image" Target="../media/image73.wmf"/><Relationship Id="rId2" Type="http://schemas.openxmlformats.org/officeDocument/2006/relationships/slideLayout" Target="../slideLayouts/slideLayout1.xml"/><Relationship Id="rId16" Type="http://schemas.openxmlformats.org/officeDocument/2006/relationships/oleObject" Target="../embeddings/oleObject108.bin"/><Relationship Id="rId20" Type="http://schemas.openxmlformats.org/officeDocument/2006/relationships/image" Target="../media/image64.wmf"/><Relationship Id="rId29" Type="http://schemas.openxmlformats.org/officeDocument/2006/relationships/oleObject" Target="../embeddings/oleObject116.bin"/><Relationship Id="rId1" Type="http://schemas.openxmlformats.org/officeDocument/2006/relationships/vmlDrawing" Target="../drawings/vmlDrawing8.vml"/><Relationship Id="rId6" Type="http://schemas.openxmlformats.org/officeDocument/2006/relationships/image" Target="../media/image59.wmf"/><Relationship Id="rId11" Type="http://schemas.openxmlformats.org/officeDocument/2006/relationships/oleObject" Target="../embeddings/oleObject105.bin"/><Relationship Id="rId24" Type="http://schemas.openxmlformats.org/officeDocument/2006/relationships/image" Target="../media/image66.wmf"/><Relationship Id="rId32" Type="http://schemas.openxmlformats.org/officeDocument/2006/relationships/image" Target="../media/image70.wmf"/><Relationship Id="rId37" Type="http://schemas.openxmlformats.org/officeDocument/2006/relationships/oleObject" Target="../embeddings/oleObject120.bin"/><Relationship Id="rId40" Type="http://schemas.openxmlformats.org/officeDocument/2006/relationships/image" Target="../media/image74.wmf"/><Relationship Id="rId5" Type="http://schemas.openxmlformats.org/officeDocument/2006/relationships/oleObject" Target="../embeddings/oleObject102.bin"/><Relationship Id="rId15" Type="http://schemas.openxmlformats.org/officeDocument/2006/relationships/oleObject" Target="../embeddings/oleObject107.bin"/><Relationship Id="rId23" Type="http://schemas.openxmlformats.org/officeDocument/2006/relationships/oleObject" Target="../embeddings/oleObject113.bin"/><Relationship Id="rId28" Type="http://schemas.openxmlformats.org/officeDocument/2006/relationships/image" Target="../media/image68.wmf"/><Relationship Id="rId36" Type="http://schemas.openxmlformats.org/officeDocument/2006/relationships/image" Target="../media/image72.wmf"/><Relationship Id="rId10" Type="http://schemas.openxmlformats.org/officeDocument/2006/relationships/image" Target="../media/image61.wmf"/><Relationship Id="rId19" Type="http://schemas.openxmlformats.org/officeDocument/2006/relationships/oleObject" Target="../embeddings/oleObject111.bin"/><Relationship Id="rId31" Type="http://schemas.openxmlformats.org/officeDocument/2006/relationships/oleObject" Target="../embeddings/oleObject117.bin"/><Relationship Id="rId4" Type="http://schemas.openxmlformats.org/officeDocument/2006/relationships/image" Target="../media/image58.wmf"/><Relationship Id="rId9" Type="http://schemas.openxmlformats.org/officeDocument/2006/relationships/oleObject" Target="../embeddings/oleObject104.bin"/><Relationship Id="rId14" Type="http://schemas.openxmlformats.org/officeDocument/2006/relationships/image" Target="../media/image63.wmf"/><Relationship Id="rId22" Type="http://schemas.openxmlformats.org/officeDocument/2006/relationships/image" Target="../media/image65.wmf"/><Relationship Id="rId27" Type="http://schemas.openxmlformats.org/officeDocument/2006/relationships/oleObject" Target="../embeddings/oleObject115.bin"/><Relationship Id="rId30" Type="http://schemas.openxmlformats.org/officeDocument/2006/relationships/image" Target="../media/image69.wmf"/><Relationship Id="rId35" Type="http://schemas.openxmlformats.org/officeDocument/2006/relationships/oleObject" Target="../embeddings/oleObject119.bin"/><Relationship Id="rId8" Type="http://schemas.openxmlformats.org/officeDocument/2006/relationships/image" Target="../media/image60.wmf"/><Relationship Id="rId3" Type="http://schemas.openxmlformats.org/officeDocument/2006/relationships/oleObject" Target="../embeddings/oleObject101.bin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27.bin"/><Relationship Id="rId18" Type="http://schemas.openxmlformats.org/officeDocument/2006/relationships/oleObject" Target="../embeddings/oleObject131.bin"/><Relationship Id="rId26" Type="http://schemas.openxmlformats.org/officeDocument/2006/relationships/image" Target="../media/image67.wmf"/><Relationship Id="rId39" Type="http://schemas.openxmlformats.org/officeDocument/2006/relationships/oleObject" Target="../embeddings/oleObject142.bin"/><Relationship Id="rId21" Type="http://schemas.openxmlformats.org/officeDocument/2006/relationships/oleObject" Target="../embeddings/oleObject133.bin"/><Relationship Id="rId34" Type="http://schemas.openxmlformats.org/officeDocument/2006/relationships/image" Target="../media/image71.wmf"/><Relationship Id="rId42" Type="http://schemas.openxmlformats.org/officeDocument/2006/relationships/image" Target="../media/image75.wmf"/><Relationship Id="rId47" Type="http://schemas.openxmlformats.org/officeDocument/2006/relationships/image" Target="../media/image77.wmf"/><Relationship Id="rId7" Type="http://schemas.openxmlformats.org/officeDocument/2006/relationships/oleObject" Target="../embeddings/oleObject124.bin"/><Relationship Id="rId2" Type="http://schemas.openxmlformats.org/officeDocument/2006/relationships/slideLayout" Target="../slideLayouts/slideLayout1.xml"/><Relationship Id="rId16" Type="http://schemas.openxmlformats.org/officeDocument/2006/relationships/oleObject" Target="../embeddings/oleObject129.bin"/><Relationship Id="rId29" Type="http://schemas.openxmlformats.org/officeDocument/2006/relationships/oleObject" Target="../embeddings/oleObject137.bin"/><Relationship Id="rId11" Type="http://schemas.openxmlformats.org/officeDocument/2006/relationships/oleObject" Target="../embeddings/oleObject126.bin"/><Relationship Id="rId24" Type="http://schemas.openxmlformats.org/officeDocument/2006/relationships/image" Target="../media/image66.wmf"/><Relationship Id="rId32" Type="http://schemas.openxmlformats.org/officeDocument/2006/relationships/image" Target="../media/image70.wmf"/><Relationship Id="rId37" Type="http://schemas.openxmlformats.org/officeDocument/2006/relationships/oleObject" Target="../embeddings/oleObject141.bin"/><Relationship Id="rId40" Type="http://schemas.openxmlformats.org/officeDocument/2006/relationships/image" Target="../media/image74.wmf"/><Relationship Id="rId45" Type="http://schemas.openxmlformats.org/officeDocument/2006/relationships/image" Target="../media/image76.wmf"/><Relationship Id="rId5" Type="http://schemas.openxmlformats.org/officeDocument/2006/relationships/oleObject" Target="../embeddings/oleObject123.bin"/><Relationship Id="rId15" Type="http://schemas.openxmlformats.org/officeDocument/2006/relationships/oleObject" Target="../embeddings/oleObject128.bin"/><Relationship Id="rId23" Type="http://schemas.openxmlformats.org/officeDocument/2006/relationships/oleObject" Target="../embeddings/oleObject134.bin"/><Relationship Id="rId28" Type="http://schemas.openxmlformats.org/officeDocument/2006/relationships/image" Target="../media/image68.wmf"/><Relationship Id="rId36" Type="http://schemas.openxmlformats.org/officeDocument/2006/relationships/image" Target="../media/image72.wmf"/><Relationship Id="rId49" Type="http://schemas.openxmlformats.org/officeDocument/2006/relationships/image" Target="../media/image78.wmf"/><Relationship Id="rId10" Type="http://schemas.openxmlformats.org/officeDocument/2006/relationships/image" Target="../media/image61.wmf"/><Relationship Id="rId19" Type="http://schemas.openxmlformats.org/officeDocument/2006/relationships/oleObject" Target="../embeddings/oleObject132.bin"/><Relationship Id="rId31" Type="http://schemas.openxmlformats.org/officeDocument/2006/relationships/oleObject" Target="../embeddings/oleObject138.bin"/><Relationship Id="rId44" Type="http://schemas.openxmlformats.org/officeDocument/2006/relationships/oleObject" Target="../embeddings/oleObject145.bin"/><Relationship Id="rId4" Type="http://schemas.openxmlformats.org/officeDocument/2006/relationships/image" Target="../media/image58.wmf"/><Relationship Id="rId9" Type="http://schemas.openxmlformats.org/officeDocument/2006/relationships/oleObject" Target="../embeddings/oleObject125.bin"/><Relationship Id="rId14" Type="http://schemas.openxmlformats.org/officeDocument/2006/relationships/image" Target="../media/image63.wmf"/><Relationship Id="rId22" Type="http://schemas.openxmlformats.org/officeDocument/2006/relationships/image" Target="../media/image65.wmf"/><Relationship Id="rId27" Type="http://schemas.openxmlformats.org/officeDocument/2006/relationships/oleObject" Target="../embeddings/oleObject136.bin"/><Relationship Id="rId30" Type="http://schemas.openxmlformats.org/officeDocument/2006/relationships/image" Target="../media/image69.wmf"/><Relationship Id="rId35" Type="http://schemas.openxmlformats.org/officeDocument/2006/relationships/oleObject" Target="../embeddings/oleObject140.bin"/><Relationship Id="rId43" Type="http://schemas.openxmlformats.org/officeDocument/2006/relationships/oleObject" Target="../embeddings/oleObject144.bin"/><Relationship Id="rId48" Type="http://schemas.openxmlformats.org/officeDocument/2006/relationships/oleObject" Target="../embeddings/oleObject147.bin"/><Relationship Id="rId8" Type="http://schemas.openxmlformats.org/officeDocument/2006/relationships/image" Target="../media/image60.wmf"/><Relationship Id="rId3" Type="http://schemas.openxmlformats.org/officeDocument/2006/relationships/oleObject" Target="../embeddings/oleObject122.bin"/><Relationship Id="rId12" Type="http://schemas.openxmlformats.org/officeDocument/2006/relationships/image" Target="../media/image62.wmf"/><Relationship Id="rId17" Type="http://schemas.openxmlformats.org/officeDocument/2006/relationships/oleObject" Target="../embeddings/oleObject130.bin"/><Relationship Id="rId25" Type="http://schemas.openxmlformats.org/officeDocument/2006/relationships/oleObject" Target="../embeddings/oleObject135.bin"/><Relationship Id="rId33" Type="http://schemas.openxmlformats.org/officeDocument/2006/relationships/oleObject" Target="../embeddings/oleObject139.bin"/><Relationship Id="rId38" Type="http://schemas.openxmlformats.org/officeDocument/2006/relationships/image" Target="../media/image73.wmf"/><Relationship Id="rId46" Type="http://schemas.openxmlformats.org/officeDocument/2006/relationships/oleObject" Target="../embeddings/oleObject146.bin"/><Relationship Id="rId20" Type="http://schemas.openxmlformats.org/officeDocument/2006/relationships/image" Target="../media/image64.wmf"/><Relationship Id="rId41" Type="http://schemas.openxmlformats.org/officeDocument/2006/relationships/oleObject" Target="../embeddings/oleObject143.bin"/><Relationship Id="rId1" Type="http://schemas.openxmlformats.org/officeDocument/2006/relationships/vmlDrawing" Target="../drawings/vmlDrawing9.vml"/><Relationship Id="rId6" Type="http://schemas.openxmlformats.org/officeDocument/2006/relationships/image" Target="../media/image59.w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wmf"/><Relationship Id="rId13" Type="http://schemas.openxmlformats.org/officeDocument/2006/relationships/oleObject" Target="../embeddings/oleObject153.bin"/><Relationship Id="rId18" Type="http://schemas.openxmlformats.org/officeDocument/2006/relationships/image" Target="../media/image86.wmf"/><Relationship Id="rId26" Type="http://schemas.openxmlformats.org/officeDocument/2006/relationships/image" Target="../media/image90.wmf"/><Relationship Id="rId3" Type="http://schemas.openxmlformats.org/officeDocument/2006/relationships/oleObject" Target="../embeddings/oleObject148.bin"/><Relationship Id="rId21" Type="http://schemas.openxmlformats.org/officeDocument/2006/relationships/oleObject" Target="../embeddings/oleObject157.bin"/><Relationship Id="rId7" Type="http://schemas.openxmlformats.org/officeDocument/2006/relationships/oleObject" Target="../embeddings/oleObject150.bin"/><Relationship Id="rId12" Type="http://schemas.openxmlformats.org/officeDocument/2006/relationships/image" Target="../media/image83.wmf"/><Relationship Id="rId17" Type="http://schemas.openxmlformats.org/officeDocument/2006/relationships/oleObject" Target="../embeddings/oleObject155.bin"/><Relationship Id="rId25" Type="http://schemas.openxmlformats.org/officeDocument/2006/relationships/oleObject" Target="../embeddings/oleObject159.bin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85.wmf"/><Relationship Id="rId20" Type="http://schemas.openxmlformats.org/officeDocument/2006/relationships/image" Target="../media/image87.wmf"/><Relationship Id="rId29" Type="http://schemas.openxmlformats.org/officeDocument/2006/relationships/oleObject" Target="../embeddings/oleObject161.bin"/><Relationship Id="rId1" Type="http://schemas.openxmlformats.org/officeDocument/2006/relationships/vmlDrawing" Target="../drawings/vmlDrawing10.vml"/><Relationship Id="rId6" Type="http://schemas.openxmlformats.org/officeDocument/2006/relationships/image" Target="../media/image80.wmf"/><Relationship Id="rId11" Type="http://schemas.openxmlformats.org/officeDocument/2006/relationships/oleObject" Target="../embeddings/oleObject152.bin"/><Relationship Id="rId24" Type="http://schemas.openxmlformats.org/officeDocument/2006/relationships/image" Target="../media/image89.wmf"/><Relationship Id="rId32" Type="http://schemas.openxmlformats.org/officeDocument/2006/relationships/image" Target="../media/image93.wmf"/><Relationship Id="rId5" Type="http://schemas.openxmlformats.org/officeDocument/2006/relationships/oleObject" Target="../embeddings/oleObject149.bin"/><Relationship Id="rId15" Type="http://schemas.openxmlformats.org/officeDocument/2006/relationships/oleObject" Target="../embeddings/oleObject154.bin"/><Relationship Id="rId23" Type="http://schemas.openxmlformats.org/officeDocument/2006/relationships/oleObject" Target="../embeddings/oleObject158.bin"/><Relationship Id="rId28" Type="http://schemas.openxmlformats.org/officeDocument/2006/relationships/image" Target="../media/image91.wmf"/><Relationship Id="rId10" Type="http://schemas.openxmlformats.org/officeDocument/2006/relationships/image" Target="../media/image82.wmf"/><Relationship Id="rId19" Type="http://schemas.openxmlformats.org/officeDocument/2006/relationships/oleObject" Target="../embeddings/oleObject156.bin"/><Relationship Id="rId31" Type="http://schemas.openxmlformats.org/officeDocument/2006/relationships/oleObject" Target="../embeddings/oleObject162.bin"/><Relationship Id="rId4" Type="http://schemas.openxmlformats.org/officeDocument/2006/relationships/image" Target="../media/image79.wmf"/><Relationship Id="rId9" Type="http://schemas.openxmlformats.org/officeDocument/2006/relationships/oleObject" Target="../embeddings/oleObject151.bin"/><Relationship Id="rId14" Type="http://schemas.openxmlformats.org/officeDocument/2006/relationships/image" Target="../media/image84.wmf"/><Relationship Id="rId22" Type="http://schemas.openxmlformats.org/officeDocument/2006/relationships/image" Target="../media/image88.wmf"/><Relationship Id="rId27" Type="http://schemas.openxmlformats.org/officeDocument/2006/relationships/oleObject" Target="../embeddings/oleObject160.bin"/><Relationship Id="rId30" Type="http://schemas.openxmlformats.org/officeDocument/2006/relationships/image" Target="../media/image92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3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94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wmf"/><Relationship Id="rId3" Type="http://schemas.openxmlformats.org/officeDocument/2006/relationships/oleObject" Target="../embeddings/oleObject164.bin"/><Relationship Id="rId7" Type="http://schemas.openxmlformats.org/officeDocument/2006/relationships/oleObject" Target="../embeddings/oleObject166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96.wmf"/><Relationship Id="rId5" Type="http://schemas.openxmlformats.org/officeDocument/2006/relationships/oleObject" Target="../embeddings/oleObject165.bin"/><Relationship Id="rId10" Type="http://schemas.openxmlformats.org/officeDocument/2006/relationships/image" Target="../media/image98.wmf"/><Relationship Id="rId4" Type="http://schemas.openxmlformats.org/officeDocument/2006/relationships/image" Target="../media/image95.wmf"/><Relationship Id="rId9" Type="http://schemas.openxmlformats.org/officeDocument/2006/relationships/oleObject" Target="../embeddings/oleObject167.bin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8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99.w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9.bin"/><Relationship Id="rId7" Type="http://schemas.openxmlformats.org/officeDocument/2006/relationships/oleObject" Target="../embeddings/oleObject172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171.bin"/><Relationship Id="rId5" Type="http://schemas.openxmlformats.org/officeDocument/2006/relationships/oleObject" Target="../embeddings/oleObject170.bin"/><Relationship Id="rId4" Type="http://schemas.openxmlformats.org/officeDocument/2006/relationships/image" Target="../media/image100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6.bin"/><Relationship Id="rId3" Type="http://schemas.openxmlformats.org/officeDocument/2006/relationships/oleObject" Target="../embeddings/oleObject173.bin"/><Relationship Id="rId7" Type="http://schemas.openxmlformats.org/officeDocument/2006/relationships/oleObject" Target="../embeddings/oleObject175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01.wmf"/><Relationship Id="rId11" Type="http://schemas.openxmlformats.org/officeDocument/2006/relationships/image" Target="../media/image102.wmf"/><Relationship Id="rId5" Type="http://schemas.openxmlformats.org/officeDocument/2006/relationships/oleObject" Target="../embeddings/oleObject174.bin"/><Relationship Id="rId10" Type="http://schemas.openxmlformats.org/officeDocument/2006/relationships/oleObject" Target="../embeddings/oleObject178.bin"/><Relationship Id="rId4" Type="http://schemas.openxmlformats.org/officeDocument/2006/relationships/image" Target="../media/image100.wmf"/><Relationship Id="rId9" Type="http://schemas.openxmlformats.org/officeDocument/2006/relationships/oleObject" Target="../embeddings/oleObject177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2.bin"/><Relationship Id="rId3" Type="http://schemas.openxmlformats.org/officeDocument/2006/relationships/oleObject" Target="../embeddings/oleObject179.bin"/><Relationship Id="rId7" Type="http://schemas.openxmlformats.org/officeDocument/2006/relationships/oleObject" Target="../embeddings/oleObject181.bin"/><Relationship Id="rId12" Type="http://schemas.openxmlformats.org/officeDocument/2006/relationships/oleObject" Target="../embeddings/oleObject185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01.wmf"/><Relationship Id="rId11" Type="http://schemas.openxmlformats.org/officeDocument/2006/relationships/image" Target="../media/image102.wmf"/><Relationship Id="rId5" Type="http://schemas.openxmlformats.org/officeDocument/2006/relationships/oleObject" Target="../embeddings/oleObject180.bin"/><Relationship Id="rId10" Type="http://schemas.openxmlformats.org/officeDocument/2006/relationships/oleObject" Target="../embeddings/oleObject184.bin"/><Relationship Id="rId4" Type="http://schemas.openxmlformats.org/officeDocument/2006/relationships/image" Target="../media/image100.wmf"/><Relationship Id="rId9" Type="http://schemas.openxmlformats.org/officeDocument/2006/relationships/oleObject" Target="../embeddings/oleObject183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组合 106"/>
          <p:cNvGrpSpPr/>
          <p:nvPr/>
        </p:nvGrpSpPr>
        <p:grpSpPr>
          <a:xfrm>
            <a:off x="276028" y="0"/>
            <a:ext cx="11679997" cy="6641479"/>
            <a:chOff x="276028" y="0"/>
            <a:chExt cx="11679997" cy="6641479"/>
          </a:xfrm>
        </p:grpSpPr>
        <p:pic>
          <p:nvPicPr>
            <p:cNvPr id="68" name="图片 6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0117" y="0"/>
              <a:ext cx="11525908" cy="6641479"/>
            </a:xfrm>
            <a:prstGeom prst="rect">
              <a:avLst/>
            </a:prstGeom>
          </p:spPr>
        </p:pic>
        <p:sp>
          <p:nvSpPr>
            <p:cNvPr id="73" name="圆角矩形 72"/>
            <p:cNvSpPr/>
            <p:nvPr/>
          </p:nvSpPr>
          <p:spPr>
            <a:xfrm>
              <a:off x="1530086" y="5993236"/>
              <a:ext cx="1612490" cy="403123"/>
            </a:xfrm>
            <a:prstGeom prst="roundRect">
              <a:avLst/>
            </a:prstGeom>
            <a:solidFill>
              <a:srgbClr val="C4D6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1464725" y="5958025"/>
              <a:ext cx="182243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小批量</a:t>
              </a:r>
              <a:r>
                <a:rPr lang="zh-CN" altLang="en-US" sz="2400" b="1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数据</a:t>
              </a:r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74" name="圆角矩形 73"/>
            <p:cNvSpPr/>
            <p:nvPr/>
          </p:nvSpPr>
          <p:spPr>
            <a:xfrm>
              <a:off x="3924241" y="5993236"/>
              <a:ext cx="1612490" cy="403123"/>
            </a:xfrm>
            <a:prstGeom prst="roundRect">
              <a:avLst/>
            </a:prstGeom>
            <a:solidFill>
              <a:srgbClr val="D9958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75" name="文本框 74"/>
            <p:cNvSpPr txBox="1"/>
            <p:nvPr/>
          </p:nvSpPr>
          <p:spPr>
            <a:xfrm>
              <a:off x="3858880" y="5958025"/>
              <a:ext cx="182243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小批量</a:t>
              </a:r>
              <a:r>
                <a:rPr lang="zh-CN" altLang="en-US" sz="2400" b="1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数据</a:t>
              </a:r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76" name="圆角矩形 75"/>
            <p:cNvSpPr/>
            <p:nvPr/>
          </p:nvSpPr>
          <p:spPr>
            <a:xfrm>
              <a:off x="6183997" y="5993236"/>
              <a:ext cx="1612490" cy="403123"/>
            </a:xfrm>
            <a:prstGeom prst="roundRect">
              <a:avLst/>
            </a:prstGeom>
            <a:solidFill>
              <a:srgbClr val="FCB8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77" name="文本框 76"/>
            <p:cNvSpPr txBox="1"/>
            <p:nvPr/>
          </p:nvSpPr>
          <p:spPr>
            <a:xfrm>
              <a:off x="6118636" y="5958025"/>
              <a:ext cx="182243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小批量</a:t>
              </a:r>
              <a:r>
                <a:rPr lang="zh-CN" altLang="en-US" sz="2400" b="1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数据</a:t>
              </a:r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78" name="圆角矩形 77"/>
            <p:cNvSpPr/>
            <p:nvPr/>
          </p:nvSpPr>
          <p:spPr>
            <a:xfrm>
              <a:off x="8531342" y="5993185"/>
              <a:ext cx="1612490" cy="403123"/>
            </a:xfrm>
            <a:prstGeom prst="roundRect">
              <a:avLst/>
            </a:prstGeom>
            <a:solidFill>
              <a:srgbClr val="8CB3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79" name="文本框 78"/>
            <p:cNvSpPr txBox="1"/>
            <p:nvPr/>
          </p:nvSpPr>
          <p:spPr>
            <a:xfrm>
              <a:off x="8465981" y="5957974"/>
              <a:ext cx="182243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小批量</a:t>
              </a:r>
              <a:r>
                <a:rPr lang="zh-CN" altLang="en-US" sz="2400" b="1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数据</a:t>
              </a:r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81" name="矩形 80"/>
            <p:cNvSpPr/>
            <p:nvPr/>
          </p:nvSpPr>
          <p:spPr>
            <a:xfrm>
              <a:off x="9578340" y="5448300"/>
              <a:ext cx="1341120" cy="26924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82" name="矩形 81"/>
            <p:cNvSpPr/>
            <p:nvPr/>
          </p:nvSpPr>
          <p:spPr>
            <a:xfrm>
              <a:off x="10005060" y="5466894"/>
              <a:ext cx="1341120" cy="26924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83" name="矩形 82"/>
            <p:cNvSpPr/>
            <p:nvPr/>
          </p:nvSpPr>
          <p:spPr>
            <a:xfrm>
              <a:off x="10614905" y="4917440"/>
              <a:ext cx="1341120" cy="327614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84" name="矩形 83"/>
            <p:cNvSpPr/>
            <p:nvPr/>
          </p:nvSpPr>
          <p:spPr>
            <a:xfrm>
              <a:off x="8450580" y="2651760"/>
              <a:ext cx="1341120" cy="22479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85" name="矩形 84"/>
            <p:cNvSpPr/>
            <p:nvPr/>
          </p:nvSpPr>
          <p:spPr>
            <a:xfrm>
              <a:off x="6118636" y="2651760"/>
              <a:ext cx="1341120" cy="22479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86" name="矩形 85"/>
            <p:cNvSpPr/>
            <p:nvPr/>
          </p:nvSpPr>
          <p:spPr>
            <a:xfrm>
              <a:off x="3858880" y="2651760"/>
              <a:ext cx="1341120" cy="22479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87" name="矩形 86"/>
            <p:cNvSpPr/>
            <p:nvPr/>
          </p:nvSpPr>
          <p:spPr>
            <a:xfrm>
              <a:off x="1599124" y="2651760"/>
              <a:ext cx="1341120" cy="22479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89" name="文本框 88"/>
            <p:cNvSpPr txBox="1"/>
            <p:nvPr/>
          </p:nvSpPr>
          <p:spPr>
            <a:xfrm>
              <a:off x="10401168" y="4917440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参数更新</a:t>
              </a:r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90" name="文本框 89"/>
            <p:cNvSpPr txBox="1"/>
            <p:nvPr/>
          </p:nvSpPr>
          <p:spPr>
            <a:xfrm>
              <a:off x="1749276" y="2542466"/>
              <a:ext cx="83067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节点</a:t>
              </a:r>
              <a:r>
                <a:rPr lang="en-US" altLang="zh-CN" sz="2000" b="1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1</a:t>
              </a:r>
              <a:endPara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92" name="文本框 91"/>
            <p:cNvSpPr txBox="1"/>
            <p:nvPr/>
          </p:nvSpPr>
          <p:spPr>
            <a:xfrm>
              <a:off x="4127945" y="2533321"/>
              <a:ext cx="83067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节点</a:t>
              </a:r>
              <a:r>
                <a:rPr lang="en-US" altLang="zh-CN" sz="2000" b="1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2</a:t>
              </a:r>
              <a:endPara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93" name="文本框 92"/>
            <p:cNvSpPr txBox="1"/>
            <p:nvPr/>
          </p:nvSpPr>
          <p:spPr>
            <a:xfrm>
              <a:off x="6421558" y="2542466"/>
              <a:ext cx="83067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节点</a:t>
              </a:r>
              <a:r>
                <a:rPr lang="en-US" altLang="zh-CN" sz="2000" b="1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3</a:t>
              </a:r>
              <a:endPara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94" name="文本框 93"/>
            <p:cNvSpPr txBox="1"/>
            <p:nvPr/>
          </p:nvSpPr>
          <p:spPr>
            <a:xfrm>
              <a:off x="8747579" y="2533321"/>
              <a:ext cx="83067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节点</a:t>
              </a:r>
              <a:r>
                <a:rPr lang="en-US" altLang="zh-CN" sz="2000" b="1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4</a:t>
              </a:r>
              <a:endPara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96" name="矩形 95"/>
            <p:cNvSpPr/>
            <p:nvPr/>
          </p:nvSpPr>
          <p:spPr>
            <a:xfrm>
              <a:off x="8342088" y="1674568"/>
              <a:ext cx="1662972" cy="489511"/>
            </a:xfrm>
            <a:prstGeom prst="rect">
              <a:avLst/>
            </a:prstGeom>
            <a:solidFill>
              <a:srgbClr val="8CB3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97" name="矩形 96"/>
            <p:cNvSpPr/>
            <p:nvPr/>
          </p:nvSpPr>
          <p:spPr>
            <a:xfrm>
              <a:off x="6025294" y="1674568"/>
              <a:ext cx="1662972" cy="489511"/>
            </a:xfrm>
            <a:prstGeom prst="rect">
              <a:avLst/>
            </a:prstGeom>
            <a:solidFill>
              <a:srgbClr val="FCB8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98" name="矩形 97"/>
            <p:cNvSpPr/>
            <p:nvPr/>
          </p:nvSpPr>
          <p:spPr>
            <a:xfrm>
              <a:off x="3697953" y="1661789"/>
              <a:ext cx="1662972" cy="489511"/>
            </a:xfrm>
            <a:prstGeom prst="rect">
              <a:avLst/>
            </a:prstGeom>
            <a:solidFill>
              <a:srgbClr val="D9958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99" name="矩形 98"/>
            <p:cNvSpPr/>
            <p:nvPr/>
          </p:nvSpPr>
          <p:spPr>
            <a:xfrm>
              <a:off x="1438198" y="1674568"/>
              <a:ext cx="1662972" cy="489511"/>
            </a:xfrm>
            <a:prstGeom prst="rect">
              <a:avLst/>
            </a:prstGeom>
            <a:solidFill>
              <a:srgbClr val="C4D6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95" name="文本框 94"/>
            <p:cNvSpPr txBox="1"/>
            <p:nvPr/>
          </p:nvSpPr>
          <p:spPr>
            <a:xfrm>
              <a:off x="8354744" y="1675711"/>
              <a:ext cx="156966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参数</a:t>
              </a:r>
              <a:r>
                <a:rPr lang="en-US" altLang="zh-CN" sz="2400" b="1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/</a:t>
              </a:r>
              <a:r>
                <a:rPr lang="zh-CN" altLang="en-US" sz="2400" b="1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梯度</a:t>
              </a:r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00" name="文本框 99"/>
            <p:cNvSpPr txBox="1"/>
            <p:nvPr/>
          </p:nvSpPr>
          <p:spPr>
            <a:xfrm>
              <a:off x="6085110" y="1675711"/>
              <a:ext cx="156966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参数</a:t>
              </a:r>
              <a:r>
                <a:rPr lang="en-US" altLang="zh-CN" sz="2400" b="1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/</a:t>
              </a:r>
              <a:r>
                <a:rPr lang="zh-CN" altLang="en-US" sz="2400" b="1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梯度</a:t>
              </a:r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01" name="文本框 100"/>
            <p:cNvSpPr txBox="1"/>
            <p:nvPr/>
          </p:nvSpPr>
          <p:spPr>
            <a:xfrm>
              <a:off x="3763043" y="1675711"/>
              <a:ext cx="156966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参数</a:t>
              </a:r>
              <a:r>
                <a:rPr lang="en-US" altLang="zh-CN" sz="2400" b="1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/</a:t>
              </a:r>
              <a:r>
                <a:rPr lang="zh-CN" altLang="en-US" sz="2400" b="1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梯度</a:t>
              </a:r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02" name="文本框 101"/>
            <p:cNvSpPr txBox="1"/>
            <p:nvPr/>
          </p:nvSpPr>
          <p:spPr>
            <a:xfrm>
              <a:off x="1436303" y="1682800"/>
              <a:ext cx="156966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参数</a:t>
              </a:r>
              <a:r>
                <a:rPr lang="en-US" altLang="zh-CN" sz="2400" b="1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/</a:t>
              </a:r>
              <a:r>
                <a:rPr lang="zh-CN" altLang="en-US" sz="2400" b="1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梯度</a:t>
              </a:r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04" name="矩形 103"/>
            <p:cNvSpPr/>
            <p:nvPr/>
          </p:nvSpPr>
          <p:spPr>
            <a:xfrm>
              <a:off x="276028" y="620166"/>
              <a:ext cx="2934531" cy="578714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03" name="文本框 102"/>
            <p:cNvSpPr txBox="1"/>
            <p:nvPr/>
          </p:nvSpPr>
          <p:spPr>
            <a:xfrm>
              <a:off x="1848743" y="880744"/>
              <a:ext cx="8002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通信</a:t>
              </a:r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05" name="矩形 104"/>
            <p:cNvSpPr/>
            <p:nvPr/>
          </p:nvSpPr>
          <p:spPr>
            <a:xfrm>
              <a:off x="4214046" y="150252"/>
              <a:ext cx="3245710" cy="479708"/>
            </a:xfrm>
            <a:prstGeom prst="rect">
              <a:avLst/>
            </a:prstGeom>
            <a:solidFill>
              <a:srgbClr val="F7B1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06" name="文本框 105"/>
            <p:cNvSpPr txBox="1"/>
            <p:nvPr/>
          </p:nvSpPr>
          <p:spPr>
            <a:xfrm>
              <a:off x="5051282" y="168295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400" b="1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数据平均</a:t>
              </a:r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211675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组合 35"/>
          <p:cNvGrpSpPr/>
          <p:nvPr/>
        </p:nvGrpSpPr>
        <p:grpSpPr>
          <a:xfrm>
            <a:off x="1613127" y="0"/>
            <a:ext cx="8655044" cy="6858000"/>
            <a:chOff x="8548406" y="-289560"/>
            <a:chExt cx="7526125" cy="5963478"/>
          </a:xfrm>
        </p:grpSpPr>
        <p:grpSp>
          <p:nvGrpSpPr>
            <p:cNvPr id="37" name="组合 36"/>
            <p:cNvGrpSpPr/>
            <p:nvPr/>
          </p:nvGrpSpPr>
          <p:grpSpPr>
            <a:xfrm>
              <a:off x="8548406" y="-289560"/>
              <a:ext cx="7526125" cy="5963478"/>
              <a:chOff x="8548406" y="-289560"/>
              <a:chExt cx="7526125" cy="5963478"/>
            </a:xfrm>
          </p:grpSpPr>
          <p:pic>
            <p:nvPicPr>
              <p:cNvPr id="42" name="图片 41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48406" y="-289560"/>
                <a:ext cx="7486650" cy="5945280"/>
              </a:xfrm>
              <a:prstGeom prst="rect">
                <a:avLst/>
              </a:prstGeom>
            </p:spPr>
          </p:pic>
          <p:sp>
            <p:nvSpPr>
              <p:cNvPr id="43" name="矩形 42"/>
              <p:cNvSpPr/>
              <p:nvPr/>
            </p:nvSpPr>
            <p:spPr>
              <a:xfrm>
                <a:off x="8672229" y="-198232"/>
                <a:ext cx="1114426" cy="587215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44" name="流程图: 终止 43"/>
              <p:cNvSpPr/>
              <p:nvPr/>
            </p:nvSpPr>
            <p:spPr>
              <a:xfrm>
                <a:off x="10158130" y="5259593"/>
                <a:ext cx="914400" cy="228600"/>
              </a:xfrm>
              <a:prstGeom prst="flowChartTerminator">
                <a:avLst/>
              </a:prstGeom>
              <a:solidFill>
                <a:srgbClr val="A5A5A5"/>
              </a:solidFill>
              <a:ln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45" name="流程图: 终止 44"/>
              <p:cNvSpPr/>
              <p:nvPr/>
            </p:nvSpPr>
            <p:spPr>
              <a:xfrm>
                <a:off x="11444005" y="5259593"/>
                <a:ext cx="914400" cy="228600"/>
              </a:xfrm>
              <a:prstGeom prst="flowChartTerminator">
                <a:avLst/>
              </a:prstGeom>
              <a:solidFill>
                <a:srgbClr val="A5A5A5"/>
              </a:solidFill>
              <a:ln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46" name="流程图: 终止 45"/>
              <p:cNvSpPr/>
              <p:nvPr/>
            </p:nvSpPr>
            <p:spPr>
              <a:xfrm>
                <a:off x="12729880" y="5259593"/>
                <a:ext cx="914400" cy="228600"/>
              </a:xfrm>
              <a:prstGeom prst="flowChartTerminator">
                <a:avLst/>
              </a:prstGeom>
              <a:solidFill>
                <a:srgbClr val="A5A5A5"/>
              </a:solidFill>
              <a:ln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47" name="流程图: 终止 46"/>
              <p:cNvSpPr/>
              <p:nvPr/>
            </p:nvSpPr>
            <p:spPr>
              <a:xfrm>
                <a:off x="14015755" y="5259593"/>
                <a:ext cx="914400" cy="228600"/>
              </a:xfrm>
              <a:prstGeom prst="flowChartTerminator">
                <a:avLst/>
              </a:prstGeom>
              <a:solidFill>
                <a:srgbClr val="A5A5A5"/>
              </a:solidFill>
              <a:ln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48" name="文本框 47"/>
              <p:cNvSpPr txBox="1"/>
              <p:nvPr/>
            </p:nvSpPr>
            <p:spPr>
              <a:xfrm>
                <a:off x="10045450" y="5198141"/>
                <a:ext cx="1171169" cy="3211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小批量</a:t>
                </a:r>
                <a:r>
                  <a:rPr lang="zh-CN" altLang="en-US" b="1" dirty="0" smtClean="0">
                    <a:latin typeface="宋体" panose="02010600030101010101" pitchFamily="2" charset="-122"/>
                    <a:ea typeface="宋体" panose="02010600030101010101" pitchFamily="2" charset="-122"/>
                  </a:rPr>
                  <a:t>数据</a:t>
                </a:r>
                <a:endParaRPr lang="zh-CN" altLang="en-US" b="1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49" name="文本框 48"/>
              <p:cNvSpPr txBox="1"/>
              <p:nvPr/>
            </p:nvSpPr>
            <p:spPr>
              <a:xfrm>
                <a:off x="11344788" y="5198141"/>
                <a:ext cx="1171169" cy="3211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小批量</a:t>
                </a:r>
                <a:r>
                  <a:rPr lang="zh-CN" altLang="en-US" b="1" dirty="0" smtClean="0">
                    <a:latin typeface="宋体" panose="02010600030101010101" pitchFamily="2" charset="-122"/>
                    <a:ea typeface="宋体" panose="02010600030101010101" pitchFamily="2" charset="-122"/>
                  </a:rPr>
                  <a:t>数据</a:t>
                </a:r>
                <a:endParaRPr lang="zh-CN" altLang="en-US" b="1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50" name="文本框 49"/>
              <p:cNvSpPr txBox="1"/>
              <p:nvPr/>
            </p:nvSpPr>
            <p:spPr>
              <a:xfrm>
                <a:off x="12617278" y="5198142"/>
                <a:ext cx="1171169" cy="3211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小批量</a:t>
                </a:r>
                <a:r>
                  <a:rPr lang="zh-CN" altLang="en-US" b="1" dirty="0" smtClean="0">
                    <a:latin typeface="宋体" panose="02010600030101010101" pitchFamily="2" charset="-122"/>
                    <a:ea typeface="宋体" panose="02010600030101010101" pitchFamily="2" charset="-122"/>
                  </a:rPr>
                  <a:t>数据</a:t>
                </a:r>
                <a:endParaRPr lang="zh-CN" altLang="en-US" b="1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51" name="文本框 50"/>
              <p:cNvSpPr txBox="1"/>
              <p:nvPr/>
            </p:nvSpPr>
            <p:spPr>
              <a:xfrm>
                <a:off x="13911073" y="5198142"/>
                <a:ext cx="1171169" cy="3211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小批量</a:t>
                </a:r>
                <a:r>
                  <a:rPr lang="zh-CN" altLang="en-US" b="1" dirty="0" smtClean="0">
                    <a:latin typeface="宋体" panose="02010600030101010101" pitchFamily="2" charset="-122"/>
                    <a:ea typeface="宋体" panose="02010600030101010101" pitchFamily="2" charset="-122"/>
                  </a:rPr>
                  <a:t>数据</a:t>
                </a:r>
                <a:endParaRPr lang="zh-CN" altLang="en-US" b="1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52" name="文本框 51"/>
              <p:cNvSpPr txBox="1"/>
              <p:nvPr/>
            </p:nvSpPr>
            <p:spPr>
              <a:xfrm>
                <a:off x="9212851" y="2611643"/>
                <a:ext cx="654025" cy="6690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200" b="1" dirty="0" smtClean="0">
                    <a:latin typeface="宋体" panose="02010600030101010101" pitchFamily="2" charset="-122"/>
                    <a:ea typeface="宋体" panose="02010600030101010101" pitchFamily="2" charset="-122"/>
                  </a:rPr>
                  <a:t>模型</a:t>
                </a:r>
                <a:endParaRPr lang="en-US" altLang="zh-CN" sz="2200" b="1" dirty="0" smtClean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r>
                  <a:rPr lang="zh-CN" altLang="en-US" sz="2200" b="1" dirty="0" smtClean="0">
                    <a:latin typeface="宋体" panose="02010600030101010101" pitchFamily="2" charset="-122"/>
                    <a:ea typeface="宋体" panose="02010600030101010101" pitchFamily="2" charset="-122"/>
                  </a:rPr>
                  <a:t>划分</a:t>
                </a:r>
                <a:endParaRPr lang="zh-CN" altLang="en-US" sz="2200" b="1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53" name="文本框 52"/>
              <p:cNvSpPr txBox="1"/>
              <p:nvPr/>
            </p:nvSpPr>
            <p:spPr>
              <a:xfrm>
                <a:off x="14927060" y="3679930"/>
                <a:ext cx="1147471" cy="37468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200" b="1" dirty="0" smtClean="0">
                    <a:latin typeface="宋体" panose="02010600030101010101" pitchFamily="2" charset="-122"/>
                    <a:ea typeface="宋体" panose="02010600030101010101" pitchFamily="2" charset="-122"/>
                  </a:rPr>
                  <a:t>参数更新</a:t>
                </a:r>
                <a:endParaRPr lang="zh-CN" altLang="en-US" sz="2200" b="1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54" name="矩形 53"/>
              <p:cNvSpPr/>
              <p:nvPr/>
            </p:nvSpPr>
            <p:spPr>
              <a:xfrm>
                <a:off x="13082305" y="373268"/>
                <a:ext cx="1143000" cy="70485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55" name="矩形 54"/>
              <p:cNvSpPr/>
              <p:nvPr/>
            </p:nvSpPr>
            <p:spPr>
              <a:xfrm>
                <a:off x="9786655" y="1211468"/>
                <a:ext cx="1143000" cy="70485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56" name="矩形 55"/>
              <p:cNvSpPr/>
              <p:nvPr/>
            </p:nvSpPr>
            <p:spPr>
              <a:xfrm>
                <a:off x="10575479" y="1019480"/>
                <a:ext cx="1143000" cy="3048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57" name="矩形 56"/>
              <p:cNvSpPr/>
              <p:nvPr/>
            </p:nvSpPr>
            <p:spPr>
              <a:xfrm>
                <a:off x="12882280" y="989417"/>
                <a:ext cx="1143000" cy="31432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58" name="矩形 57"/>
              <p:cNvSpPr/>
              <p:nvPr/>
            </p:nvSpPr>
            <p:spPr>
              <a:xfrm>
                <a:off x="13871129" y="1211468"/>
                <a:ext cx="1143000" cy="70485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59" name="文本框 58"/>
              <p:cNvSpPr txBox="1"/>
              <p:nvPr/>
            </p:nvSpPr>
            <p:spPr>
              <a:xfrm>
                <a:off x="12993485" y="397496"/>
                <a:ext cx="1887641" cy="37468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200" b="1" dirty="0" smtClean="0">
                    <a:latin typeface="宋体" panose="02010600030101010101" pitchFamily="2" charset="-122"/>
                    <a:ea typeface="宋体" panose="02010600030101010101" pitchFamily="2" charset="-122"/>
                  </a:rPr>
                  <a:t>前向和反向传播</a:t>
                </a:r>
                <a:endParaRPr lang="zh-CN" altLang="en-US" sz="2200" b="1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60" name="文本框 59"/>
              <p:cNvSpPr txBox="1"/>
              <p:nvPr/>
            </p:nvSpPr>
            <p:spPr>
              <a:xfrm>
                <a:off x="10158130" y="1573418"/>
                <a:ext cx="722328" cy="34792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000" b="1" dirty="0" smtClean="0">
                    <a:latin typeface="宋体" panose="02010600030101010101" pitchFamily="2" charset="-122"/>
                    <a:ea typeface="宋体" panose="02010600030101010101" pitchFamily="2" charset="-122"/>
                  </a:rPr>
                  <a:t>节点</a:t>
                </a:r>
                <a:r>
                  <a:rPr lang="en-US" altLang="zh-CN" sz="2000" b="1" dirty="0" smtClean="0">
                    <a:latin typeface="宋体" panose="02010600030101010101" pitchFamily="2" charset="-122"/>
                    <a:ea typeface="宋体" panose="02010600030101010101" pitchFamily="2" charset="-122"/>
                  </a:rPr>
                  <a:t>1</a:t>
                </a:r>
                <a:endParaRPr lang="zh-CN" altLang="en-US" sz="2000" b="1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61" name="文本框 60"/>
              <p:cNvSpPr txBox="1"/>
              <p:nvPr/>
            </p:nvSpPr>
            <p:spPr>
              <a:xfrm>
                <a:off x="11093194" y="904376"/>
                <a:ext cx="722328" cy="34792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000" b="1" dirty="0" smtClean="0">
                    <a:latin typeface="宋体" panose="02010600030101010101" pitchFamily="2" charset="-122"/>
                    <a:ea typeface="宋体" panose="02010600030101010101" pitchFamily="2" charset="-122"/>
                  </a:rPr>
                  <a:t>节点</a:t>
                </a:r>
                <a:r>
                  <a:rPr lang="en-US" altLang="zh-CN" sz="2000" b="1" dirty="0" smtClean="0">
                    <a:latin typeface="宋体" panose="02010600030101010101" pitchFamily="2" charset="-122"/>
                    <a:ea typeface="宋体" panose="02010600030101010101" pitchFamily="2" charset="-122"/>
                  </a:rPr>
                  <a:t>2</a:t>
                </a:r>
                <a:endParaRPr lang="zh-CN" altLang="en-US" sz="2000" b="1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62" name="文本框 61"/>
              <p:cNvSpPr txBox="1"/>
              <p:nvPr/>
            </p:nvSpPr>
            <p:spPr>
              <a:xfrm>
                <a:off x="12850202" y="907500"/>
                <a:ext cx="722328" cy="34792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000" b="1" dirty="0" smtClean="0">
                    <a:latin typeface="宋体" panose="02010600030101010101" pitchFamily="2" charset="-122"/>
                    <a:ea typeface="宋体" panose="02010600030101010101" pitchFamily="2" charset="-122"/>
                  </a:rPr>
                  <a:t>节点</a:t>
                </a:r>
                <a:r>
                  <a:rPr lang="en-US" altLang="zh-CN" sz="2000" b="1" dirty="0" smtClean="0">
                    <a:latin typeface="宋体" panose="02010600030101010101" pitchFamily="2" charset="-122"/>
                    <a:ea typeface="宋体" panose="02010600030101010101" pitchFamily="2" charset="-122"/>
                  </a:rPr>
                  <a:t>3</a:t>
                </a:r>
                <a:endParaRPr lang="zh-CN" altLang="en-US" sz="2000" b="1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63" name="文本框 62"/>
              <p:cNvSpPr txBox="1"/>
              <p:nvPr/>
            </p:nvSpPr>
            <p:spPr>
              <a:xfrm>
                <a:off x="14015755" y="1543355"/>
                <a:ext cx="722328" cy="34792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000" b="1" dirty="0" smtClean="0">
                    <a:latin typeface="宋体" panose="02010600030101010101" pitchFamily="2" charset="-122"/>
                    <a:ea typeface="宋体" panose="02010600030101010101" pitchFamily="2" charset="-122"/>
                  </a:rPr>
                  <a:t>节点</a:t>
                </a:r>
                <a:r>
                  <a:rPr lang="en-US" altLang="zh-CN" sz="2000" b="1" dirty="0" smtClean="0">
                    <a:latin typeface="宋体" panose="02010600030101010101" pitchFamily="2" charset="-122"/>
                    <a:ea typeface="宋体" panose="02010600030101010101" pitchFamily="2" charset="-122"/>
                  </a:rPr>
                  <a:t>4</a:t>
                </a:r>
                <a:endParaRPr lang="zh-CN" altLang="en-US" sz="2000" b="1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pic>
            <p:nvPicPr>
              <p:cNvPr id="64" name="图片 63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755339" y="4714435"/>
                <a:ext cx="1257300" cy="323850"/>
              </a:xfrm>
              <a:prstGeom prst="rect">
                <a:avLst/>
              </a:prstGeom>
            </p:spPr>
          </p:pic>
        </p:grpSp>
        <p:sp>
          <p:nvSpPr>
            <p:cNvPr id="38" name="文本框 37"/>
            <p:cNvSpPr txBox="1"/>
            <p:nvPr/>
          </p:nvSpPr>
          <p:spPr>
            <a:xfrm>
              <a:off x="9927521" y="-113282"/>
              <a:ext cx="1024807" cy="374684"/>
            </a:xfrm>
            <a:prstGeom prst="rect">
              <a:avLst/>
            </a:prstGeom>
            <a:solidFill>
              <a:srgbClr val="C4D6A0"/>
            </a:solidFill>
          </p:spPr>
          <p:txBody>
            <a:bodyPr wrap="none" rtlCol="0">
              <a:spAutoFit/>
            </a:bodyPr>
            <a:lstStyle/>
            <a:p>
              <a:r>
                <a:rPr lang="zh-CN" altLang="en-US" sz="2200" b="1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子模型</a:t>
              </a:r>
              <a:r>
                <a:rPr lang="en-US" altLang="zh-CN" sz="2200" b="1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1</a:t>
              </a:r>
              <a:endPara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11198745" y="-113282"/>
              <a:ext cx="1024807" cy="374684"/>
            </a:xfrm>
            <a:prstGeom prst="rect">
              <a:avLst/>
            </a:prstGeom>
            <a:solidFill>
              <a:srgbClr val="D9958F"/>
            </a:solidFill>
          </p:spPr>
          <p:txBody>
            <a:bodyPr wrap="none" rtlCol="0">
              <a:spAutoFit/>
            </a:bodyPr>
            <a:lstStyle/>
            <a:p>
              <a:r>
                <a:rPr lang="zh-CN" altLang="en-US" sz="2200" b="1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子模型</a:t>
              </a:r>
              <a:r>
                <a:rPr lang="en-US" altLang="zh-CN" sz="2200" b="1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2</a:t>
              </a:r>
              <a:endPara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12469969" y="-113282"/>
              <a:ext cx="1024807" cy="374684"/>
            </a:xfrm>
            <a:prstGeom prst="rect">
              <a:avLst/>
            </a:prstGeom>
            <a:solidFill>
              <a:srgbClr val="FCB803"/>
            </a:solidFill>
          </p:spPr>
          <p:txBody>
            <a:bodyPr wrap="none" rtlCol="0">
              <a:spAutoFit/>
            </a:bodyPr>
            <a:lstStyle/>
            <a:p>
              <a:r>
                <a:rPr lang="zh-CN" altLang="en-US" sz="2200" b="1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子模型</a:t>
              </a:r>
              <a:r>
                <a:rPr lang="en-US" altLang="zh-CN" sz="2200" b="1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3</a:t>
              </a:r>
              <a:endPara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13741194" y="-109809"/>
              <a:ext cx="1024807" cy="374684"/>
            </a:xfrm>
            <a:prstGeom prst="rect">
              <a:avLst/>
            </a:prstGeom>
            <a:solidFill>
              <a:srgbClr val="8CB3F2"/>
            </a:solidFill>
          </p:spPr>
          <p:txBody>
            <a:bodyPr wrap="none" rtlCol="0">
              <a:spAutoFit/>
            </a:bodyPr>
            <a:lstStyle/>
            <a:p>
              <a:r>
                <a:rPr lang="zh-CN" altLang="en-US" sz="2200" b="1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子模型</a:t>
              </a:r>
              <a:r>
                <a:rPr lang="en-US" altLang="zh-CN" sz="2200" b="1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4</a:t>
              </a:r>
              <a:endPara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904334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66636" y="810084"/>
            <a:ext cx="3607078" cy="56913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66636" y="810084"/>
            <a:ext cx="3607078" cy="262653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200759" y="900591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研究内容一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277430" y="1536187"/>
            <a:ext cx="31854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面向一般拓扑的训练时间预测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4307166" y="810084"/>
            <a:ext cx="3607078" cy="56913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4307166" y="810084"/>
            <a:ext cx="3607078" cy="262653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5377171" y="900591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研究内容二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4677859" y="1397688"/>
            <a:ext cx="289757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面向高效通信的参数同步拓扑优化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4507513" y="2062487"/>
            <a:ext cx="3206384" cy="33855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基于通信约束的优化问题设计</a:t>
            </a: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4507513" y="2875281"/>
            <a:ext cx="3206384" cy="33855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参数同步拓扑优化问题求解框架</a:t>
            </a: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2" name="加号 41"/>
          <p:cNvSpPr/>
          <p:nvPr/>
        </p:nvSpPr>
        <p:spPr>
          <a:xfrm>
            <a:off x="5996405" y="2528995"/>
            <a:ext cx="228600" cy="236380"/>
          </a:xfrm>
          <a:prstGeom prst="mathPlus">
            <a:avLst>
              <a:gd name="adj1" fmla="val 1229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347161" y="2067246"/>
            <a:ext cx="3046021" cy="33855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基于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MLP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的计算时间预测</a:t>
            </a: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347162" y="2875281"/>
            <a:ext cx="3046021" cy="33855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基于分析模型的通信时间预测</a:t>
            </a: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8" name="加号 47"/>
          <p:cNvSpPr/>
          <p:nvPr/>
        </p:nvSpPr>
        <p:spPr>
          <a:xfrm>
            <a:off x="1755874" y="2535049"/>
            <a:ext cx="228600" cy="236380"/>
          </a:xfrm>
          <a:prstGeom prst="mathPlus">
            <a:avLst>
              <a:gd name="adj1" fmla="val 1229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8547696" y="810084"/>
            <a:ext cx="3607078" cy="56913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8547696" y="810084"/>
            <a:ext cx="3607078" cy="262653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9617701" y="900591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研究内容三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8547696" y="1536187"/>
            <a:ext cx="36070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带宽自适应的通信数据压缩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8656320" y="2067246"/>
            <a:ext cx="3413760" cy="33855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基于数据映射的量化策略</a:t>
            </a: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8656320" y="2867921"/>
            <a:ext cx="3413760" cy="33855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带宽自适应量化分布式训练算法</a:t>
            </a: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5" name="加号 54"/>
          <p:cNvSpPr/>
          <p:nvPr/>
        </p:nvSpPr>
        <p:spPr>
          <a:xfrm>
            <a:off x="10268824" y="2528995"/>
            <a:ext cx="228600" cy="236380"/>
          </a:xfrm>
          <a:prstGeom prst="mathPlus">
            <a:avLst>
              <a:gd name="adj1" fmla="val 1229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4507513" y="4930003"/>
            <a:ext cx="3206384" cy="525780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4528410" y="5008227"/>
            <a:ext cx="3185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提高分布式深度学习训练效率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0" name="任意多边形 109"/>
          <p:cNvSpPr/>
          <p:nvPr/>
        </p:nvSpPr>
        <p:spPr>
          <a:xfrm>
            <a:off x="1834174" y="3436620"/>
            <a:ext cx="8584950" cy="1445627"/>
          </a:xfrm>
          <a:custGeom>
            <a:avLst/>
            <a:gdLst>
              <a:gd name="connsiteX0" fmla="*/ 0 w 8584950"/>
              <a:gd name="connsiteY0" fmla="*/ 0 h 1445627"/>
              <a:gd name="connsiteX1" fmla="*/ 72000 w 8584950"/>
              <a:gd name="connsiteY1" fmla="*/ 0 h 1445627"/>
              <a:gd name="connsiteX2" fmla="*/ 72000 w 8584950"/>
              <a:gd name="connsiteY2" fmla="*/ 900000 h 1445627"/>
              <a:gd name="connsiteX3" fmla="*/ 4244145 w 8584950"/>
              <a:gd name="connsiteY3" fmla="*/ 900000 h 1445627"/>
              <a:gd name="connsiteX4" fmla="*/ 4244145 w 8584950"/>
              <a:gd name="connsiteY4" fmla="*/ 5447 h 1445627"/>
              <a:gd name="connsiteX5" fmla="*/ 4324155 w 8584950"/>
              <a:gd name="connsiteY5" fmla="*/ 5447 h 1445627"/>
              <a:gd name="connsiteX6" fmla="*/ 4324155 w 8584950"/>
              <a:gd name="connsiteY6" fmla="*/ 900000 h 1445627"/>
              <a:gd name="connsiteX7" fmla="*/ 8512950 w 8584950"/>
              <a:gd name="connsiteY7" fmla="*/ 900000 h 1445627"/>
              <a:gd name="connsiteX8" fmla="*/ 8512950 w 8584950"/>
              <a:gd name="connsiteY8" fmla="*/ 0 h 1445627"/>
              <a:gd name="connsiteX9" fmla="*/ 8584950 w 8584950"/>
              <a:gd name="connsiteY9" fmla="*/ 0 h 1445627"/>
              <a:gd name="connsiteX10" fmla="*/ 8584950 w 8584950"/>
              <a:gd name="connsiteY10" fmla="*/ 900000 h 1445627"/>
              <a:gd name="connsiteX11" fmla="*/ 8584950 w 8584950"/>
              <a:gd name="connsiteY11" fmla="*/ 972000 h 1445627"/>
              <a:gd name="connsiteX12" fmla="*/ 4324155 w 8584950"/>
              <a:gd name="connsiteY12" fmla="*/ 972000 h 1445627"/>
              <a:gd name="connsiteX13" fmla="*/ 4324155 w 8584950"/>
              <a:gd name="connsiteY13" fmla="*/ 1314503 h 1445627"/>
              <a:gd name="connsiteX14" fmla="*/ 4364160 w 8584950"/>
              <a:gd name="connsiteY14" fmla="*/ 1314503 h 1445627"/>
              <a:gd name="connsiteX15" fmla="*/ 4284150 w 8584950"/>
              <a:gd name="connsiteY15" fmla="*/ 1445627 h 1445627"/>
              <a:gd name="connsiteX16" fmla="*/ 4204140 w 8584950"/>
              <a:gd name="connsiteY16" fmla="*/ 1314503 h 1445627"/>
              <a:gd name="connsiteX17" fmla="*/ 4244145 w 8584950"/>
              <a:gd name="connsiteY17" fmla="*/ 1314503 h 1445627"/>
              <a:gd name="connsiteX18" fmla="*/ 4244145 w 8584950"/>
              <a:gd name="connsiteY18" fmla="*/ 972000 h 1445627"/>
              <a:gd name="connsiteX19" fmla="*/ 0 w 8584950"/>
              <a:gd name="connsiteY19" fmla="*/ 972000 h 1445627"/>
              <a:gd name="connsiteX20" fmla="*/ 0 w 8584950"/>
              <a:gd name="connsiteY20" fmla="*/ 900000 h 1445627"/>
              <a:gd name="connsiteX21" fmla="*/ 0 w 8584950"/>
              <a:gd name="connsiteY21" fmla="*/ 900000 h 1445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8584950" h="1445627">
                <a:moveTo>
                  <a:pt x="0" y="0"/>
                </a:moveTo>
                <a:lnTo>
                  <a:pt x="72000" y="0"/>
                </a:lnTo>
                <a:lnTo>
                  <a:pt x="72000" y="900000"/>
                </a:lnTo>
                <a:lnTo>
                  <a:pt x="4244145" y="900000"/>
                </a:lnTo>
                <a:lnTo>
                  <a:pt x="4244145" y="5447"/>
                </a:lnTo>
                <a:lnTo>
                  <a:pt x="4324155" y="5447"/>
                </a:lnTo>
                <a:lnTo>
                  <a:pt x="4324155" y="900000"/>
                </a:lnTo>
                <a:lnTo>
                  <a:pt x="8512950" y="900000"/>
                </a:lnTo>
                <a:lnTo>
                  <a:pt x="8512950" y="0"/>
                </a:lnTo>
                <a:lnTo>
                  <a:pt x="8584950" y="0"/>
                </a:lnTo>
                <a:lnTo>
                  <a:pt x="8584950" y="900000"/>
                </a:lnTo>
                <a:lnTo>
                  <a:pt x="8584950" y="972000"/>
                </a:lnTo>
                <a:lnTo>
                  <a:pt x="4324155" y="972000"/>
                </a:lnTo>
                <a:lnTo>
                  <a:pt x="4324155" y="1314503"/>
                </a:lnTo>
                <a:lnTo>
                  <a:pt x="4364160" y="1314503"/>
                </a:lnTo>
                <a:lnTo>
                  <a:pt x="4284150" y="1445627"/>
                </a:lnTo>
                <a:lnTo>
                  <a:pt x="4204140" y="1314503"/>
                </a:lnTo>
                <a:lnTo>
                  <a:pt x="4244145" y="1314503"/>
                </a:lnTo>
                <a:lnTo>
                  <a:pt x="4244145" y="972000"/>
                </a:lnTo>
                <a:lnTo>
                  <a:pt x="0" y="972000"/>
                </a:lnTo>
                <a:lnTo>
                  <a:pt x="0" y="900000"/>
                </a:lnTo>
                <a:lnTo>
                  <a:pt x="0" y="900000"/>
                </a:lnTo>
                <a:close/>
              </a:path>
            </a:pathLst>
          </a:cu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1" name="文本框 110"/>
          <p:cNvSpPr txBox="1"/>
          <p:nvPr/>
        </p:nvSpPr>
        <p:spPr>
          <a:xfrm>
            <a:off x="1923514" y="3536576"/>
            <a:ext cx="1826141" cy="6832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分析性能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瓶颈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确定合适集群规模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2" name="文本框 111"/>
          <p:cNvSpPr txBox="1"/>
          <p:nvPr/>
        </p:nvSpPr>
        <p:spPr>
          <a:xfrm>
            <a:off x="8791149" y="3536576"/>
            <a:ext cx="1620957" cy="6440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减少通信数据量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合理利用资源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3" name="文本框 112"/>
          <p:cNvSpPr txBox="1"/>
          <p:nvPr/>
        </p:nvSpPr>
        <p:spPr>
          <a:xfrm>
            <a:off x="6171664" y="3520161"/>
            <a:ext cx="1620957" cy="6440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提高一致性速度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减少通信开销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72155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5639435" y="1714500"/>
            <a:ext cx="3437888" cy="4286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5280836" y="3369679"/>
            <a:ext cx="2623359" cy="46699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4B1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5280836" y="2143125"/>
            <a:ext cx="2623359" cy="47625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4B1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5280836" y="1246444"/>
            <a:ext cx="2623359" cy="46070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4B1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2647952" y="3362326"/>
            <a:ext cx="2623359" cy="47625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4B1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2647952" y="2143126"/>
            <a:ext cx="2623359" cy="47625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4B1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2647952" y="1238252"/>
            <a:ext cx="2623359" cy="46889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4B1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2019298" y="3369679"/>
            <a:ext cx="619127" cy="4762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2019298" y="2143126"/>
            <a:ext cx="619127" cy="4762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019298" y="1238251"/>
            <a:ext cx="619127" cy="4762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019300" y="1238251"/>
            <a:ext cx="7058025" cy="47625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2019299" y="2143126"/>
            <a:ext cx="7058025" cy="47625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2019298" y="3362326"/>
            <a:ext cx="7058025" cy="47625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91825" y="1299903"/>
            <a:ext cx="845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GPU 0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191825" y="2191714"/>
            <a:ext cx="845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GPU 1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191825" y="3415785"/>
            <a:ext cx="819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GPU n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694588" y="2661793"/>
            <a:ext cx="553998" cy="70788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AE" altLang="zh-CN" sz="24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……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2638426" y="1245604"/>
            <a:ext cx="0" cy="2600325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5271311" y="1245604"/>
            <a:ext cx="0" cy="2600325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左大括号 9"/>
          <p:cNvSpPr/>
          <p:nvPr/>
        </p:nvSpPr>
        <p:spPr>
          <a:xfrm rot="-5400000">
            <a:off x="5187696" y="1313537"/>
            <a:ext cx="176756" cy="5256241"/>
          </a:xfrm>
          <a:prstGeom prst="leftBrace">
            <a:avLst>
              <a:gd name="adj1" fmla="val 68208"/>
              <a:gd name="adj2" fmla="val 50000"/>
            </a:avLst>
          </a:prstGeom>
          <a:noFill/>
          <a:ln w="19050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9" name="左大括号 38"/>
          <p:cNvSpPr/>
          <p:nvPr/>
        </p:nvSpPr>
        <p:spPr>
          <a:xfrm rot="16200000">
            <a:off x="2245248" y="3627331"/>
            <a:ext cx="176757" cy="628652"/>
          </a:xfrm>
          <a:prstGeom prst="leftBrace">
            <a:avLst>
              <a:gd name="adj1" fmla="val 24871"/>
              <a:gd name="adj2" fmla="val 50000"/>
            </a:avLst>
          </a:prstGeom>
          <a:noFill/>
          <a:ln w="19050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5" name="左大括号 44"/>
          <p:cNvSpPr/>
          <p:nvPr/>
        </p:nvSpPr>
        <p:spPr>
          <a:xfrm rot="16200000">
            <a:off x="7270001" y="2222714"/>
            <a:ext cx="176758" cy="3437886"/>
          </a:xfrm>
          <a:prstGeom prst="leftBrace">
            <a:avLst>
              <a:gd name="adj1" fmla="val 68208"/>
              <a:gd name="adj2" fmla="val 50000"/>
            </a:avLst>
          </a:prstGeom>
          <a:noFill/>
          <a:ln w="19050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3537598"/>
              </p:ext>
            </p:extLst>
          </p:nvPr>
        </p:nvGraphicFramePr>
        <p:xfrm>
          <a:off x="2052436" y="4030036"/>
          <a:ext cx="562382" cy="4090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2" name="AxMath" r:id="rId3" imgW="315000" imgH="228600" progId="Equation.AxMath">
                  <p:embed/>
                </p:oleObj>
              </mc:Choice>
              <mc:Fallback>
                <p:oleObj name="AxMath" r:id="rId3" imgW="315000" imgH="228600" progId="Equation.AxMath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52436" y="4030036"/>
                        <a:ext cx="562382" cy="4090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1439828"/>
              </p:ext>
            </p:extLst>
          </p:nvPr>
        </p:nvGraphicFramePr>
        <p:xfrm>
          <a:off x="4968875" y="4030663"/>
          <a:ext cx="623888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3" name="AxMath" r:id="rId5" imgW="347760" imgH="228600" progId="Equation.AxMath">
                  <p:embed/>
                </p:oleObj>
              </mc:Choice>
              <mc:Fallback>
                <p:oleObj name="AxMath" r:id="rId5" imgW="347760" imgH="228600" progId="Equation.AxMath">
                  <p:embed/>
                  <p:pic>
                    <p:nvPicPr>
                      <p:cNvPr id="33" name="对象 3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968875" y="4030663"/>
                        <a:ext cx="623888" cy="4079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1770090"/>
              </p:ext>
            </p:extLst>
          </p:nvPr>
        </p:nvGraphicFramePr>
        <p:xfrm>
          <a:off x="7019925" y="4030663"/>
          <a:ext cx="677863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4" name="AxMath" r:id="rId7" imgW="378000" imgH="228600" progId="Equation.AxMath">
                  <p:embed/>
                </p:oleObj>
              </mc:Choice>
              <mc:Fallback>
                <p:oleObj name="AxMath" r:id="rId7" imgW="378000" imgH="228600" progId="Equation.AxMath">
                  <p:embed/>
                  <p:pic>
                    <p:nvPicPr>
                      <p:cNvPr id="38" name="对象 3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019925" y="4030663"/>
                        <a:ext cx="677863" cy="4079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矩形 41"/>
          <p:cNvSpPr/>
          <p:nvPr/>
        </p:nvSpPr>
        <p:spPr>
          <a:xfrm>
            <a:off x="2051483" y="4576471"/>
            <a:ext cx="589109" cy="21012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680484" y="4511291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数据拷贝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3971587" y="4576471"/>
            <a:ext cx="589109" cy="210124"/>
          </a:xfrm>
          <a:prstGeom prst="rect">
            <a:avLst/>
          </a:prstGeom>
          <a:solidFill>
            <a:srgbClr val="F4B183"/>
          </a:solidFill>
          <a:ln>
            <a:solidFill>
              <a:srgbClr val="F4B1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4600588" y="4511291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节点本地计算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6298200" y="4576471"/>
            <a:ext cx="589109" cy="210124"/>
          </a:xfrm>
          <a:prstGeom prst="rect">
            <a:avLst/>
          </a:prstGeom>
          <a:solidFill>
            <a:srgbClr val="9DC3E6"/>
          </a:solidFill>
          <a:ln>
            <a:solidFill>
              <a:srgbClr val="9DC3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6887309" y="4511291"/>
            <a:ext cx="20313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节点之间的数据通信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5639435" y="2637557"/>
            <a:ext cx="3437888" cy="4286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7230108" y="3040788"/>
            <a:ext cx="346249" cy="361637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AE" altLang="zh-CN" sz="105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……</a:t>
            </a:r>
            <a:endParaRPr lang="zh-CN" altLang="en-US" sz="105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6" name="左大括号 45"/>
          <p:cNvSpPr/>
          <p:nvPr/>
        </p:nvSpPr>
        <p:spPr>
          <a:xfrm rot="5400000">
            <a:off x="3880317" y="-225382"/>
            <a:ext cx="158628" cy="2623360"/>
          </a:xfrm>
          <a:prstGeom prst="leftBrace">
            <a:avLst>
              <a:gd name="adj1" fmla="val 63335"/>
              <a:gd name="adj2" fmla="val 50000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左大括号 48"/>
          <p:cNvSpPr/>
          <p:nvPr/>
        </p:nvSpPr>
        <p:spPr>
          <a:xfrm rot="5400000">
            <a:off x="7092610" y="-811751"/>
            <a:ext cx="163413" cy="3806013"/>
          </a:xfrm>
          <a:prstGeom prst="leftBrace">
            <a:avLst>
              <a:gd name="adj1" fmla="val 63335"/>
              <a:gd name="adj2" fmla="val 50000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文本框 49"/>
          <p:cNvSpPr txBox="1"/>
          <p:nvPr/>
        </p:nvSpPr>
        <p:spPr>
          <a:xfrm>
            <a:off x="3456929" y="564490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前向传播</a:t>
            </a: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6668408" y="569775"/>
            <a:ext cx="10118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反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向传播</a:t>
            </a: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90575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728722" y="265219"/>
            <a:ext cx="822331" cy="689524"/>
          </a:xfrm>
          <a:prstGeom prst="rect">
            <a:avLst/>
          </a:prstGeom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CPU1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7272076" y="265219"/>
            <a:ext cx="871728" cy="689524"/>
          </a:xfrm>
          <a:prstGeom prst="rect">
            <a:avLst/>
          </a:prstGeom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CPU2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" name="直接连接符 43"/>
          <p:cNvCxnSpPr>
            <a:stCxn id="2" idx="3"/>
            <a:endCxn id="23" idx="1"/>
          </p:cNvCxnSpPr>
          <p:nvPr/>
        </p:nvCxnSpPr>
        <p:spPr>
          <a:xfrm>
            <a:off x="3600450" y="367665"/>
            <a:ext cx="5033838" cy="0"/>
          </a:xfrm>
          <a:prstGeom prst="line">
            <a:avLst/>
          </a:prstGeom>
          <a:ln w="190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/>
          <p:cNvSpPr txBox="1"/>
          <p:nvPr/>
        </p:nvSpPr>
        <p:spPr>
          <a:xfrm>
            <a:off x="5133937" y="167610"/>
            <a:ext cx="556563" cy="369332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QPI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接箭头连接符 8"/>
          <p:cNvCxnSpPr>
            <a:stCxn id="2" idx="3"/>
            <a:endCxn id="23" idx="1"/>
          </p:cNvCxnSpPr>
          <p:nvPr/>
        </p:nvCxnSpPr>
        <p:spPr>
          <a:xfrm>
            <a:off x="3551053" y="609981"/>
            <a:ext cx="3721023" cy="0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矩形 70"/>
          <p:cNvSpPr/>
          <p:nvPr/>
        </p:nvSpPr>
        <p:spPr>
          <a:xfrm>
            <a:off x="2552070" y="1491656"/>
            <a:ext cx="1175633" cy="831188"/>
          </a:xfrm>
          <a:prstGeom prst="rect">
            <a:avLst/>
          </a:prstGeom>
          <a:solidFill>
            <a:srgbClr val="CCFFCC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2505975" y="1553307"/>
            <a:ext cx="12579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Root</a:t>
            </a:r>
          </a:p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</a:t>
            </a:r>
          </a:p>
        </p:txBody>
      </p:sp>
      <p:cxnSp>
        <p:nvCxnSpPr>
          <p:cNvPr id="26" name="直接箭头连接符 25"/>
          <p:cNvCxnSpPr>
            <a:stCxn id="2" idx="2"/>
            <a:endCxn id="71" idx="0"/>
          </p:cNvCxnSpPr>
          <p:nvPr/>
        </p:nvCxnSpPr>
        <p:spPr>
          <a:xfrm flipH="1">
            <a:off x="3139887" y="954743"/>
            <a:ext cx="1" cy="536913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矩形 79"/>
          <p:cNvSpPr/>
          <p:nvPr/>
        </p:nvSpPr>
        <p:spPr>
          <a:xfrm>
            <a:off x="1604374" y="2554266"/>
            <a:ext cx="947696" cy="831188"/>
          </a:xfrm>
          <a:prstGeom prst="rect">
            <a:avLst/>
          </a:prstGeom>
          <a:solidFill>
            <a:srgbClr val="CCFFCC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1652464" y="2615917"/>
            <a:ext cx="8515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PCIe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Switch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3727703" y="2555832"/>
            <a:ext cx="947696" cy="831188"/>
          </a:xfrm>
          <a:prstGeom prst="rect">
            <a:avLst/>
          </a:prstGeom>
          <a:solidFill>
            <a:srgbClr val="CCFFCC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文本框 93"/>
          <p:cNvSpPr txBox="1"/>
          <p:nvPr/>
        </p:nvSpPr>
        <p:spPr>
          <a:xfrm>
            <a:off x="3775793" y="2615917"/>
            <a:ext cx="8515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PCIe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Switch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2" name="肘形连接符 31"/>
          <p:cNvCxnSpPr>
            <a:stCxn id="80" idx="0"/>
            <a:endCxn id="71" idx="1"/>
          </p:cNvCxnSpPr>
          <p:nvPr/>
        </p:nvCxnSpPr>
        <p:spPr>
          <a:xfrm rot="5400000" flipH="1" flipV="1">
            <a:off x="1991638" y="1993834"/>
            <a:ext cx="647016" cy="473848"/>
          </a:xfrm>
          <a:prstGeom prst="bentConnector2">
            <a:avLst/>
          </a:prstGeom>
          <a:ln w="1905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肘形连接符 100"/>
          <p:cNvCxnSpPr>
            <a:stCxn id="71" idx="3"/>
            <a:endCxn id="82" idx="0"/>
          </p:cNvCxnSpPr>
          <p:nvPr/>
        </p:nvCxnSpPr>
        <p:spPr>
          <a:xfrm>
            <a:off x="3727703" y="1907250"/>
            <a:ext cx="473848" cy="648582"/>
          </a:xfrm>
          <a:prstGeom prst="bentConnector2">
            <a:avLst/>
          </a:prstGeom>
          <a:ln w="1905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组合 41"/>
          <p:cNvGrpSpPr/>
          <p:nvPr/>
        </p:nvGrpSpPr>
        <p:grpSpPr>
          <a:xfrm>
            <a:off x="1394386" y="3932098"/>
            <a:ext cx="1367670" cy="947504"/>
            <a:chOff x="1361052" y="4264576"/>
            <a:chExt cx="1367670" cy="947504"/>
          </a:xfrm>
        </p:grpSpPr>
        <p:sp>
          <p:nvSpPr>
            <p:cNvPr id="127" name="圆角矩形 126"/>
            <p:cNvSpPr/>
            <p:nvPr/>
          </p:nvSpPr>
          <p:spPr>
            <a:xfrm>
              <a:off x="1361052" y="4264576"/>
              <a:ext cx="486644" cy="947504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4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GPU1</a:t>
              </a:r>
              <a:endPara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9" name="圆角矩形 128"/>
            <p:cNvSpPr/>
            <p:nvPr/>
          </p:nvSpPr>
          <p:spPr>
            <a:xfrm>
              <a:off x="2242078" y="4264576"/>
              <a:ext cx="486644" cy="947504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4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GPU2</a:t>
              </a:r>
              <a:endPara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30" name="肘形连接符 129"/>
          <p:cNvCxnSpPr>
            <a:stCxn id="127" idx="0"/>
          </p:cNvCxnSpPr>
          <p:nvPr/>
        </p:nvCxnSpPr>
        <p:spPr>
          <a:xfrm rot="5400000" flipH="1" flipV="1">
            <a:off x="1514248" y="3508914"/>
            <a:ext cx="546644" cy="299724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肘形连接符 132"/>
          <p:cNvCxnSpPr>
            <a:stCxn id="129" idx="0"/>
          </p:cNvCxnSpPr>
          <p:nvPr/>
        </p:nvCxnSpPr>
        <p:spPr>
          <a:xfrm rot="16200000" flipV="1">
            <a:off x="2099189" y="3512553"/>
            <a:ext cx="539369" cy="299722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0" name="组合 139"/>
          <p:cNvGrpSpPr/>
          <p:nvPr/>
        </p:nvGrpSpPr>
        <p:grpSpPr>
          <a:xfrm>
            <a:off x="3517716" y="3932098"/>
            <a:ext cx="1367670" cy="947504"/>
            <a:chOff x="1361052" y="4264576"/>
            <a:chExt cx="1367670" cy="947504"/>
          </a:xfrm>
        </p:grpSpPr>
        <p:sp>
          <p:nvSpPr>
            <p:cNvPr id="141" name="圆角矩形 140"/>
            <p:cNvSpPr/>
            <p:nvPr/>
          </p:nvSpPr>
          <p:spPr>
            <a:xfrm>
              <a:off x="1361052" y="4264576"/>
              <a:ext cx="486644" cy="947504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4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GPU3</a:t>
              </a:r>
              <a:endPara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2" name="圆角矩形 141"/>
            <p:cNvSpPr/>
            <p:nvPr/>
          </p:nvSpPr>
          <p:spPr>
            <a:xfrm>
              <a:off x="2242078" y="4264576"/>
              <a:ext cx="486644" cy="947504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4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GPU4</a:t>
              </a:r>
              <a:endPara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43" name="肘形连接符 142"/>
          <p:cNvCxnSpPr>
            <a:stCxn id="141" idx="0"/>
          </p:cNvCxnSpPr>
          <p:nvPr/>
        </p:nvCxnSpPr>
        <p:spPr>
          <a:xfrm rot="5400000" flipH="1" flipV="1">
            <a:off x="3637578" y="3508914"/>
            <a:ext cx="546644" cy="299724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肘形连接符 143"/>
          <p:cNvCxnSpPr>
            <a:stCxn id="142" idx="0"/>
          </p:cNvCxnSpPr>
          <p:nvPr/>
        </p:nvCxnSpPr>
        <p:spPr>
          <a:xfrm rot="16200000" flipV="1">
            <a:off x="4222519" y="3512553"/>
            <a:ext cx="539369" cy="299722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矩形 144"/>
          <p:cNvSpPr/>
          <p:nvPr/>
        </p:nvSpPr>
        <p:spPr>
          <a:xfrm>
            <a:off x="7133458" y="1491656"/>
            <a:ext cx="1175633" cy="831188"/>
          </a:xfrm>
          <a:prstGeom prst="rect">
            <a:avLst/>
          </a:prstGeom>
          <a:solidFill>
            <a:srgbClr val="CCFFCC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6" name="文本框 145"/>
          <p:cNvSpPr txBox="1"/>
          <p:nvPr/>
        </p:nvSpPr>
        <p:spPr>
          <a:xfrm>
            <a:off x="7087363" y="1553307"/>
            <a:ext cx="12579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Root</a:t>
            </a:r>
          </a:p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</a:t>
            </a:r>
          </a:p>
        </p:txBody>
      </p:sp>
      <p:cxnSp>
        <p:nvCxnSpPr>
          <p:cNvPr id="147" name="直接箭头连接符 146"/>
          <p:cNvCxnSpPr>
            <a:endCxn id="145" idx="0"/>
          </p:cNvCxnSpPr>
          <p:nvPr/>
        </p:nvCxnSpPr>
        <p:spPr>
          <a:xfrm flipH="1">
            <a:off x="7721275" y="954743"/>
            <a:ext cx="1" cy="536913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矩形 147"/>
          <p:cNvSpPr/>
          <p:nvPr/>
        </p:nvSpPr>
        <p:spPr>
          <a:xfrm>
            <a:off x="6185762" y="2554266"/>
            <a:ext cx="947696" cy="831188"/>
          </a:xfrm>
          <a:prstGeom prst="rect">
            <a:avLst/>
          </a:prstGeom>
          <a:solidFill>
            <a:srgbClr val="CCFFCC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9" name="文本框 148"/>
          <p:cNvSpPr txBox="1"/>
          <p:nvPr/>
        </p:nvSpPr>
        <p:spPr>
          <a:xfrm>
            <a:off x="6233852" y="2615917"/>
            <a:ext cx="8515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PCIe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Switch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0" name="矩形 149"/>
          <p:cNvSpPr/>
          <p:nvPr/>
        </p:nvSpPr>
        <p:spPr>
          <a:xfrm>
            <a:off x="8309091" y="2555832"/>
            <a:ext cx="947696" cy="831188"/>
          </a:xfrm>
          <a:prstGeom prst="rect">
            <a:avLst/>
          </a:prstGeom>
          <a:solidFill>
            <a:srgbClr val="CCFFCC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1" name="文本框 150"/>
          <p:cNvSpPr txBox="1"/>
          <p:nvPr/>
        </p:nvSpPr>
        <p:spPr>
          <a:xfrm>
            <a:off x="8357181" y="2615917"/>
            <a:ext cx="8515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PCIe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Switch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2" name="肘形连接符 151"/>
          <p:cNvCxnSpPr>
            <a:stCxn id="148" idx="0"/>
            <a:endCxn id="145" idx="1"/>
          </p:cNvCxnSpPr>
          <p:nvPr/>
        </p:nvCxnSpPr>
        <p:spPr>
          <a:xfrm rot="5400000" flipH="1" flipV="1">
            <a:off x="6573026" y="1993834"/>
            <a:ext cx="647016" cy="473848"/>
          </a:xfrm>
          <a:prstGeom prst="bentConnector2">
            <a:avLst/>
          </a:prstGeom>
          <a:ln w="1905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肘形连接符 152"/>
          <p:cNvCxnSpPr>
            <a:stCxn id="145" idx="3"/>
            <a:endCxn id="150" idx="0"/>
          </p:cNvCxnSpPr>
          <p:nvPr/>
        </p:nvCxnSpPr>
        <p:spPr>
          <a:xfrm>
            <a:off x="8309091" y="1907250"/>
            <a:ext cx="473848" cy="648582"/>
          </a:xfrm>
          <a:prstGeom prst="bentConnector2">
            <a:avLst/>
          </a:prstGeom>
          <a:ln w="1905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4" name="组合 153"/>
          <p:cNvGrpSpPr/>
          <p:nvPr/>
        </p:nvGrpSpPr>
        <p:grpSpPr>
          <a:xfrm>
            <a:off x="5975774" y="3932098"/>
            <a:ext cx="1367670" cy="947504"/>
            <a:chOff x="1361052" y="4264576"/>
            <a:chExt cx="1367670" cy="947504"/>
          </a:xfrm>
        </p:grpSpPr>
        <p:sp>
          <p:nvSpPr>
            <p:cNvPr id="155" name="圆角矩形 154"/>
            <p:cNvSpPr/>
            <p:nvPr/>
          </p:nvSpPr>
          <p:spPr>
            <a:xfrm>
              <a:off x="1361052" y="4264576"/>
              <a:ext cx="486644" cy="947504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4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GPU5</a:t>
              </a:r>
              <a:endPara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6" name="圆角矩形 155"/>
            <p:cNvSpPr/>
            <p:nvPr/>
          </p:nvSpPr>
          <p:spPr>
            <a:xfrm>
              <a:off x="2242078" y="4264576"/>
              <a:ext cx="486644" cy="947504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4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GPU6</a:t>
              </a:r>
              <a:endPara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57" name="肘形连接符 156"/>
          <p:cNvCxnSpPr>
            <a:stCxn id="155" idx="0"/>
          </p:cNvCxnSpPr>
          <p:nvPr/>
        </p:nvCxnSpPr>
        <p:spPr>
          <a:xfrm rot="5400000" flipH="1" flipV="1">
            <a:off x="6095636" y="3508914"/>
            <a:ext cx="546644" cy="299724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肘形连接符 157"/>
          <p:cNvCxnSpPr>
            <a:stCxn id="156" idx="0"/>
          </p:cNvCxnSpPr>
          <p:nvPr/>
        </p:nvCxnSpPr>
        <p:spPr>
          <a:xfrm rot="16200000" flipV="1">
            <a:off x="6680577" y="3512553"/>
            <a:ext cx="539369" cy="299722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9" name="组合 158"/>
          <p:cNvGrpSpPr/>
          <p:nvPr/>
        </p:nvGrpSpPr>
        <p:grpSpPr>
          <a:xfrm>
            <a:off x="8099104" y="3932098"/>
            <a:ext cx="1367670" cy="947504"/>
            <a:chOff x="1361052" y="4264576"/>
            <a:chExt cx="1367670" cy="947504"/>
          </a:xfrm>
        </p:grpSpPr>
        <p:sp>
          <p:nvSpPr>
            <p:cNvPr id="160" name="圆角矩形 159"/>
            <p:cNvSpPr/>
            <p:nvPr/>
          </p:nvSpPr>
          <p:spPr>
            <a:xfrm>
              <a:off x="1361052" y="4264576"/>
              <a:ext cx="486644" cy="947504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4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GPU7</a:t>
              </a:r>
              <a:endPara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1" name="圆角矩形 160"/>
            <p:cNvSpPr/>
            <p:nvPr/>
          </p:nvSpPr>
          <p:spPr>
            <a:xfrm>
              <a:off x="2242078" y="4264576"/>
              <a:ext cx="486644" cy="947504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4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GPU8</a:t>
              </a:r>
              <a:endPara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62" name="肘形连接符 161"/>
          <p:cNvCxnSpPr>
            <a:stCxn id="160" idx="0"/>
          </p:cNvCxnSpPr>
          <p:nvPr/>
        </p:nvCxnSpPr>
        <p:spPr>
          <a:xfrm rot="5400000" flipH="1" flipV="1">
            <a:off x="8218966" y="3508914"/>
            <a:ext cx="546644" cy="299724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肘形连接符 162"/>
          <p:cNvCxnSpPr>
            <a:stCxn id="161" idx="0"/>
          </p:cNvCxnSpPr>
          <p:nvPr/>
        </p:nvCxnSpPr>
        <p:spPr>
          <a:xfrm rot="16200000" flipV="1">
            <a:off x="8803907" y="3512553"/>
            <a:ext cx="539369" cy="299722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文本框 164"/>
          <p:cNvSpPr txBox="1"/>
          <p:nvPr/>
        </p:nvSpPr>
        <p:spPr>
          <a:xfrm>
            <a:off x="1212054" y="3349973"/>
            <a:ext cx="543739" cy="307777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PCIe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6" name="文本框 165"/>
          <p:cNvSpPr txBox="1"/>
          <p:nvPr/>
        </p:nvSpPr>
        <p:spPr>
          <a:xfrm>
            <a:off x="2290053" y="3349973"/>
            <a:ext cx="543739" cy="307777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PCIe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7" name="文本框 166"/>
          <p:cNvSpPr txBox="1"/>
          <p:nvPr/>
        </p:nvSpPr>
        <p:spPr>
          <a:xfrm>
            <a:off x="3344870" y="3359382"/>
            <a:ext cx="543739" cy="307777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PCIe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8" name="文本框 167"/>
          <p:cNvSpPr txBox="1"/>
          <p:nvPr/>
        </p:nvSpPr>
        <p:spPr>
          <a:xfrm>
            <a:off x="4422869" y="3359382"/>
            <a:ext cx="543739" cy="307777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PCIe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9" name="文本框 168"/>
          <p:cNvSpPr txBox="1"/>
          <p:nvPr/>
        </p:nvSpPr>
        <p:spPr>
          <a:xfrm>
            <a:off x="5794572" y="3359382"/>
            <a:ext cx="543739" cy="307777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PCIe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0" name="文本框 169"/>
          <p:cNvSpPr txBox="1"/>
          <p:nvPr/>
        </p:nvSpPr>
        <p:spPr>
          <a:xfrm>
            <a:off x="6872571" y="3359382"/>
            <a:ext cx="543739" cy="307777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PCIe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1" name="文本框 170"/>
          <p:cNvSpPr txBox="1"/>
          <p:nvPr/>
        </p:nvSpPr>
        <p:spPr>
          <a:xfrm>
            <a:off x="7951667" y="3349973"/>
            <a:ext cx="543739" cy="307777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PCIe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2" name="文本框 171"/>
          <p:cNvSpPr txBox="1"/>
          <p:nvPr/>
        </p:nvSpPr>
        <p:spPr>
          <a:xfrm>
            <a:off x="9029666" y="3349973"/>
            <a:ext cx="543739" cy="307777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PCIe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3" name="文本框 172"/>
          <p:cNvSpPr txBox="1"/>
          <p:nvPr/>
        </p:nvSpPr>
        <p:spPr>
          <a:xfrm>
            <a:off x="1937432" y="1550956"/>
            <a:ext cx="543739" cy="307777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PCIe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" name="文本框 173"/>
          <p:cNvSpPr txBox="1"/>
          <p:nvPr/>
        </p:nvSpPr>
        <p:spPr>
          <a:xfrm>
            <a:off x="3779044" y="1548283"/>
            <a:ext cx="543739" cy="307777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PCIe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5" name="文本框 174"/>
          <p:cNvSpPr txBox="1"/>
          <p:nvPr/>
        </p:nvSpPr>
        <p:spPr>
          <a:xfrm>
            <a:off x="6491952" y="1544493"/>
            <a:ext cx="543739" cy="307777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PCIe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6" name="文本框 175"/>
          <p:cNvSpPr txBox="1"/>
          <p:nvPr/>
        </p:nvSpPr>
        <p:spPr>
          <a:xfrm>
            <a:off x="8333564" y="1541820"/>
            <a:ext cx="543739" cy="307777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PCIe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7" name="文本框 176"/>
          <p:cNvSpPr txBox="1"/>
          <p:nvPr/>
        </p:nvSpPr>
        <p:spPr>
          <a:xfrm>
            <a:off x="7740979" y="1039732"/>
            <a:ext cx="543739" cy="307777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PCIe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8" name="文本框 177"/>
          <p:cNvSpPr txBox="1"/>
          <p:nvPr/>
        </p:nvSpPr>
        <p:spPr>
          <a:xfrm>
            <a:off x="3177597" y="1055290"/>
            <a:ext cx="543739" cy="307777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PCIe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6398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0" name="直接连接符 189"/>
          <p:cNvCxnSpPr/>
          <p:nvPr/>
        </p:nvCxnSpPr>
        <p:spPr>
          <a:xfrm>
            <a:off x="8716432" y="-14014755"/>
            <a:ext cx="856482" cy="0"/>
          </a:xfrm>
          <a:prstGeom prst="line">
            <a:avLst/>
          </a:prstGeom>
          <a:ln w="19050">
            <a:solidFill>
              <a:srgbClr val="FFFF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4" name="直接连接符 193"/>
          <p:cNvCxnSpPr/>
          <p:nvPr/>
        </p:nvCxnSpPr>
        <p:spPr>
          <a:xfrm>
            <a:off x="10126975" y="-4953406"/>
            <a:ext cx="114989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圆角矩形 55"/>
          <p:cNvSpPr/>
          <p:nvPr/>
        </p:nvSpPr>
        <p:spPr>
          <a:xfrm>
            <a:off x="685987" y="1899216"/>
            <a:ext cx="5605073" cy="1714283"/>
          </a:xfrm>
          <a:prstGeom prst="roundRect">
            <a:avLst/>
          </a:prstGeom>
          <a:noFill/>
          <a:ln w="19050">
            <a:solidFill>
              <a:schemeClr val="accent1">
                <a:lumMod val="50000"/>
              </a:schemeClr>
            </a:solidFill>
            <a:prstDash val="dash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632309" y="2005892"/>
            <a:ext cx="38648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 smtClean="0">
                <a:ln w="0"/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计算通信并行性分析</a:t>
            </a:r>
            <a:endParaRPr lang="zh-CN" altLang="en-US" sz="2000" b="1" dirty="0">
              <a:ln w="0"/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2604747" y="2573550"/>
            <a:ext cx="1373483" cy="6355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关键路径提取</a:t>
            </a:r>
            <a:endParaRPr lang="zh-CN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904194" y="2573551"/>
            <a:ext cx="1442656" cy="63556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分布式训练迭代时间</a:t>
            </a:r>
            <a:endParaRPr lang="zh-CN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85" name="直接箭头连接符 84"/>
          <p:cNvCxnSpPr>
            <a:stCxn id="83" idx="1"/>
            <a:endCxn id="84" idx="3"/>
          </p:cNvCxnSpPr>
          <p:nvPr/>
        </p:nvCxnSpPr>
        <p:spPr>
          <a:xfrm flipH="1" flipV="1">
            <a:off x="2346850" y="2890894"/>
            <a:ext cx="257897" cy="436"/>
          </a:xfrm>
          <a:prstGeom prst="straightConnector1">
            <a:avLst/>
          </a:prstGeom>
          <a:ln w="19050">
            <a:solidFill>
              <a:schemeClr val="tx1"/>
            </a:solidFill>
            <a:tailEnd type="arrow" w="med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8" name="文本框 87"/>
          <p:cNvSpPr txBox="1"/>
          <p:nvPr/>
        </p:nvSpPr>
        <p:spPr>
          <a:xfrm>
            <a:off x="6349481" y="2352336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计算时间</a:t>
            </a:r>
            <a:endParaRPr lang="zh-CN" altLang="en-US" sz="1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sz="1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6349481" y="2879768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通信时间</a:t>
            </a:r>
            <a:endParaRPr lang="zh-CN" altLang="en-US" sz="1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sz="1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5" name="圆角矩形 54"/>
          <p:cNvSpPr/>
          <p:nvPr/>
        </p:nvSpPr>
        <p:spPr>
          <a:xfrm>
            <a:off x="613063" y="289587"/>
            <a:ext cx="7614996" cy="1430755"/>
          </a:xfrm>
          <a:prstGeom prst="round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6165027" y="468228"/>
            <a:ext cx="20630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 smtClean="0">
                <a:ln w="0"/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计算时间预测</a:t>
            </a:r>
            <a:endParaRPr lang="zh-CN" altLang="en-US" sz="2000" b="1" dirty="0">
              <a:ln w="0"/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685987" y="1058499"/>
            <a:ext cx="1499432" cy="5003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神经网络分解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2844075" y="1058499"/>
            <a:ext cx="1293539" cy="5003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特征空间采样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65" name="直接箭头连接符 64"/>
          <p:cNvCxnSpPr>
            <a:stCxn id="59" idx="3"/>
            <a:endCxn id="64" idx="1"/>
          </p:cNvCxnSpPr>
          <p:nvPr/>
        </p:nvCxnSpPr>
        <p:spPr>
          <a:xfrm flipV="1">
            <a:off x="2185419" y="1308668"/>
            <a:ext cx="658656" cy="1"/>
          </a:xfrm>
          <a:prstGeom prst="straightConnector1">
            <a:avLst/>
          </a:prstGeom>
          <a:ln w="19050">
            <a:solidFill>
              <a:schemeClr val="tx1"/>
            </a:solidFill>
            <a:tailEnd type="arrow" w="med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矩形 65"/>
          <p:cNvSpPr/>
          <p:nvPr/>
        </p:nvSpPr>
        <p:spPr>
          <a:xfrm>
            <a:off x="5190941" y="1058499"/>
            <a:ext cx="1100382" cy="5003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训练</a:t>
            </a:r>
            <a:r>
              <a:rPr lang="en-US" altLang="zh-CN" sz="1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MLP</a:t>
            </a:r>
            <a:r>
              <a:rPr lang="zh-CN" altLang="en-US" sz="1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模型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2014805" y="988579"/>
            <a:ext cx="9998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神经网络层</a:t>
            </a:r>
            <a:endParaRPr lang="zh-CN" altLang="en-US" sz="12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68" name="直接箭头连接符 67"/>
          <p:cNvCxnSpPr>
            <a:stCxn id="64" idx="3"/>
            <a:endCxn id="66" idx="1"/>
          </p:cNvCxnSpPr>
          <p:nvPr/>
        </p:nvCxnSpPr>
        <p:spPr>
          <a:xfrm>
            <a:off x="4137614" y="1308668"/>
            <a:ext cx="1053327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 w="med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矩形 68"/>
          <p:cNvSpPr/>
          <p:nvPr/>
        </p:nvSpPr>
        <p:spPr>
          <a:xfrm>
            <a:off x="6673538" y="1056963"/>
            <a:ext cx="1279018" cy="5018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逐层预测</a:t>
            </a:r>
            <a:endParaRPr lang="en-US" altLang="zh-CN" sz="1400" b="1" dirty="0" smtClean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1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计算时间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70" name="直接箭头连接符 69"/>
          <p:cNvCxnSpPr>
            <a:stCxn id="66" idx="3"/>
            <a:endCxn id="69" idx="1"/>
          </p:cNvCxnSpPr>
          <p:nvPr/>
        </p:nvCxnSpPr>
        <p:spPr>
          <a:xfrm flipV="1">
            <a:off x="6291323" y="1307900"/>
            <a:ext cx="382215" cy="76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文本框 70"/>
          <p:cNvSpPr txBox="1"/>
          <p:nvPr/>
        </p:nvSpPr>
        <p:spPr>
          <a:xfrm>
            <a:off x="4260409" y="856176"/>
            <a:ext cx="8754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基准测试数据集</a:t>
            </a:r>
            <a:endParaRPr lang="zh-CN" altLang="en-US" sz="12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3" name="肘形连接符 2"/>
          <p:cNvCxnSpPr>
            <a:stCxn id="60" idx="3"/>
          </p:cNvCxnSpPr>
          <p:nvPr/>
        </p:nvCxnSpPr>
        <p:spPr>
          <a:xfrm>
            <a:off x="4137614" y="649059"/>
            <a:ext cx="135532" cy="642101"/>
          </a:xfrm>
          <a:prstGeom prst="bentConnector2">
            <a:avLst/>
          </a:prstGeom>
          <a:ln w="19050">
            <a:solidFill>
              <a:schemeClr val="tx1"/>
            </a:solidFill>
            <a:tailEnd type="arrow" w="med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矩形 59"/>
          <p:cNvSpPr/>
          <p:nvPr/>
        </p:nvSpPr>
        <p:spPr>
          <a:xfrm>
            <a:off x="2844075" y="398890"/>
            <a:ext cx="1293539" cy="5003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特征扩充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7" name="圆角矩形 56"/>
          <p:cNvSpPr/>
          <p:nvPr/>
        </p:nvSpPr>
        <p:spPr>
          <a:xfrm>
            <a:off x="613063" y="3844781"/>
            <a:ext cx="7614996" cy="2416319"/>
          </a:xfrm>
          <a:prstGeom prst="round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5879158" y="4136899"/>
            <a:ext cx="23131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 smtClean="0">
                <a:ln w="0"/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通信时间预测</a:t>
            </a:r>
            <a:endParaRPr lang="zh-CN" altLang="en-US" sz="2000" b="1" dirty="0">
              <a:ln w="0"/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910243" y="4015381"/>
            <a:ext cx="1952055" cy="4933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实时吞吐量分析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3252565" y="4015381"/>
            <a:ext cx="2556622" cy="4933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建立单链路通信时间预测模型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3252564" y="5587647"/>
            <a:ext cx="2556623" cy="4933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建立集群通信时间预测模型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77" name="直接箭头连接符 76"/>
          <p:cNvCxnSpPr>
            <a:stCxn id="73" idx="3"/>
            <a:endCxn id="75" idx="1"/>
          </p:cNvCxnSpPr>
          <p:nvPr/>
        </p:nvCxnSpPr>
        <p:spPr>
          <a:xfrm>
            <a:off x="2862298" y="4262054"/>
            <a:ext cx="39514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 w="med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直接箭头连接符 77"/>
          <p:cNvCxnSpPr>
            <a:stCxn id="90" idx="3"/>
            <a:endCxn id="76" idx="1"/>
          </p:cNvCxnSpPr>
          <p:nvPr/>
        </p:nvCxnSpPr>
        <p:spPr>
          <a:xfrm>
            <a:off x="2862297" y="5834320"/>
            <a:ext cx="39514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 w="med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9" name="矩形 78"/>
          <p:cNvSpPr/>
          <p:nvPr/>
        </p:nvSpPr>
        <p:spPr>
          <a:xfrm>
            <a:off x="6299512" y="4948744"/>
            <a:ext cx="1653044" cy="3551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预测通信时间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0" name="矩形 89"/>
          <p:cNvSpPr/>
          <p:nvPr/>
        </p:nvSpPr>
        <p:spPr>
          <a:xfrm>
            <a:off x="910242" y="5587647"/>
            <a:ext cx="1952055" cy="4933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通信拓扑分析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6" name="矩形 115"/>
          <p:cNvSpPr/>
          <p:nvPr/>
        </p:nvSpPr>
        <p:spPr>
          <a:xfrm>
            <a:off x="4403423" y="2313337"/>
            <a:ext cx="1559977" cy="39636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操作队列</a:t>
            </a:r>
            <a:endParaRPr lang="zh-CN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7" name="矩形 116"/>
          <p:cNvSpPr/>
          <p:nvPr/>
        </p:nvSpPr>
        <p:spPr>
          <a:xfrm>
            <a:off x="4403423" y="3077773"/>
            <a:ext cx="1559977" cy="39636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设备时间</a:t>
            </a:r>
            <a:endParaRPr lang="zh-CN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122" name="肘形连接符 121"/>
          <p:cNvCxnSpPr>
            <a:stCxn id="116" idx="1"/>
            <a:endCxn id="117" idx="1"/>
          </p:cNvCxnSpPr>
          <p:nvPr/>
        </p:nvCxnSpPr>
        <p:spPr>
          <a:xfrm rot="10800000" flipV="1">
            <a:off x="4403423" y="2511522"/>
            <a:ext cx="12700" cy="764436"/>
          </a:xfrm>
          <a:prstGeom prst="bentConnector3">
            <a:avLst>
              <a:gd name="adj1" fmla="val 1253165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接箭头连接符 125"/>
          <p:cNvCxnSpPr>
            <a:endCxn id="83" idx="3"/>
          </p:cNvCxnSpPr>
          <p:nvPr/>
        </p:nvCxnSpPr>
        <p:spPr>
          <a:xfrm flipH="1">
            <a:off x="3978230" y="2890893"/>
            <a:ext cx="273653" cy="437"/>
          </a:xfrm>
          <a:prstGeom prst="straightConnector1">
            <a:avLst/>
          </a:prstGeom>
          <a:ln w="19050">
            <a:solidFill>
              <a:schemeClr val="tx1"/>
            </a:solidFill>
            <a:tailEnd type="arrow" w="med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肘形连接符 85"/>
          <p:cNvCxnSpPr>
            <a:stCxn id="69" idx="3"/>
          </p:cNvCxnSpPr>
          <p:nvPr/>
        </p:nvCxnSpPr>
        <p:spPr>
          <a:xfrm flipH="1">
            <a:off x="6286940" y="1307900"/>
            <a:ext cx="1665616" cy="1004416"/>
          </a:xfrm>
          <a:prstGeom prst="bentConnector3">
            <a:avLst>
              <a:gd name="adj1" fmla="val -9608"/>
            </a:avLst>
          </a:prstGeom>
          <a:ln w="19050">
            <a:solidFill>
              <a:schemeClr val="tx1"/>
            </a:solidFill>
            <a:tailEnd type="arrow" w="med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肘形连接符 86"/>
          <p:cNvCxnSpPr>
            <a:stCxn id="79" idx="3"/>
          </p:cNvCxnSpPr>
          <p:nvPr/>
        </p:nvCxnSpPr>
        <p:spPr>
          <a:xfrm flipH="1" flipV="1">
            <a:off x="6291323" y="3287291"/>
            <a:ext cx="1661233" cy="1839052"/>
          </a:xfrm>
          <a:prstGeom prst="bentConnector4">
            <a:avLst>
              <a:gd name="adj1" fmla="val -8792"/>
              <a:gd name="adj2" fmla="val 100062"/>
            </a:avLst>
          </a:prstGeom>
          <a:ln w="19050">
            <a:solidFill>
              <a:schemeClr val="tx1"/>
            </a:solidFill>
            <a:headEnd type="none"/>
            <a:tailEnd type="arrow" w="med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加号 9"/>
          <p:cNvSpPr/>
          <p:nvPr/>
        </p:nvSpPr>
        <p:spPr>
          <a:xfrm>
            <a:off x="5062210" y="2756287"/>
            <a:ext cx="257462" cy="264585"/>
          </a:xfrm>
          <a:prstGeom prst="mathPlus">
            <a:avLst>
              <a:gd name="adj1" fmla="val 16318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4" name="直接箭头连接符 43"/>
          <p:cNvCxnSpPr>
            <a:stCxn id="75" idx="2"/>
            <a:endCxn id="92" idx="0"/>
          </p:cNvCxnSpPr>
          <p:nvPr/>
        </p:nvCxnSpPr>
        <p:spPr>
          <a:xfrm>
            <a:off x="4530876" y="4508726"/>
            <a:ext cx="0" cy="288325"/>
          </a:xfrm>
          <a:prstGeom prst="straightConnector1">
            <a:avLst/>
          </a:prstGeom>
          <a:ln w="19050">
            <a:solidFill>
              <a:schemeClr val="tx1"/>
            </a:solidFill>
            <a:tailEnd type="arrow" w="med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肘形连接符 5"/>
          <p:cNvCxnSpPr>
            <a:stCxn id="76" idx="3"/>
            <a:endCxn id="79" idx="1"/>
          </p:cNvCxnSpPr>
          <p:nvPr/>
        </p:nvCxnSpPr>
        <p:spPr>
          <a:xfrm flipV="1">
            <a:off x="5809187" y="5126343"/>
            <a:ext cx="490325" cy="707977"/>
          </a:xfrm>
          <a:prstGeom prst="bentConnector3">
            <a:avLst/>
          </a:prstGeom>
          <a:ln w="19050">
            <a:solidFill>
              <a:schemeClr val="tx1"/>
            </a:solidFill>
            <a:tailEnd type="arrow" w="med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矩形 73"/>
          <p:cNvSpPr/>
          <p:nvPr/>
        </p:nvSpPr>
        <p:spPr>
          <a:xfrm>
            <a:off x="910242" y="4797052"/>
            <a:ext cx="1952055" cy="4933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集合通信原语分析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" name="矩形 91"/>
          <p:cNvSpPr/>
          <p:nvPr/>
        </p:nvSpPr>
        <p:spPr>
          <a:xfrm>
            <a:off x="3252564" y="4797051"/>
            <a:ext cx="2556623" cy="4933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建立多</a:t>
            </a:r>
            <a:r>
              <a:rPr lang="en-US" altLang="zh-CN" sz="1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GPU</a:t>
            </a:r>
            <a:r>
              <a:rPr lang="zh-CN" altLang="en-US" sz="1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通信时间预测模型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93" name="直接箭头连接符 92"/>
          <p:cNvCxnSpPr>
            <a:stCxn id="92" idx="2"/>
            <a:endCxn id="76" idx="0"/>
          </p:cNvCxnSpPr>
          <p:nvPr/>
        </p:nvCxnSpPr>
        <p:spPr>
          <a:xfrm>
            <a:off x="4530876" y="5290396"/>
            <a:ext cx="0" cy="297251"/>
          </a:xfrm>
          <a:prstGeom prst="straightConnector1">
            <a:avLst/>
          </a:prstGeom>
          <a:ln w="19050">
            <a:solidFill>
              <a:schemeClr val="tx1"/>
            </a:solidFill>
            <a:tailEnd type="arrow" w="med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4" name="直接箭头连接符 93"/>
          <p:cNvCxnSpPr>
            <a:stCxn id="74" idx="3"/>
            <a:endCxn id="92" idx="1"/>
          </p:cNvCxnSpPr>
          <p:nvPr/>
        </p:nvCxnSpPr>
        <p:spPr>
          <a:xfrm>
            <a:off x="2862297" y="5043724"/>
            <a:ext cx="390267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 w="med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3151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0" name="直接连接符 189"/>
          <p:cNvCxnSpPr/>
          <p:nvPr/>
        </p:nvCxnSpPr>
        <p:spPr>
          <a:xfrm>
            <a:off x="8716432" y="-14014755"/>
            <a:ext cx="856482" cy="0"/>
          </a:xfrm>
          <a:prstGeom prst="line">
            <a:avLst/>
          </a:prstGeom>
          <a:ln w="19050">
            <a:solidFill>
              <a:srgbClr val="FFFF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4" name="直接连接符 193"/>
          <p:cNvCxnSpPr/>
          <p:nvPr/>
        </p:nvCxnSpPr>
        <p:spPr>
          <a:xfrm>
            <a:off x="10126975" y="-4953406"/>
            <a:ext cx="114989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0" name="流程图: 接点 129">
            <a:extLst>
              <a:ext uri="{FF2B5EF4-FFF2-40B4-BE49-F238E27FC236}">
                <a16:creationId xmlns:a16="http://schemas.microsoft.com/office/drawing/2014/main" id="{BDFAF2B9-F17C-4264-986D-D3BB21ADEACD}"/>
              </a:ext>
            </a:extLst>
          </p:cNvPr>
          <p:cNvSpPr>
            <a:spLocks noChangeAspect="1"/>
          </p:cNvSpPr>
          <p:nvPr/>
        </p:nvSpPr>
        <p:spPr>
          <a:xfrm>
            <a:off x="942045" y="1649949"/>
            <a:ext cx="453309" cy="436274"/>
          </a:xfrm>
          <a:prstGeom prst="flowChartConnector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31" name="流程图: 接点 130">
            <a:extLst>
              <a:ext uri="{FF2B5EF4-FFF2-40B4-BE49-F238E27FC236}">
                <a16:creationId xmlns:a16="http://schemas.microsoft.com/office/drawing/2014/main" id="{8DEB77C2-D546-43C6-88EC-AF1A35DA88C4}"/>
              </a:ext>
            </a:extLst>
          </p:cNvPr>
          <p:cNvSpPr>
            <a:spLocks noChangeAspect="1"/>
          </p:cNvSpPr>
          <p:nvPr/>
        </p:nvSpPr>
        <p:spPr>
          <a:xfrm>
            <a:off x="933377" y="2391658"/>
            <a:ext cx="453309" cy="436274"/>
          </a:xfrm>
          <a:prstGeom prst="flowChartConnector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32" name="流程图: 接点 131">
            <a:extLst>
              <a:ext uri="{FF2B5EF4-FFF2-40B4-BE49-F238E27FC236}">
                <a16:creationId xmlns:a16="http://schemas.microsoft.com/office/drawing/2014/main" id="{B1D41E38-786F-4B78-A61C-54337B5D38BD}"/>
              </a:ext>
            </a:extLst>
          </p:cNvPr>
          <p:cNvSpPr>
            <a:spLocks noChangeAspect="1"/>
          </p:cNvSpPr>
          <p:nvPr/>
        </p:nvSpPr>
        <p:spPr>
          <a:xfrm>
            <a:off x="942973" y="3682591"/>
            <a:ext cx="453309" cy="436274"/>
          </a:xfrm>
          <a:prstGeom prst="flowChartConnector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cxnSp>
        <p:nvCxnSpPr>
          <p:cNvPr id="133" name="直接连接符 132">
            <a:extLst>
              <a:ext uri="{FF2B5EF4-FFF2-40B4-BE49-F238E27FC236}">
                <a16:creationId xmlns:a16="http://schemas.microsoft.com/office/drawing/2014/main" id="{50398C65-E963-4AA0-93CA-C26DC48F127F}"/>
              </a:ext>
            </a:extLst>
          </p:cNvPr>
          <p:cNvCxnSpPr>
            <a:cxnSpLocks noChangeAspect="1"/>
            <a:stCxn id="130" idx="6"/>
            <a:endCxn id="155" idx="2"/>
          </p:cNvCxnSpPr>
          <p:nvPr/>
        </p:nvCxnSpPr>
        <p:spPr>
          <a:xfrm flipV="1">
            <a:off x="1395354" y="1470378"/>
            <a:ext cx="650809" cy="39770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4" name="直接连接符 133">
            <a:extLst>
              <a:ext uri="{FF2B5EF4-FFF2-40B4-BE49-F238E27FC236}">
                <a16:creationId xmlns:a16="http://schemas.microsoft.com/office/drawing/2014/main" id="{66D0C31E-5632-4327-A5F9-D33761E33F34}"/>
              </a:ext>
            </a:extLst>
          </p:cNvPr>
          <p:cNvCxnSpPr>
            <a:cxnSpLocks noChangeAspect="1"/>
            <a:stCxn id="130" idx="6"/>
            <a:endCxn id="156" idx="2"/>
          </p:cNvCxnSpPr>
          <p:nvPr/>
        </p:nvCxnSpPr>
        <p:spPr>
          <a:xfrm>
            <a:off x="1395354" y="1868086"/>
            <a:ext cx="649025" cy="4652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5" name="直接连接符 134">
            <a:extLst>
              <a:ext uri="{FF2B5EF4-FFF2-40B4-BE49-F238E27FC236}">
                <a16:creationId xmlns:a16="http://schemas.microsoft.com/office/drawing/2014/main" id="{3A5BAE97-C76B-4C81-814E-7A99053DD7EC}"/>
              </a:ext>
            </a:extLst>
          </p:cNvPr>
          <p:cNvCxnSpPr>
            <a:cxnSpLocks noChangeAspect="1"/>
            <a:stCxn id="130" idx="6"/>
            <a:endCxn id="157" idx="2"/>
          </p:cNvCxnSpPr>
          <p:nvPr/>
        </p:nvCxnSpPr>
        <p:spPr>
          <a:xfrm>
            <a:off x="1395354" y="1868086"/>
            <a:ext cx="654853" cy="273598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6" name="直接连接符 135">
            <a:extLst>
              <a:ext uri="{FF2B5EF4-FFF2-40B4-BE49-F238E27FC236}">
                <a16:creationId xmlns:a16="http://schemas.microsoft.com/office/drawing/2014/main" id="{F8B43C25-D672-41E6-BF93-C82733E93879}"/>
              </a:ext>
            </a:extLst>
          </p:cNvPr>
          <p:cNvCxnSpPr>
            <a:cxnSpLocks noChangeAspect="1"/>
            <a:stCxn id="131" idx="6"/>
            <a:endCxn id="155" idx="2"/>
          </p:cNvCxnSpPr>
          <p:nvPr/>
        </p:nvCxnSpPr>
        <p:spPr>
          <a:xfrm flipV="1">
            <a:off x="1386686" y="1470378"/>
            <a:ext cx="659477" cy="113941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7" name="直接连接符 136">
            <a:extLst>
              <a:ext uri="{FF2B5EF4-FFF2-40B4-BE49-F238E27FC236}">
                <a16:creationId xmlns:a16="http://schemas.microsoft.com/office/drawing/2014/main" id="{C91671CB-C962-4122-A3A4-9DD69CCD09C4}"/>
              </a:ext>
            </a:extLst>
          </p:cNvPr>
          <p:cNvCxnSpPr>
            <a:cxnSpLocks noChangeAspect="1"/>
            <a:stCxn id="131" idx="6"/>
            <a:endCxn id="156" idx="2"/>
          </p:cNvCxnSpPr>
          <p:nvPr/>
        </p:nvCxnSpPr>
        <p:spPr>
          <a:xfrm flipV="1">
            <a:off x="1386686" y="2333379"/>
            <a:ext cx="657693" cy="27641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8" name="直接连接符 137">
            <a:extLst>
              <a:ext uri="{FF2B5EF4-FFF2-40B4-BE49-F238E27FC236}">
                <a16:creationId xmlns:a16="http://schemas.microsoft.com/office/drawing/2014/main" id="{896A9EDC-35B4-43B8-8DB4-D32E7BCA1553}"/>
              </a:ext>
            </a:extLst>
          </p:cNvPr>
          <p:cNvCxnSpPr>
            <a:cxnSpLocks noChangeAspect="1"/>
            <a:stCxn id="131" idx="6"/>
            <a:endCxn id="157" idx="2"/>
          </p:cNvCxnSpPr>
          <p:nvPr/>
        </p:nvCxnSpPr>
        <p:spPr>
          <a:xfrm>
            <a:off x="1386686" y="2609795"/>
            <a:ext cx="663521" cy="199427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9" name="直接连接符 138">
            <a:extLst>
              <a:ext uri="{FF2B5EF4-FFF2-40B4-BE49-F238E27FC236}">
                <a16:creationId xmlns:a16="http://schemas.microsoft.com/office/drawing/2014/main" id="{1CBBA871-AD53-4474-980B-2C5666A9503F}"/>
              </a:ext>
            </a:extLst>
          </p:cNvPr>
          <p:cNvCxnSpPr>
            <a:cxnSpLocks noChangeAspect="1"/>
            <a:stCxn id="132" idx="6"/>
            <a:endCxn id="155" idx="2"/>
          </p:cNvCxnSpPr>
          <p:nvPr/>
        </p:nvCxnSpPr>
        <p:spPr>
          <a:xfrm flipV="1">
            <a:off x="1396282" y="1470378"/>
            <a:ext cx="649881" cy="24303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0" name="直接连接符 139">
            <a:extLst>
              <a:ext uri="{FF2B5EF4-FFF2-40B4-BE49-F238E27FC236}">
                <a16:creationId xmlns:a16="http://schemas.microsoft.com/office/drawing/2014/main" id="{4EADC02C-C062-49B1-8151-00B88C356BCF}"/>
              </a:ext>
            </a:extLst>
          </p:cNvPr>
          <p:cNvCxnSpPr>
            <a:cxnSpLocks noChangeAspect="1"/>
            <a:stCxn id="132" idx="6"/>
            <a:endCxn id="156" idx="2"/>
          </p:cNvCxnSpPr>
          <p:nvPr/>
        </p:nvCxnSpPr>
        <p:spPr>
          <a:xfrm flipV="1">
            <a:off x="1396282" y="2333379"/>
            <a:ext cx="648097" cy="156734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1" name="直接连接符 140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32" idx="6"/>
            <a:endCxn id="157" idx="2"/>
          </p:cNvCxnSpPr>
          <p:nvPr/>
        </p:nvCxnSpPr>
        <p:spPr>
          <a:xfrm>
            <a:off x="1396282" y="3900728"/>
            <a:ext cx="653925" cy="70334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8" name="直接连接符 147">
            <a:extLst>
              <a:ext uri="{FF2B5EF4-FFF2-40B4-BE49-F238E27FC236}">
                <a16:creationId xmlns:a16="http://schemas.microsoft.com/office/drawing/2014/main" id="{D98D79E2-78C1-4685-8D64-4AE303628E9A}"/>
              </a:ext>
            </a:extLst>
          </p:cNvPr>
          <p:cNvCxnSpPr>
            <a:cxnSpLocks noChangeAspect="1"/>
            <a:stCxn id="159" idx="2"/>
            <a:endCxn id="192" idx="6"/>
          </p:cNvCxnSpPr>
          <p:nvPr/>
        </p:nvCxnSpPr>
        <p:spPr>
          <a:xfrm flipH="1" flipV="1">
            <a:off x="7289719" y="939607"/>
            <a:ext cx="973404" cy="203839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9" name="直接连接符 148">
            <a:extLst>
              <a:ext uri="{FF2B5EF4-FFF2-40B4-BE49-F238E27FC236}">
                <a16:creationId xmlns:a16="http://schemas.microsoft.com/office/drawing/2014/main" id="{78EA912F-B0E3-41C6-82EC-89595CDCF708}"/>
              </a:ext>
            </a:extLst>
          </p:cNvPr>
          <p:cNvCxnSpPr>
            <a:cxnSpLocks noChangeAspect="1"/>
            <a:stCxn id="159" idx="2"/>
            <a:endCxn id="197" idx="6"/>
          </p:cNvCxnSpPr>
          <p:nvPr/>
        </p:nvCxnSpPr>
        <p:spPr>
          <a:xfrm flipH="1" flipV="1">
            <a:off x="7287871" y="1641056"/>
            <a:ext cx="975252" cy="133694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3" name="直接连接符 152">
            <a:extLst>
              <a:ext uri="{FF2B5EF4-FFF2-40B4-BE49-F238E27FC236}">
                <a16:creationId xmlns:a16="http://schemas.microsoft.com/office/drawing/2014/main" id="{78EA912F-B0E3-41C6-82EC-89595CDCF708}"/>
              </a:ext>
            </a:extLst>
          </p:cNvPr>
          <p:cNvCxnSpPr>
            <a:cxnSpLocks noChangeAspect="1"/>
            <a:stCxn id="159" idx="2"/>
            <a:endCxn id="191" idx="6"/>
          </p:cNvCxnSpPr>
          <p:nvPr/>
        </p:nvCxnSpPr>
        <p:spPr>
          <a:xfrm flipH="1" flipV="1">
            <a:off x="7289720" y="239902"/>
            <a:ext cx="973403" cy="273810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4" name="文本框 153"/>
          <p:cNvSpPr txBox="1">
            <a:spLocks noChangeAspect="1"/>
          </p:cNvSpPr>
          <p:nvPr/>
        </p:nvSpPr>
        <p:spPr>
          <a:xfrm>
            <a:off x="693176" y="2959814"/>
            <a:ext cx="737399" cy="109363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AE" altLang="zh-CN" sz="2400" b="1" dirty="0" smtClean="0"/>
              <a:t>……</a:t>
            </a:r>
            <a:endParaRPr lang="zh-CN" altLang="en-US" sz="2400" b="1" dirty="0"/>
          </a:p>
        </p:txBody>
      </p:sp>
      <p:sp>
        <p:nvSpPr>
          <p:cNvPr id="155" name="流程图: 接点 154">
            <a:extLst>
              <a:ext uri="{FF2B5EF4-FFF2-40B4-BE49-F238E27FC236}">
                <a16:creationId xmlns:a16="http://schemas.microsoft.com/office/drawing/2014/main" id="{BDFAF2B9-F17C-4264-986D-D3BB21ADEACD}"/>
              </a:ext>
            </a:extLst>
          </p:cNvPr>
          <p:cNvSpPr>
            <a:spLocks noChangeAspect="1"/>
          </p:cNvSpPr>
          <p:nvPr/>
        </p:nvSpPr>
        <p:spPr>
          <a:xfrm>
            <a:off x="2046163" y="1252241"/>
            <a:ext cx="453309" cy="436274"/>
          </a:xfrm>
          <a:prstGeom prst="flowChartConnector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56" name="流程图: 接点 155">
            <a:extLst>
              <a:ext uri="{FF2B5EF4-FFF2-40B4-BE49-F238E27FC236}">
                <a16:creationId xmlns:a16="http://schemas.microsoft.com/office/drawing/2014/main" id="{BDFAF2B9-F17C-4264-986D-D3BB21ADEACD}"/>
              </a:ext>
            </a:extLst>
          </p:cNvPr>
          <p:cNvSpPr>
            <a:spLocks noChangeAspect="1"/>
          </p:cNvSpPr>
          <p:nvPr/>
        </p:nvSpPr>
        <p:spPr>
          <a:xfrm>
            <a:off x="2044379" y="2115242"/>
            <a:ext cx="453309" cy="436274"/>
          </a:xfrm>
          <a:prstGeom prst="flowChartConnector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57" name="流程图: 接点 156">
            <a:extLst>
              <a:ext uri="{FF2B5EF4-FFF2-40B4-BE49-F238E27FC236}">
                <a16:creationId xmlns:a16="http://schemas.microsoft.com/office/drawing/2014/main" id="{BDFAF2B9-F17C-4264-986D-D3BB21ADEACD}"/>
              </a:ext>
            </a:extLst>
          </p:cNvPr>
          <p:cNvSpPr>
            <a:spLocks noChangeAspect="1"/>
          </p:cNvSpPr>
          <p:nvPr/>
        </p:nvSpPr>
        <p:spPr>
          <a:xfrm>
            <a:off x="2050207" y="4385936"/>
            <a:ext cx="453309" cy="436274"/>
          </a:xfrm>
          <a:prstGeom prst="flowChartConnector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59" name="流程图: 接点 158">
            <a:extLst>
              <a:ext uri="{FF2B5EF4-FFF2-40B4-BE49-F238E27FC236}">
                <a16:creationId xmlns:a16="http://schemas.microsoft.com/office/drawing/2014/main" id="{BDFAF2B9-F17C-4264-986D-D3BB21ADEACD}"/>
              </a:ext>
            </a:extLst>
          </p:cNvPr>
          <p:cNvSpPr>
            <a:spLocks noChangeAspect="1"/>
          </p:cNvSpPr>
          <p:nvPr/>
        </p:nvSpPr>
        <p:spPr>
          <a:xfrm>
            <a:off x="8263123" y="2759866"/>
            <a:ext cx="453309" cy="436274"/>
          </a:xfrm>
          <a:prstGeom prst="flowChartConnector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69" name="流程图: 接点 168">
            <a:extLst>
              <a:ext uri="{FF2B5EF4-FFF2-40B4-BE49-F238E27FC236}">
                <a16:creationId xmlns:a16="http://schemas.microsoft.com/office/drawing/2014/main" id="{B1D41E38-786F-4B78-A61C-54337B5D38BD}"/>
              </a:ext>
            </a:extLst>
          </p:cNvPr>
          <p:cNvSpPr>
            <a:spLocks noChangeAspect="1"/>
          </p:cNvSpPr>
          <p:nvPr/>
        </p:nvSpPr>
        <p:spPr>
          <a:xfrm>
            <a:off x="2048573" y="3469032"/>
            <a:ext cx="453309" cy="436274"/>
          </a:xfrm>
          <a:prstGeom prst="flowChartConnector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70" name="文本框 169"/>
          <p:cNvSpPr txBox="1">
            <a:spLocks noChangeAspect="1"/>
          </p:cNvSpPr>
          <p:nvPr/>
        </p:nvSpPr>
        <p:spPr>
          <a:xfrm>
            <a:off x="1798610" y="2710735"/>
            <a:ext cx="737399" cy="109363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AE" altLang="zh-CN" sz="2400" b="1" dirty="0" smtClean="0"/>
              <a:t>……</a:t>
            </a:r>
            <a:endParaRPr lang="zh-CN" altLang="en-US" sz="2400" b="1" dirty="0"/>
          </a:p>
        </p:txBody>
      </p:sp>
      <p:cxnSp>
        <p:nvCxnSpPr>
          <p:cNvPr id="171" name="直接连接符 170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30" idx="6"/>
            <a:endCxn id="169" idx="2"/>
          </p:cNvCxnSpPr>
          <p:nvPr/>
        </p:nvCxnSpPr>
        <p:spPr>
          <a:xfrm>
            <a:off x="1395354" y="1868086"/>
            <a:ext cx="653219" cy="181908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2" name="直接连接符 171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31" idx="6"/>
            <a:endCxn id="169" idx="2"/>
          </p:cNvCxnSpPr>
          <p:nvPr/>
        </p:nvCxnSpPr>
        <p:spPr>
          <a:xfrm>
            <a:off x="1386686" y="2609795"/>
            <a:ext cx="661887" cy="107737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3" name="直接连接符 172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32" idx="6"/>
            <a:endCxn id="169" idx="2"/>
          </p:cNvCxnSpPr>
          <p:nvPr/>
        </p:nvCxnSpPr>
        <p:spPr>
          <a:xfrm flipV="1">
            <a:off x="1396282" y="3687169"/>
            <a:ext cx="652291" cy="21355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文本框 40"/>
          <p:cNvSpPr txBox="1"/>
          <p:nvPr/>
        </p:nvSpPr>
        <p:spPr>
          <a:xfrm>
            <a:off x="680573" y="4291925"/>
            <a:ext cx="958917" cy="400110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输入层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4" name="流程图: 接点 173">
            <a:extLst>
              <a:ext uri="{FF2B5EF4-FFF2-40B4-BE49-F238E27FC236}">
                <a16:creationId xmlns:a16="http://schemas.microsoft.com/office/drawing/2014/main" id="{BDFAF2B9-F17C-4264-986D-D3BB21ADEACD}"/>
              </a:ext>
            </a:extLst>
          </p:cNvPr>
          <p:cNvSpPr>
            <a:spLocks noChangeAspect="1"/>
          </p:cNvSpPr>
          <p:nvPr/>
        </p:nvSpPr>
        <p:spPr>
          <a:xfrm>
            <a:off x="3188170" y="575346"/>
            <a:ext cx="453309" cy="436274"/>
          </a:xfrm>
          <a:prstGeom prst="flowChartConnector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75" name="流程图: 接点 174">
            <a:extLst>
              <a:ext uri="{FF2B5EF4-FFF2-40B4-BE49-F238E27FC236}">
                <a16:creationId xmlns:a16="http://schemas.microsoft.com/office/drawing/2014/main" id="{BDFAF2B9-F17C-4264-986D-D3BB21ADEACD}"/>
              </a:ext>
            </a:extLst>
          </p:cNvPr>
          <p:cNvSpPr>
            <a:spLocks noChangeAspect="1"/>
          </p:cNvSpPr>
          <p:nvPr/>
        </p:nvSpPr>
        <p:spPr>
          <a:xfrm>
            <a:off x="3184043" y="1345084"/>
            <a:ext cx="453309" cy="436274"/>
          </a:xfrm>
          <a:prstGeom prst="flowChartConnector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76" name="流程图: 接点 175">
            <a:extLst>
              <a:ext uri="{FF2B5EF4-FFF2-40B4-BE49-F238E27FC236}">
                <a16:creationId xmlns:a16="http://schemas.microsoft.com/office/drawing/2014/main" id="{BDFAF2B9-F17C-4264-986D-D3BB21ADEACD}"/>
              </a:ext>
            </a:extLst>
          </p:cNvPr>
          <p:cNvSpPr>
            <a:spLocks noChangeAspect="1"/>
          </p:cNvSpPr>
          <p:nvPr/>
        </p:nvSpPr>
        <p:spPr>
          <a:xfrm>
            <a:off x="3175590" y="5025818"/>
            <a:ext cx="453309" cy="436274"/>
          </a:xfrm>
          <a:prstGeom prst="flowChartConnector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77" name="流程图: 接点 176">
            <a:extLst>
              <a:ext uri="{FF2B5EF4-FFF2-40B4-BE49-F238E27FC236}">
                <a16:creationId xmlns:a16="http://schemas.microsoft.com/office/drawing/2014/main" id="{B1D41E38-786F-4B78-A61C-54337B5D38BD}"/>
              </a:ext>
            </a:extLst>
          </p:cNvPr>
          <p:cNvSpPr>
            <a:spLocks noChangeAspect="1"/>
          </p:cNvSpPr>
          <p:nvPr/>
        </p:nvSpPr>
        <p:spPr>
          <a:xfrm>
            <a:off x="3182212" y="4251827"/>
            <a:ext cx="453309" cy="436274"/>
          </a:xfrm>
          <a:prstGeom prst="flowChartConnector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78" name="文本框 177"/>
          <p:cNvSpPr txBox="1">
            <a:spLocks noChangeAspect="1"/>
          </p:cNvSpPr>
          <p:nvPr/>
        </p:nvSpPr>
        <p:spPr>
          <a:xfrm>
            <a:off x="2935134" y="2695999"/>
            <a:ext cx="737399" cy="109363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AE" altLang="zh-CN" sz="2400" b="1" dirty="0" smtClean="0"/>
              <a:t>……</a:t>
            </a:r>
            <a:endParaRPr lang="zh-CN" altLang="en-US" sz="2400" b="1" dirty="0"/>
          </a:p>
        </p:txBody>
      </p:sp>
      <p:sp>
        <p:nvSpPr>
          <p:cNvPr id="179" name="流程图: 接点 178">
            <a:extLst>
              <a:ext uri="{FF2B5EF4-FFF2-40B4-BE49-F238E27FC236}">
                <a16:creationId xmlns:a16="http://schemas.microsoft.com/office/drawing/2014/main" id="{BDFAF2B9-F17C-4264-986D-D3BB21ADEACD}"/>
              </a:ext>
            </a:extLst>
          </p:cNvPr>
          <p:cNvSpPr>
            <a:spLocks noChangeAspect="1"/>
          </p:cNvSpPr>
          <p:nvPr/>
        </p:nvSpPr>
        <p:spPr>
          <a:xfrm>
            <a:off x="3179784" y="2114710"/>
            <a:ext cx="453309" cy="436274"/>
          </a:xfrm>
          <a:prstGeom prst="flowChartConnector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80" name="流程图: 接点 179">
            <a:extLst>
              <a:ext uri="{FF2B5EF4-FFF2-40B4-BE49-F238E27FC236}">
                <a16:creationId xmlns:a16="http://schemas.microsoft.com/office/drawing/2014/main" id="{BDFAF2B9-F17C-4264-986D-D3BB21ADEACD}"/>
              </a:ext>
            </a:extLst>
          </p:cNvPr>
          <p:cNvSpPr>
            <a:spLocks noChangeAspect="1"/>
          </p:cNvSpPr>
          <p:nvPr/>
        </p:nvSpPr>
        <p:spPr>
          <a:xfrm>
            <a:off x="3181615" y="3476297"/>
            <a:ext cx="453309" cy="436274"/>
          </a:xfrm>
          <a:prstGeom prst="flowChartConnector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81" name="流程图: 接点 180">
            <a:extLst>
              <a:ext uri="{FF2B5EF4-FFF2-40B4-BE49-F238E27FC236}">
                <a16:creationId xmlns:a16="http://schemas.microsoft.com/office/drawing/2014/main" id="{BDFAF2B9-F17C-4264-986D-D3BB21ADEACD}"/>
              </a:ext>
            </a:extLst>
          </p:cNvPr>
          <p:cNvSpPr>
            <a:spLocks noChangeAspect="1"/>
          </p:cNvSpPr>
          <p:nvPr/>
        </p:nvSpPr>
        <p:spPr>
          <a:xfrm>
            <a:off x="4945885" y="21765"/>
            <a:ext cx="453309" cy="436274"/>
          </a:xfrm>
          <a:prstGeom prst="flowChartConnector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82" name="流程图: 接点 181">
            <a:extLst>
              <a:ext uri="{FF2B5EF4-FFF2-40B4-BE49-F238E27FC236}">
                <a16:creationId xmlns:a16="http://schemas.microsoft.com/office/drawing/2014/main" id="{BDFAF2B9-F17C-4264-986D-D3BB21ADEACD}"/>
              </a:ext>
            </a:extLst>
          </p:cNvPr>
          <p:cNvSpPr>
            <a:spLocks noChangeAspect="1"/>
          </p:cNvSpPr>
          <p:nvPr/>
        </p:nvSpPr>
        <p:spPr>
          <a:xfrm>
            <a:off x="4948123" y="721470"/>
            <a:ext cx="453309" cy="436274"/>
          </a:xfrm>
          <a:prstGeom prst="flowChartConnector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83" name="流程图: 接点 182">
            <a:extLst>
              <a:ext uri="{FF2B5EF4-FFF2-40B4-BE49-F238E27FC236}">
                <a16:creationId xmlns:a16="http://schemas.microsoft.com/office/drawing/2014/main" id="{BDFAF2B9-F17C-4264-986D-D3BB21ADEACD}"/>
              </a:ext>
            </a:extLst>
          </p:cNvPr>
          <p:cNvSpPr>
            <a:spLocks noChangeAspect="1"/>
          </p:cNvSpPr>
          <p:nvPr/>
        </p:nvSpPr>
        <p:spPr>
          <a:xfrm>
            <a:off x="4931566" y="5570532"/>
            <a:ext cx="453309" cy="436274"/>
          </a:xfrm>
          <a:prstGeom prst="flowChartConnector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84" name="流程图: 接点 183">
            <a:extLst>
              <a:ext uri="{FF2B5EF4-FFF2-40B4-BE49-F238E27FC236}">
                <a16:creationId xmlns:a16="http://schemas.microsoft.com/office/drawing/2014/main" id="{B1D41E38-786F-4B78-A61C-54337B5D38BD}"/>
              </a:ext>
            </a:extLst>
          </p:cNvPr>
          <p:cNvSpPr>
            <a:spLocks noChangeAspect="1"/>
          </p:cNvSpPr>
          <p:nvPr/>
        </p:nvSpPr>
        <p:spPr>
          <a:xfrm>
            <a:off x="4945349" y="4873110"/>
            <a:ext cx="453309" cy="436274"/>
          </a:xfrm>
          <a:prstGeom prst="flowChartConnector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85" name="文本框 184"/>
          <p:cNvSpPr txBox="1">
            <a:spLocks noChangeAspect="1"/>
          </p:cNvSpPr>
          <p:nvPr/>
        </p:nvSpPr>
        <p:spPr>
          <a:xfrm>
            <a:off x="4689726" y="2716598"/>
            <a:ext cx="737399" cy="109363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AE" altLang="zh-CN" sz="2400" b="1" dirty="0" smtClean="0"/>
              <a:t>……</a:t>
            </a:r>
            <a:endParaRPr lang="zh-CN" altLang="en-US" sz="2400" b="1" dirty="0"/>
          </a:p>
        </p:txBody>
      </p:sp>
      <p:sp>
        <p:nvSpPr>
          <p:cNvPr id="186" name="流程图: 接点 185">
            <a:extLst>
              <a:ext uri="{FF2B5EF4-FFF2-40B4-BE49-F238E27FC236}">
                <a16:creationId xmlns:a16="http://schemas.microsoft.com/office/drawing/2014/main" id="{BDFAF2B9-F17C-4264-986D-D3BB21ADEACD}"/>
              </a:ext>
            </a:extLst>
          </p:cNvPr>
          <p:cNvSpPr>
            <a:spLocks noChangeAspect="1"/>
          </p:cNvSpPr>
          <p:nvPr/>
        </p:nvSpPr>
        <p:spPr>
          <a:xfrm>
            <a:off x="4946274" y="1413822"/>
            <a:ext cx="453309" cy="436274"/>
          </a:xfrm>
          <a:prstGeom prst="flowChartConnector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87" name="流程图: 接点 186">
            <a:extLst>
              <a:ext uri="{FF2B5EF4-FFF2-40B4-BE49-F238E27FC236}">
                <a16:creationId xmlns:a16="http://schemas.microsoft.com/office/drawing/2014/main" id="{BDFAF2B9-F17C-4264-986D-D3BB21ADEACD}"/>
              </a:ext>
            </a:extLst>
          </p:cNvPr>
          <p:cNvSpPr>
            <a:spLocks noChangeAspect="1"/>
          </p:cNvSpPr>
          <p:nvPr/>
        </p:nvSpPr>
        <p:spPr>
          <a:xfrm>
            <a:off x="4952488" y="4175688"/>
            <a:ext cx="453309" cy="436274"/>
          </a:xfrm>
          <a:prstGeom prst="flowChartConnector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88" name="流程图: 接点 187">
            <a:extLst>
              <a:ext uri="{FF2B5EF4-FFF2-40B4-BE49-F238E27FC236}">
                <a16:creationId xmlns:a16="http://schemas.microsoft.com/office/drawing/2014/main" id="{BDFAF2B9-F17C-4264-986D-D3BB21ADEACD}"/>
              </a:ext>
            </a:extLst>
          </p:cNvPr>
          <p:cNvSpPr>
            <a:spLocks noChangeAspect="1"/>
          </p:cNvSpPr>
          <p:nvPr/>
        </p:nvSpPr>
        <p:spPr>
          <a:xfrm>
            <a:off x="4946275" y="2111244"/>
            <a:ext cx="453309" cy="436274"/>
          </a:xfrm>
          <a:prstGeom prst="flowChartConnector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89" name="流程图: 接点 188">
            <a:extLst>
              <a:ext uri="{FF2B5EF4-FFF2-40B4-BE49-F238E27FC236}">
                <a16:creationId xmlns:a16="http://schemas.microsoft.com/office/drawing/2014/main" id="{BDFAF2B9-F17C-4264-986D-D3BB21ADEACD}"/>
              </a:ext>
            </a:extLst>
          </p:cNvPr>
          <p:cNvSpPr>
            <a:spLocks noChangeAspect="1"/>
          </p:cNvSpPr>
          <p:nvPr/>
        </p:nvSpPr>
        <p:spPr>
          <a:xfrm>
            <a:off x="4931567" y="3479763"/>
            <a:ext cx="453309" cy="436274"/>
          </a:xfrm>
          <a:prstGeom prst="flowChartConnector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91" name="流程图: 接点 190">
            <a:extLst>
              <a:ext uri="{FF2B5EF4-FFF2-40B4-BE49-F238E27FC236}">
                <a16:creationId xmlns:a16="http://schemas.microsoft.com/office/drawing/2014/main" id="{BDFAF2B9-F17C-4264-986D-D3BB21ADEACD}"/>
              </a:ext>
            </a:extLst>
          </p:cNvPr>
          <p:cNvSpPr>
            <a:spLocks noChangeAspect="1"/>
          </p:cNvSpPr>
          <p:nvPr/>
        </p:nvSpPr>
        <p:spPr>
          <a:xfrm>
            <a:off x="6836411" y="21765"/>
            <a:ext cx="453309" cy="436274"/>
          </a:xfrm>
          <a:prstGeom prst="flowChartConnector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92" name="流程图: 接点 191">
            <a:extLst>
              <a:ext uri="{FF2B5EF4-FFF2-40B4-BE49-F238E27FC236}">
                <a16:creationId xmlns:a16="http://schemas.microsoft.com/office/drawing/2014/main" id="{BDFAF2B9-F17C-4264-986D-D3BB21ADEACD}"/>
              </a:ext>
            </a:extLst>
          </p:cNvPr>
          <p:cNvSpPr>
            <a:spLocks noChangeAspect="1"/>
          </p:cNvSpPr>
          <p:nvPr/>
        </p:nvSpPr>
        <p:spPr>
          <a:xfrm>
            <a:off x="6836410" y="721470"/>
            <a:ext cx="453309" cy="436274"/>
          </a:xfrm>
          <a:prstGeom prst="flowChartConnector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93" name="流程图: 接点 192">
            <a:extLst>
              <a:ext uri="{FF2B5EF4-FFF2-40B4-BE49-F238E27FC236}">
                <a16:creationId xmlns:a16="http://schemas.microsoft.com/office/drawing/2014/main" id="{BDFAF2B9-F17C-4264-986D-D3BB21ADEACD}"/>
              </a:ext>
            </a:extLst>
          </p:cNvPr>
          <p:cNvSpPr>
            <a:spLocks noChangeAspect="1"/>
          </p:cNvSpPr>
          <p:nvPr/>
        </p:nvSpPr>
        <p:spPr>
          <a:xfrm>
            <a:off x="6851401" y="5565525"/>
            <a:ext cx="453309" cy="436274"/>
          </a:xfrm>
          <a:prstGeom prst="flowChartConnector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95" name="流程图: 接点 194">
            <a:extLst>
              <a:ext uri="{FF2B5EF4-FFF2-40B4-BE49-F238E27FC236}">
                <a16:creationId xmlns:a16="http://schemas.microsoft.com/office/drawing/2014/main" id="{B1D41E38-786F-4B78-A61C-54337B5D38BD}"/>
              </a:ext>
            </a:extLst>
          </p:cNvPr>
          <p:cNvSpPr>
            <a:spLocks noChangeAspect="1"/>
          </p:cNvSpPr>
          <p:nvPr/>
        </p:nvSpPr>
        <p:spPr>
          <a:xfrm>
            <a:off x="6845335" y="4872937"/>
            <a:ext cx="453309" cy="436274"/>
          </a:xfrm>
          <a:prstGeom prst="flowChartConnector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96" name="文本框 195"/>
          <p:cNvSpPr txBox="1">
            <a:spLocks noChangeAspect="1"/>
          </p:cNvSpPr>
          <p:nvPr/>
        </p:nvSpPr>
        <p:spPr>
          <a:xfrm>
            <a:off x="6576448" y="2718430"/>
            <a:ext cx="737399" cy="109363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AE" altLang="zh-CN" sz="2400" b="1" dirty="0" smtClean="0"/>
              <a:t>……</a:t>
            </a:r>
            <a:endParaRPr lang="zh-CN" altLang="en-US" sz="2400" b="1" dirty="0"/>
          </a:p>
        </p:txBody>
      </p:sp>
      <p:sp>
        <p:nvSpPr>
          <p:cNvPr id="197" name="流程图: 接点 196">
            <a:extLst>
              <a:ext uri="{FF2B5EF4-FFF2-40B4-BE49-F238E27FC236}">
                <a16:creationId xmlns:a16="http://schemas.microsoft.com/office/drawing/2014/main" id="{BDFAF2B9-F17C-4264-986D-D3BB21ADEACD}"/>
              </a:ext>
            </a:extLst>
          </p:cNvPr>
          <p:cNvSpPr>
            <a:spLocks noChangeAspect="1"/>
          </p:cNvSpPr>
          <p:nvPr/>
        </p:nvSpPr>
        <p:spPr>
          <a:xfrm>
            <a:off x="6834562" y="1422919"/>
            <a:ext cx="453309" cy="436274"/>
          </a:xfrm>
          <a:prstGeom prst="flowChartConnector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98" name="流程图: 接点 197">
            <a:extLst>
              <a:ext uri="{FF2B5EF4-FFF2-40B4-BE49-F238E27FC236}">
                <a16:creationId xmlns:a16="http://schemas.microsoft.com/office/drawing/2014/main" id="{BDFAF2B9-F17C-4264-986D-D3BB21ADEACD}"/>
              </a:ext>
            </a:extLst>
          </p:cNvPr>
          <p:cNvSpPr>
            <a:spLocks noChangeAspect="1"/>
          </p:cNvSpPr>
          <p:nvPr/>
        </p:nvSpPr>
        <p:spPr>
          <a:xfrm>
            <a:off x="6839704" y="4175515"/>
            <a:ext cx="453309" cy="436274"/>
          </a:xfrm>
          <a:prstGeom prst="flowChartConnector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99" name="流程图: 接点 198">
            <a:extLst>
              <a:ext uri="{FF2B5EF4-FFF2-40B4-BE49-F238E27FC236}">
                <a16:creationId xmlns:a16="http://schemas.microsoft.com/office/drawing/2014/main" id="{BDFAF2B9-F17C-4264-986D-D3BB21ADEACD}"/>
              </a:ext>
            </a:extLst>
          </p:cNvPr>
          <p:cNvSpPr>
            <a:spLocks noChangeAspect="1"/>
          </p:cNvSpPr>
          <p:nvPr/>
        </p:nvSpPr>
        <p:spPr>
          <a:xfrm>
            <a:off x="6833638" y="2112977"/>
            <a:ext cx="453309" cy="436274"/>
          </a:xfrm>
          <a:prstGeom prst="flowChartConnector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200" name="流程图: 接点 199">
            <a:extLst>
              <a:ext uri="{FF2B5EF4-FFF2-40B4-BE49-F238E27FC236}">
                <a16:creationId xmlns:a16="http://schemas.microsoft.com/office/drawing/2014/main" id="{BDFAF2B9-F17C-4264-986D-D3BB21ADEACD}"/>
              </a:ext>
            </a:extLst>
          </p:cNvPr>
          <p:cNvSpPr>
            <a:spLocks noChangeAspect="1"/>
          </p:cNvSpPr>
          <p:nvPr/>
        </p:nvSpPr>
        <p:spPr>
          <a:xfrm>
            <a:off x="6833638" y="3469032"/>
            <a:ext cx="453309" cy="436274"/>
          </a:xfrm>
          <a:prstGeom prst="flowChartConnector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cxnSp>
        <p:nvCxnSpPr>
          <p:cNvPr id="210" name="直接连接符 209">
            <a:extLst>
              <a:ext uri="{FF2B5EF4-FFF2-40B4-BE49-F238E27FC236}">
                <a16:creationId xmlns:a16="http://schemas.microsoft.com/office/drawing/2014/main" id="{78EA912F-B0E3-41C6-82EC-89595CDCF708}"/>
              </a:ext>
            </a:extLst>
          </p:cNvPr>
          <p:cNvCxnSpPr>
            <a:cxnSpLocks noChangeAspect="1"/>
            <a:stCxn id="159" idx="2"/>
            <a:endCxn id="199" idx="6"/>
          </p:cNvCxnSpPr>
          <p:nvPr/>
        </p:nvCxnSpPr>
        <p:spPr>
          <a:xfrm flipH="1" flipV="1">
            <a:off x="7286947" y="2331114"/>
            <a:ext cx="976176" cy="64688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3" name="直接连接符 212">
            <a:extLst>
              <a:ext uri="{FF2B5EF4-FFF2-40B4-BE49-F238E27FC236}">
                <a16:creationId xmlns:a16="http://schemas.microsoft.com/office/drawing/2014/main" id="{78EA912F-B0E3-41C6-82EC-89595CDCF708}"/>
              </a:ext>
            </a:extLst>
          </p:cNvPr>
          <p:cNvCxnSpPr>
            <a:cxnSpLocks noChangeAspect="1"/>
            <a:stCxn id="159" idx="2"/>
            <a:endCxn id="200" idx="6"/>
          </p:cNvCxnSpPr>
          <p:nvPr/>
        </p:nvCxnSpPr>
        <p:spPr>
          <a:xfrm flipH="1">
            <a:off x="7286947" y="2978003"/>
            <a:ext cx="976176" cy="70916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6" name="直接连接符 215">
            <a:extLst>
              <a:ext uri="{FF2B5EF4-FFF2-40B4-BE49-F238E27FC236}">
                <a16:creationId xmlns:a16="http://schemas.microsoft.com/office/drawing/2014/main" id="{78EA912F-B0E3-41C6-82EC-89595CDCF708}"/>
              </a:ext>
            </a:extLst>
          </p:cNvPr>
          <p:cNvCxnSpPr>
            <a:cxnSpLocks noChangeAspect="1"/>
            <a:stCxn id="159" idx="2"/>
            <a:endCxn id="198" idx="6"/>
          </p:cNvCxnSpPr>
          <p:nvPr/>
        </p:nvCxnSpPr>
        <p:spPr>
          <a:xfrm flipH="1">
            <a:off x="7293013" y="2978003"/>
            <a:ext cx="970110" cy="141564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9" name="直接连接符 218">
            <a:extLst>
              <a:ext uri="{FF2B5EF4-FFF2-40B4-BE49-F238E27FC236}">
                <a16:creationId xmlns:a16="http://schemas.microsoft.com/office/drawing/2014/main" id="{78EA912F-B0E3-41C6-82EC-89595CDCF708}"/>
              </a:ext>
            </a:extLst>
          </p:cNvPr>
          <p:cNvCxnSpPr>
            <a:cxnSpLocks noChangeAspect="1"/>
            <a:stCxn id="159" idx="2"/>
            <a:endCxn id="195" idx="6"/>
          </p:cNvCxnSpPr>
          <p:nvPr/>
        </p:nvCxnSpPr>
        <p:spPr>
          <a:xfrm flipH="1">
            <a:off x="7298644" y="2978003"/>
            <a:ext cx="964479" cy="211307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2" name="直接连接符 221">
            <a:extLst>
              <a:ext uri="{FF2B5EF4-FFF2-40B4-BE49-F238E27FC236}">
                <a16:creationId xmlns:a16="http://schemas.microsoft.com/office/drawing/2014/main" id="{78EA912F-B0E3-41C6-82EC-89595CDCF708}"/>
              </a:ext>
            </a:extLst>
          </p:cNvPr>
          <p:cNvCxnSpPr>
            <a:cxnSpLocks noChangeAspect="1"/>
            <a:stCxn id="159" idx="2"/>
            <a:endCxn id="193" idx="6"/>
          </p:cNvCxnSpPr>
          <p:nvPr/>
        </p:nvCxnSpPr>
        <p:spPr>
          <a:xfrm flipH="1">
            <a:off x="7304710" y="2978003"/>
            <a:ext cx="958413" cy="280565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5" name="直接连接符 224">
            <a:extLst>
              <a:ext uri="{FF2B5EF4-FFF2-40B4-BE49-F238E27FC236}">
                <a16:creationId xmlns:a16="http://schemas.microsoft.com/office/drawing/2014/main" id="{78EA912F-B0E3-41C6-82EC-89595CDCF708}"/>
              </a:ext>
            </a:extLst>
          </p:cNvPr>
          <p:cNvCxnSpPr>
            <a:cxnSpLocks noChangeAspect="1"/>
            <a:stCxn id="174" idx="2"/>
            <a:endCxn id="155" idx="6"/>
          </p:cNvCxnSpPr>
          <p:nvPr/>
        </p:nvCxnSpPr>
        <p:spPr>
          <a:xfrm flipH="1">
            <a:off x="2499472" y="793483"/>
            <a:ext cx="688698" cy="67689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8" name="直接连接符 227">
            <a:extLst>
              <a:ext uri="{FF2B5EF4-FFF2-40B4-BE49-F238E27FC236}">
                <a16:creationId xmlns:a16="http://schemas.microsoft.com/office/drawing/2014/main" id="{78EA912F-B0E3-41C6-82EC-89595CDCF708}"/>
              </a:ext>
            </a:extLst>
          </p:cNvPr>
          <p:cNvCxnSpPr>
            <a:cxnSpLocks noChangeAspect="1"/>
            <a:stCxn id="175" idx="2"/>
            <a:endCxn id="155" idx="6"/>
          </p:cNvCxnSpPr>
          <p:nvPr/>
        </p:nvCxnSpPr>
        <p:spPr>
          <a:xfrm flipH="1" flipV="1">
            <a:off x="2499472" y="1470378"/>
            <a:ext cx="684571" cy="928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1" name="直接连接符 230">
            <a:extLst>
              <a:ext uri="{FF2B5EF4-FFF2-40B4-BE49-F238E27FC236}">
                <a16:creationId xmlns:a16="http://schemas.microsoft.com/office/drawing/2014/main" id="{78EA912F-B0E3-41C6-82EC-89595CDCF708}"/>
              </a:ext>
            </a:extLst>
          </p:cNvPr>
          <p:cNvCxnSpPr>
            <a:cxnSpLocks noChangeAspect="1"/>
            <a:stCxn id="179" idx="2"/>
            <a:endCxn id="155" idx="6"/>
          </p:cNvCxnSpPr>
          <p:nvPr/>
        </p:nvCxnSpPr>
        <p:spPr>
          <a:xfrm flipH="1" flipV="1">
            <a:off x="2499472" y="1470378"/>
            <a:ext cx="680312" cy="86246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4" name="直接连接符 233">
            <a:extLst>
              <a:ext uri="{FF2B5EF4-FFF2-40B4-BE49-F238E27FC236}">
                <a16:creationId xmlns:a16="http://schemas.microsoft.com/office/drawing/2014/main" id="{78EA912F-B0E3-41C6-82EC-89595CDCF708}"/>
              </a:ext>
            </a:extLst>
          </p:cNvPr>
          <p:cNvCxnSpPr>
            <a:cxnSpLocks noChangeAspect="1"/>
            <a:stCxn id="180" idx="2"/>
            <a:endCxn id="155" idx="6"/>
          </p:cNvCxnSpPr>
          <p:nvPr/>
        </p:nvCxnSpPr>
        <p:spPr>
          <a:xfrm flipH="1" flipV="1">
            <a:off x="2499472" y="1470378"/>
            <a:ext cx="682143" cy="222405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7" name="直接连接符 236">
            <a:extLst>
              <a:ext uri="{FF2B5EF4-FFF2-40B4-BE49-F238E27FC236}">
                <a16:creationId xmlns:a16="http://schemas.microsoft.com/office/drawing/2014/main" id="{78EA912F-B0E3-41C6-82EC-89595CDCF708}"/>
              </a:ext>
            </a:extLst>
          </p:cNvPr>
          <p:cNvCxnSpPr>
            <a:cxnSpLocks noChangeAspect="1"/>
            <a:stCxn id="177" idx="2"/>
            <a:endCxn id="155" idx="6"/>
          </p:cNvCxnSpPr>
          <p:nvPr/>
        </p:nvCxnSpPr>
        <p:spPr>
          <a:xfrm flipH="1" flipV="1">
            <a:off x="2499472" y="1470378"/>
            <a:ext cx="682740" cy="299958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0" name="直接连接符 239">
            <a:extLst>
              <a:ext uri="{FF2B5EF4-FFF2-40B4-BE49-F238E27FC236}">
                <a16:creationId xmlns:a16="http://schemas.microsoft.com/office/drawing/2014/main" id="{78EA912F-B0E3-41C6-82EC-89595CDCF708}"/>
              </a:ext>
            </a:extLst>
          </p:cNvPr>
          <p:cNvCxnSpPr>
            <a:cxnSpLocks noChangeAspect="1"/>
            <a:stCxn id="176" idx="2"/>
            <a:endCxn id="155" idx="6"/>
          </p:cNvCxnSpPr>
          <p:nvPr/>
        </p:nvCxnSpPr>
        <p:spPr>
          <a:xfrm flipH="1" flipV="1">
            <a:off x="2499472" y="1470378"/>
            <a:ext cx="676118" cy="37735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3" name="直接连接符 242">
            <a:extLst>
              <a:ext uri="{FF2B5EF4-FFF2-40B4-BE49-F238E27FC236}">
                <a16:creationId xmlns:a16="http://schemas.microsoft.com/office/drawing/2014/main" id="{78EA912F-B0E3-41C6-82EC-89595CDCF708}"/>
              </a:ext>
            </a:extLst>
          </p:cNvPr>
          <p:cNvCxnSpPr>
            <a:cxnSpLocks noChangeAspect="1"/>
            <a:stCxn id="174" idx="2"/>
            <a:endCxn id="156" idx="6"/>
          </p:cNvCxnSpPr>
          <p:nvPr/>
        </p:nvCxnSpPr>
        <p:spPr>
          <a:xfrm flipH="1">
            <a:off x="2497688" y="793483"/>
            <a:ext cx="690482" cy="153989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6" name="直接连接符 245">
            <a:extLst>
              <a:ext uri="{FF2B5EF4-FFF2-40B4-BE49-F238E27FC236}">
                <a16:creationId xmlns:a16="http://schemas.microsoft.com/office/drawing/2014/main" id="{78EA912F-B0E3-41C6-82EC-89595CDCF708}"/>
              </a:ext>
            </a:extLst>
          </p:cNvPr>
          <p:cNvCxnSpPr>
            <a:cxnSpLocks noChangeAspect="1"/>
            <a:stCxn id="175" idx="2"/>
            <a:endCxn id="156" idx="6"/>
          </p:cNvCxnSpPr>
          <p:nvPr/>
        </p:nvCxnSpPr>
        <p:spPr>
          <a:xfrm flipH="1">
            <a:off x="2497688" y="1563221"/>
            <a:ext cx="686355" cy="7701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9" name="直接连接符 248">
            <a:extLst>
              <a:ext uri="{FF2B5EF4-FFF2-40B4-BE49-F238E27FC236}">
                <a16:creationId xmlns:a16="http://schemas.microsoft.com/office/drawing/2014/main" id="{78EA912F-B0E3-41C6-82EC-89595CDCF708}"/>
              </a:ext>
            </a:extLst>
          </p:cNvPr>
          <p:cNvCxnSpPr>
            <a:cxnSpLocks noChangeAspect="1"/>
            <a:stCxn id="179" idx="2"/>
            <a:endCxn id="156" idx="6"/>
          </p:cNvCxnSpPr>
          <p:nvPr/>
        </p:nvCxnSpPr>
        <p:spPr>
          <a:xfrm flipH="1">
            <a:off x="2497688" y="2332847"/>
            <a:ext cx="682096" cy="53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2" name="直接连接符 251">
            <a:extLst>
              <a:ext uri="{FF2B5EF4-FFF2-40B4-BE49-F238E27FC236}">
                <a16:creationId xmlns:a16="http://schemas.microsoft.com/office/drawing/2014/main" id="{78EA912F-B0E3-41C6-82EC-89595CDCF708}"/>
              </a:ext>
            </a:extLst>
          </p:cNvPr>
          <p:cNvCxnSpPr>
            <a:cxnSpLocks noChangeAspect="1"/>
            <a:stCxn id="180" idx="2"/>
            <a:endCxn id="156" idx="6"/>
          </p:cNvCxnSpPr>
          <p:nvPr/>
        </p:nvCxnSpPr>
        <p:spPr>
          <a:xfrm flipH="1" flipV="1">
            <a:off x="2497688" y="2333379"/>
            <a:ext cx="683927" cy="136105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5" name="直接连接符 254">
            <a:extLst>
              <a:ext uri="{FF2B5EF4-FFF2-40B4-BE49-F238E27FC236}">
                <a16:creationId xmlns:a16="http://schemas.microsoft.com/office/drawing/2014/main" id="{78EA912F-B0E3-41C6-82EC-89595CDCF708}"/>
              </a:ext>
            </a:extLst>
          </p:cNvPr>
          <p:cNvCxnSpPr>
            <a:cxnSpLocks noChangeAspect="1"/>
            <a:stCxn id="177" idx="2"/>
            <a:endCxn id="156" idx="6"/>
          </p:cNvCxnSpPr>
          <p:nvPr/>
        </p:nvCxnSpPr>
        <p:spPr>
          <a:xfrm flipH="1" flipV="1">
            <a:off x="2497688" y="2333379"/>
            <a:ext cx="684524" cy="213658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8" name="直接连接符 257">
            <a:extLst>
              <a:ext uri="{FF2B5EF4-FFF2-40B4-BE49-F238E27FC236}">
                <a16:creationId xmlns:a16="http://schemas.microsoft.com/office/drawing/2014/main" id="{78EA912F-B0E3-41C6-82EC-89595CDCF708}"/>
              </a:ext>
            </a:extLst>
          </p:cNvPr>
          <p:cNvCxnSpPr>
            <a:cxnSpLocks noChangeAspect="1"/>
            <a:stCxn id="176" idx="2"/>
            <a:endCxn id="156" idx="6"/>
          </p:cNvCxnSpPr>
          <p:nvPr/>
        </p:nvCxnSpPr>
        <p:spPr>
          <a:xfrm flipH="1" flipV="1">
            <a:off x="2497688" y="2333379"/>
            <a:ext cx="677902" cy="291057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1" name="直接连接符 260">
            <a:extLst>
              <a:ext uri="{FF2B5EF4-FFF2-40B4-BE49-F238E27FC236}">
                <a16:creationId xmlns:a16="http://schemas.microsoft.com/office/drawing/2014/main" id="{78EA912F-B0E3-41C6-82EC-89595CDCF708}"/>
              </a:ext>
            </a:extLst>
          </p:cNvPr>
          <p:cNvCxnSpPr>
            <a:cxnSpLocks noChangeAspect="1"/>
            <a:stCxn id="174" idx="2"/>
            <a:endCxn id="169" idx="6"/>
          </p:cNvCxnSpPr>
          <p:nvPr/>
        </p:nvCxnSpPr>
        <p:spPr>
          <a:xfrm flipH="1">
            <a:off x="2501882" y="793483"/>
            <a:ext cx="686288" cy="289368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5" name="直接连接符 264">
            <a:extLst>
              <a:ext uri="{FF2B5EF4-FFF2-40B4-BE49-F238E27FC236}">
                <a16:creationId xmlns:a16="http://schemas.microsoft.com/office/drawing/2014/main" id="{78EA912F-B0E3-41C6-82EC-89595CDCF708}"/>
              </a:ext>
            </a:extLst>
          </p:cNvPr>
          <p:cNvCxnSpPr>
            <a:cxnSpLocks noChangeAspect="1"/>
            <a:stCxn id="175" idx="2"/>
            <a:endCxn id="169" idx="6"/>
          </p:cNvCxnSpPr>
          <p:nvPr/>
        </p:nvCxnSpPr>
        <p:spPr>
          <a:xfrm flipH="1">
            <a:off x="2501882" y="1563221"/>
            <a:ext cx="682161" cy="212394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8" name="直接连接符 267">
            <a:extLst>
              <a:ext uri="{FF2B5EF4-FFF2-40B4-BE49-F238E27FC236}">
                <a16:creationId xmlns:a16="http://schemas.microsoft.com/office/drawing/2014/main" id="{78EA912F-B0E3-41C6-82EC-89595CDCF708}"/>
              </a:ext>
            </a:extLst>
          </p:cNvPr>
          <p:cNvCxnSpPr>
            <a:cxnSpLocks noChangeAspect="1"/>
            <a:stCxn id="179" idx="2"/>
            <a:endCxn id="169" idx="6"/>
          </p:cNvCxnSpPr>
          <p:nvPr/>
        </p:nvCxnSpPr>
        <p:spPr>
          <a:xfrm flipH="1">
            <a:off x="2501882" y="2332847"/>
            <a:ext cx="677902" cy="135432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2" name="直接连接符 271">
            <a:extLst>
              <a:ext uri="{FF2B5EF4-FFF2-40B4-BE49-F238E27FC236}">
                <a16:creationId xmlns:a16="http://schemas.microsoft.com/office/drawing/2014/main" id="{78EA912F-B0E3-41C6-82EC-89595CDCF708}"/>
              </a:ext>
            </a:extLst>
          </p:cNvPr>
          <p:cNvCxnSpPr>
            <a:cxnSpLocks noChangeAspect="1"/>
            <a:stCxn id="174" idx="2"/>
            <a:endCxn id="157" idx="6"/>
          </p:cNvCxnSpPr>
          <p:nvPr/>
        </p:nvCxnSpPr>
        <p:spPr>
          <a:xfrm flipH="1">
            <a:off x="2503516" y="793483"/>
            <a:ext cx="684654" cy="381059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5" name="直接连接符 274">
            <a:extLst>
              <a:ext uri="{FF2B5EF4-FFF2-40B4-BE49-F238E27FC236}">
                <a16:creationId xmlns:a16="http://schemas.microsoft.com/office/drawing/2014/main" id="{78EA912F-B0E3-41C6-82EC-89595CDCF708}"/>
              </a:ext>
            </a:extLst>
          </p:cNvPr>
          <p:cNvCxnSpPr>
            <a:cxnSpLocks noChangeAspect="1"/>
            <a:stCxn id="175" idx="2"/>
            <a:endCxn id="157" idx="6"/>
          </p:cNvCxnSpPr>
          <p:nvPr/>
        </p:nvCxnSpPr>
        <p:spPr>
          <a:xfrm flipH="1">
            <a:off x="2503516" y="1563221"/>
            <a:ext cx="680527" cy="304085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8" name="直接连接符 277">
            <a:extLst>
              <a:ext uri="{FF2B5EF4-FFF2-40B4-BE49-F238E27FC236}">
                <a16:creationId xmlns:a16="http://schemas.microsoft.com/office/drawing/2014/main" id="{78EA912F-B0E3-41C6-82EC-89595CDCF708}"/>
              </a:ext>
            </a:extLst>
          </p:cNvPr>
          <p:cNvCxnSpPr>
            <a:cxnSpLocks noChangeAspect="1"/>
            <a:stCxn id="179" idx="2"/>
            <a:endCxn id="157" idx="6"/>
          </p:cNvCxnSpPr>
          <p:nvPr/>
        </p:nvCxnSpPr>
        <p:spPr>
          <a:xfrm flipH="1">
            <a:off x="2503516" y="2332847"/>
            <a:ext cx="676268" cy="227122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4" name="直接连接符 283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57" idx="6"/>
            <a:endCxn id="180" idx="2"/>
          </p:cNvCxnSpPr>
          <p:nvPr/>
        </p:nvCxnSpPr>
        <p:spPr>
          <a:xfrm flipV="1">
            <a:off x="2503516" y="3694434"/>
            <a:ext cx="678099" cy="90963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7" name="直接连接符 286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57" idx="6"/>
            <a:endCxn id="177" idx="2"/>
          </p:cNvCxnSpPr>
          <p:nvPr/>
        </p:nvCxnSpPr>
        <p:spPr>
          <a:xfrm flipV="1">
            <a:off x="2503516" y="4469964"/>
            <a:ext cx="678696" cy="13410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0" name="直接连接符 289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57" idx="6"/>
            <a:endCxn id="176" idx="2"/>
          </p:cNvCxnSpPr>
          <p:nvPr/>
        </p:nvCxnSpPr>
        <p:spPr>
          <a:xfrm>
            <a:off x="2503516" y="4604073"/>
            <a:ext cx="672074" cy="63988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3" name="直接连接符 292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69" idx="6"/>
            <a:endCxn id="180" idx="2"/>
          </p:cNvCxnSpPr>
          <p:nvPr/>
        </p:nvCxnSpPr>
        <p:spPr>
          <a:xfrm>
            <a:off x="2501882" y="3687169"/>
            <a:ext cx="679733" cy="726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6" name="直接连接符 295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69" idx="6"/>
            <a:endCxn id="177" idx="2"/>
          </p:cNvCxnSpPr>
          <p:nvPr/>
        </p:nvCxnSpPr>
        <p:spPr>
          <a:xfrm>
            <a:off x="2501882" y="3687169"/>
            <a:ext cx="680330" cy="78279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9" name="直接连接符 298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69" idx="6"/>
            <a:endCxn id="176" idx="2"/>
          </p:cNvCxnSpPr>
          <p:nvPr/>
        </p:nvCxnSpPr>
        <p:spPr>
          <a:xfrm>
            <a:off x="2501882" y="3687169"/>
            <a:ext cx="673708" cy="155678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2" name="直接连接符 301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74" idx="6"/>
            <a:endCxn id="181" idx="2"/>
          </p:cNvCxnSpPr>
          <p:nvPr/>
        </p:nvCxnSpPr>
        <p:spPr>
          <a:xfrm flipV="1">
            <a:off x="3641479" y="239902"/>
            <a:ext cx="1304406" cy="55358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5" name="直接连接符 304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74" idx="6"/>
            <a:endCxn id="182" idx="2"/>
          </p:cNvCxnSpPr>
          <p:nvPr/>
        </p:nvCxnSpPr>
        <p:spPr>
          <a:xfrm>
            <a:off x="3641479" y="793483"/>
            <a:ext cx="1306644" cy="14612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8" name="直接连接符 307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74" idx="6"/>
            <a:endCxn id="186" idx="2"/>
          </p:cNvCxnSpPr>
          <p:nvPr/>
        </p:nvCxnSpPr>
        <p:spPr>
          <a:xfrm>
            <a:off x="3641479" y="793483"/>
            <a:ext cx="1304795" cy="83847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1" name="直接连接符 310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74" idx="6"/>
            <a:endCxn id="188" idx="2"/>
          </p:cNvCxnSpPr>
          <p:nvPr/>
        </p:nvCxnSpPr>
        <p:spPr>
          <a:xfrm>
            <a:off x="3641479" y="793483"/>
            <a:ext cx="1304796" cy="153589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4" name="直接连接符 313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74" idx="6"/>
            <a:endCxn id="189" idx="2"/>
          </p:cNvCxnSpPr>
          <p:nvPr/>
        </p:nvCxnSpPr>
        <p:spPr>
          <a:xfrm>
            <a:off x="3641479" y="793483"/>
            <a:ext cx="1290088" cy="290441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7" name="直接连接符 316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74" idx="6"/>
            <a:endCxn id="187" idx="2"/>
          </p:cNvCxnSpPr>
          <p:nvPr/>
        </p:nvCxnSpPr>
        <p:spPr>
          <a:xfrm>
            <a:off x="3641479" y="793483"/>
            <a:ext cx="1311009" cy="36003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0" name="直接连接符 319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74" idx="6"/>
            <a:endCxn id="184" idx="2"/>
          </p:cNvCxnSpPr>
          <p:nvPr/>
        </p:nvCxnSpPr>
        <p:spPr>
          <a:xfrm>
            <a:off x="3641479" y="793483"/>
            <a:ext cx="1303870" cy="429776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3" name="直接连接符 322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74" idx="6"/>
            <a:endCxn id="183" idx="2"/>
          </p:cNvCxnSpPr>
          <p:nvPr/>
        </p:nvCxnSpPr>
        <p:spPr>
          <a:xfrm>
            <a:off x="3641479" y="793483"/>
            <a:ext cx="1290087" cy="499518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6" name="直接连接符 325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75" idx="6"/>
            <a:endCxn id="181" idx="2"/>
          </p:cNvCxnSpPr>
          <p:nvPr/>
        </p:nvCxnSpPr>
        <p:spPr>
          <a:xfrm flipV="1">
            <a:off x="3637352" y="239902"/>
            <a:ext cx="1308533" cy="132331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9" name="直接连接符 328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75" idx="6"/>
            <a:endCxn id="182" idx="2"/>
          </p:cNvCxnSpPr>
          <p:nvPr/>
        </p:nvCxnSpPr>
        <p:spPr>
          <a:xfrm flipV="1">
            <a:off x="3637352" y="939607"/>
            <a:ext cx="1310771" cy="62361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2" name="直接连接符 331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75" idx="6"/>
            <a:endCxn id="186" idx="2"/>
          </p:cNvCxnSpPr>
          <p:nvPr/>
        </p:nvCxnSpPr>
        <p:spPr>
          <a:xfrm>
            <a:off x="3637352" y="1563221"/>
            <a:ext cx="1308922" cy="6873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5" name="直接连接符 334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75" idx="6"/>
            <a:endCxn id="188" idx="2"/>
          </p:cNvCxnSpPr>
          <p:nvPr/>
        </p:nvCxnSpPr>
        <p:spPr>
          <a:xfrm>
            <a:off x="3637352" y="1563221"/>
            <a:ext cx="1308923" cy="76616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8" name="直接连接符 337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75" idx="6"/>
            <a:endCxn id="189" idx="2"/>
          </p:cNvCxnSpPr>
          <p:nvPr/>
        </p:nvCxnSpPr>
        <p:spPr>
          <a:xfrm>
            <a:off x="3637352" y="1563221"/>
            <a:ext cx="1294215" cy="213467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1" name="直接连接符 340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75" idx="6"/>
            <a:endCxn id="187" idx="2"/>
          </p:cNvCxnSpPr>
          <p:nvPr/>
        </p:nvCxnSpPr>
        <p:spPr>
          <a:xfrm>
            <a:off x="3637352" y="1563221"/>
            <a:ext cx="1315136" cy="283060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4" name="直接连接符 343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75" idx="6"/>
            <a:endCxn id="187" idx="2"/>
          </p:cNvCxnSpPr>
          <p:nvPr/>
        </p:nvCxnSpPr>
        <p:spPr>
          <a:xfrm>
            <a:off x="3637352" y="1563221"/>
            <a:ext cx="1315136" cy="283060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8" name="直接连接符 347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75" idx="6"/>
            <a:endCxn id="184" idx="2"/>
          </p:cNvCxnSpPr>
          <p:nvPr/>
        </p:nvCxnSpPr>
        <p:spPr>
          <a:xfrm>
            <a:off x="3637352" y="1563221"/>
            <a:ext cx="1307997" cy="352802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1" name="直接连接符 350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75" idx="6"/>
            <a:endCxn id="183" idx="2"/>
          </p:cNvCxnSpPr>
          <p:nvPr/>
        </p:nvCxnSpPr>
        <p:spPr>
          <a:xfrm>
            <a:off x="3637352" y="1563221"/>
            <a:ext cx="1294214" cy="422544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4" name="直接连接符 353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79" idx="6"/>
            <a:endCxn id="181" idx="2"/>
          </p:cNvCxnSpPr>
          <p:nvPr/>
        </p:nvCxnSpPr>
        <p:spPr>
          <a:xfrm flipV="1">
            <a:off x="3633093" y="239902"/>
            <a:ext cx="1312792" cy="209294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7" name="直接连接符 356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79" idx="6"/>
            <a:endCxn id="182" idx="2"/>
          </p:cNvCxnSpPr>
          <p:nvPr/>
        </p:nvCxnSpPr>
        <p:spPr>
          <a:xfrm flipV="1">
            <a:off x="3633093" y="939607"/>
            <a:ext cx="1315030" cy="139324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4" name="直接连接符 363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79" idx="6"/>
            <a:endCxn id="186" idx="2"/>
          </p:cNvCxnSpPr>
          <p:nvPr/>
        </p:nvCxnSpPr>
        <p:spPr>
          <a:xfrm flipV="1">
            <a:off x="3633093" y="1631959"/>
            <a:ext cx="1313181" cy="7008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7" name="直接连接符 366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79" idx="6"/>
            <a:endCxn id="188" idx="2"/>
          </p:cNvCxnSpPr>
          <p:nvPr/>
        </p:nvCxnSpPr>
        <p:spPr>
          <a:xfrm flipV="1">
            <a:off x="3633093" y="2329381"/>
            <a:ext cx="1313182" cy="346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0" name="直接连接符 369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79" idx="6"/>
            <a:endCxn id="189" idx="2"/>
          </p:cNvCxnSpPr>
          <p:nvPr/>
        </p:nvCxnSpPr>
        <p:spPr>
          <a:xfrm>
            <a:off x="3633093" y="2332847"/>
            <a:ext cx="1298474" cy="136505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3" name="直接连接符 372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79" idx="6"/>
            <a:endCxn id="187" idx="2"/>
          </p:cNvCxnSpPr>
          <p:nvPr/>
        </p:nvCxnSpPr>
        <p:spPr>
          <a:xfrm>
            <a:off x="3633093" y="2332847"/>
            <a:ext cx="1319395" cy="206097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6" name="直接连接符 375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79" idx="6"/>
            <a:endCxn id="184" idx="2"/>
          </p:cNvCxnSpPr>
          <p:nvPr/>
        </p:nvCxnSpPr>
        <p:spPr>
          <a:xfrm>
            <a:off x="3633093" y="2332847"/>
            <a:ext cx="1312256" cy="2758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9" name="直接连接符 378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79" idx="6"/>
            <a:endCxn id="183" idx="2"/>
          </p:cNvCxnSpPr>
          <p:nvPr/>
        </p:nvCxnSpPr>
        <p:spPr>
          <a:xfrm>
            <a:off x="3633093" y="2332847"/>
            <a:ext cx="1298473" cy="345582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2" name="直接连接符 381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80" idx="6"/>
            <a:endCxn id="189" idx="2"/>
          </p:cNvCxnSpPr>
          <p:nvPr/>
        </p:nvCxnSpPr>
        <p:spPr>
          <a:xfrm>
            <a:off x="3634924" y="3694434"/>
            <a:ext cx="1296643" cy="346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6" name="直接连接符 385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80" idx="6"/>
            <a:endCxn id="187" idx="2"/>
          </p:cNvCxnSpPr>
          <p:nvPr/>
        </p:nvCxnSpPr>
        <p:spPr>
          <a:xfrm>
            <a:off x="3634924" y="3694434"/>
            <a:ext cx="1317564" cy="6993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9" name="直接连接符 388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80" idx="6"/>
            <a:endCxn id="184" idx="2"/>
          </p:cNvCxnSpPr>
          <p:nvPr/>
        </p:nvCxnSpPr>
        <p:spPr>
          <a:xfrm>
            <a:off x="3634924" y="3694434"/>
            <a:ext cx="1310425" cy="139681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2" name="直接连接符 391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80" idx="6"/>
            <a:endCxn id="183" idx="2"/>
          </p:cNvCxnSpPr>
          <p:nvPr/>
        </p:nvCxnSpPr>
        <p:spPr>
          <a:xfrm>
            <a:off x="3634924" y="3694434"/>
            <a:ext cx="1296642" cy="209423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5" name="直接连接符 394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80" idx="6"/>
            <a:endCxn id="181" idx="2"/>
          </p:cNvCxnSpPr>
          <p:nvPr/>
        </p:nvCxnSpPr>
        <p:spPr>
          <a:xfrm flipV="1">
            <a:off x="3634924" y="239902"/>
            <a:ext cx="1310961" cy="345453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8" name="直接连接符 397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80" idx="6"/>
            <a:endCxn id="182" idx="2"/>
          </p:cNvCxnSpPr>
          <p:nvPr/>
        </p:nvCxnSpPr>
        <p:spPr>
          <a:xfrm flipV="1">
            <a:off x="3634924" y="939607"/>
            <a:ext cx="1313199" cy="275482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1" name="直接连接符 400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80" idx="6"/>
            <a:endCxn id="186" idx="2"/>
          </p:cNvCxnSpPr>
          <p:nvPr/>
        </p:nvCxnSpPr>
        <p:spPr>
          <a:xfrm flipV="1">
            <a:off x="3634924" y="1631959"/>
            <a:ext cx="1311350" cy="20624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4" name="直接连接符 403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80" idx="6"/>
            <a:endCxn id="188" idx="2"/>
          </p:cNvCxnSpPr>
          <p:nvPr/>
        </p:nvCxnSpPr>
        <p:spPr>
          <a:xfrm flipV="1">
            <a:off x="3634924" y="2329381"/>
            <a:ext cx="1311351" cy="136505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7" name="直接连接符 406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77" idx="6"/>
            <a:endCxn id="181" idx="2"/>
          </p:cNvCxnSpPr>
          <p:nvPr/>
        </p:nvCxnSpPr>
        <p:spPr>
          <a:xfrm flipV="1">
            <a:off x="3635521" y="239902"/>
            <a:ext cx="1310364" cy="423006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0" name="直接连接符 409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77" idx="6"/>
            <a:endCxn id="182" idx="2"/>
          </p:cNvCxnSpPr>
          <p:nvPr/>
        </p:nvCxnSpPr>
        <p:spPr>
          <a:xfrm flipV="1">
            <a:off x="3635521" y="939607"/>
            <a:ext cx="1312602" cy="353035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3" name="直接连接符 412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77" idx="6"/>
            <a:endCxn id="186" idx="2"/>
          </p:cNvCxnSpPr>
          <p:nvPr/>
        </p:nvCxnSpPr>
        <p:spPr>
          <a:xfrm flipV="1">
            <a:off x="3635521" y="1631959"/>
            <a:ext cx="1310753" cy="283800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6" name="直接连接符 415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77" idx="6"/>
            <a:endCxn id="188" idx="2"/>
          </p:cNvCxnSpPr>
          <p:nvPr/>
        </p:nvCxnSpPr>
        <p:spPr>
          <a:xfrm flipV="1">
            <a:off x="3635521" y="2329381"/>
            <a:ext cx="1310754" cy="214058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9" name="直接连接符 418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77" idx="6"/>
            <a:endCxn id="189" idx="2"/>
          </p:cNvCxnSpPr>
          <p:nvPr/>
        </p:nvCxnSpPr>
        <p:spPr>
          <a:xfrm flipV="1">
            <a:off x="3635521" y="3697900"/>
            <a:ext cx="1296046" cy="77206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2" name="直接连接符 421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77" idx="6"/>
            <a:endCxn id="187" idx="2"/>
          </p:cNvCxnSpPr>
          <p:nvPr/>
        </p:nvCxnSpPr>
        <p:spPr>
          <a:xfrm flipV="1">
            <a:off x="3635521" y="4393825"/>
            <a:ext cx="1316967" cy="7613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5" name="直接连接符 424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77" idx="6"/>
            <a:endCxn id="184" idx="2"/>
          </p:cNvCxnSpPr>
          <p:nvPr/>
        </p:nvCxnSpPr>
        <p:spPr>
          <a:xfrm>
            <a:off x="3635521" y="4469964"/>
            <a:ext cx="1309828" cy="62128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8" name="直接连接符 427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77" idx="6"/>
            <a:endCxn id="183" idx="2"/>
          </p:cNvCxnSpPr>
          <p:nvPr/>
        </p:nvCxnSpPr>
        <p:spPr>
          <a:xfrm>
            <a:off x="3635521" y="4469964"/>
            <a:ext cx="1296045" cy="131870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1" name="直接连接符 430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76" idx="6"/>
            <a:endCxn id="183" idx="2"/>
          </p:cNvCxnSpPr>
          <p:nvPr/>
        </p:nvCxnSpPr>
        <p:spPr>
          <a:xfrm>
            <a:off x="3628899" y="5243955"/>
            <a:ext cx="1302667" cy="54471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4" name="直接连接符 433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76" idx="6"/>
            <a:endCxn id="184" idx="2"/>
          </p:cNvCxnSpPr>
          <p:nvPr/>
        </p:nvCxnSpPr>
        <p:spPr>
          <a:xfrm flipV="1">
            <a:off x="3628899" y="5091247"/>
            <a:ext cx="1316450" cy="15270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7" name="直接连接符 436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76" idx="6"/>
            <a:endCxn id="187" idx="2"/>
          </p:cNvCxnSpPr>
          <p:nvPr/>
        </p:nvCxnSpPr>
        <p:spPr>
          <a:xfrm flipV="1">
            <a:off x="3628899" y="4393825"/>
            <a:ext cx="1323589" cy="850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40" name="直接连接符 439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76" idx="6"/>
            <a:endCxn id="189" idx="2"/>
          </p:cNvCxnSpPr>
          <p:nvPr/>
        </p:nvCxnSpPr>
        <p:spPr>
          <a:xfrm flipV="1">
            <a:off x="3628899" y="3697900"/>
            <a:ext cx="1302668" cy="154605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43" name="直接连接符 442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76" idx="6"/>
            <a:endCxn id="186" idx="2"/>
          </p:cNvCxnSpPr>
          <p:nvPr/>
        </p:nvCxnSpPr>
        <p:spPr>
          <a:xfrm flipV="1">
            <a:off x="3628899" y="1631959"/>
            <a:ext cx="1317375" cy="361199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46" name="直接连接符 445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76" idx="6"/>
            <a:endCxn id="188" idx="2"/>
          </p:cNvCxnSpPr>
          <p:nvPr/>
        </p:nvCxnSpPr>
        <p:spPr>
          <a:xfrm flipV="1">
            <a:off x="3628899" y="2329381"/>
            <a:ext cx="1317376" cy="291457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3" name="直接连接符 452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76" idx="6"/>
            <a:endCxn id="182" idx="2"/>
          </p:cNvCxnSpPr>
          <p:nvPr/>
        </p:nvCxnSpPr>
        <p:spPr>
          <a:xfrm flipV="1">
            <a:off x="3628899" y="939607"/>
            <a:ext cx="1319224" cy="430434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6" name="直接连接符 455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76" idx="6"/>
            <a:endCxn id="181" idx="2"/>
          </p:cNvCxnSpPr>
          <p:nvPr/>
        </p:nvCxnSpPr>
        <p:spPr>
          <a:xfrm flipV="1">
            <a:off x="3628899" y="239902"/>
            <a:ext cx="1316986" cy="500405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9" name="直接连接符 458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81" idx="6"/>
            <a:endCxn id="191" idx="2"/>
          </p:cNvCxnSpPr>
          <p:nvPr/>
        </p:nvCxnSpPr>
        <p:spPr>
          <a:xfrm>
            <a:off x="5399194" y="239902"/>
            <a:ext cx="143721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62" name="直接连接符 461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81" idx="6"/>
            <a:endCxn id="192" idx="2"/>
          </p:cNvCxnSpPr>
          <p:nvPr/>
        </p:nvCxnSpPr>
        <p:spPr>
          <a:xfrm>
            <a:off x="5399194" y="239902"/>
            <a:ext cx="1437216" cy="69970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65" name="直接连接符 464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81" idx="6"/>
            <a:endCxn id="197" idx="2"/>
          </p:cNvCxnSpPr>
          <p:nvPr/>
        </p:nvCxnSpPr>
        <p:spPr>
          <a:xfrm>
            <a:off x="5399194" y="239902"/>
            <a:ext cx="1435368" cy="140115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68" name="直接连接符 467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81" idx="6"/>
            <a:endCxn id="199" idx="2"/>
          </p:cNvCxnSpPr>
          <p:nvPr/>
        </p:nvCxnSpPr>
        <p:spPr>
          <a:xfrm>
            <a:off x="5399194" y="239902"/>
            <a:ext cx="1434444" cy="209121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71" name="直接连接符 470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81" idx="6"/>
            <a:endCxn id="200" idx="2"/>
          </p:cNvCxnSpPr>
          <p:nvPr/>
        </p:nvCxnSpPr>
        <p:spPr>
          <a:xfrm>
            <a:off x="5399194" y="239902"/>
            <a:ext cx="1434444" cy="344726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74" name="直接连接符 473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81" idx="6"/>
            <a:endCxn id="198" idx="2"/>
          </p:cNvCxnSpPr>
          <p:nvPr/>
        </p:nvCxnSpPr>
        <p:spPr>
          <a:xfrm>
            <a:off x="5399194" y="239902"/>
            <a:ext cx="1440510" cy="41537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77" name="直接连接符 476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81" idx="6"/>
            <a:endCxn id="195" idx="2"/>
          </p:cNvCxnSpPr>
          <p:nvPr/>
        </p:nvCxnSpPr>
        <p:spPr>
          <a:xfrm>
            <a:off x="5399194" y="239902"/>
            <a:ext cx="1446141" cy="48511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80" name="直接连接符 479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81" idx="6"/>
            <a:endCxn id="193" idx="2"/>
          </p:cNvCxnSpPr>
          <p:nvPr/>
        </p:nvCxnSpPr>
        <p:spPr>
          <a:xfrm>
            <a:off x="5399194" y="239902"/>
            <a:ext cx="1452207" cy="554376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83" name="直接连接符 482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82" idx="6"/>
            <a:endCxn id="191" idx="2"/>
          </p:cNvCxnSpPr>
          <p:nvPr/>
        </p:nvCxnSpPr>
        <p:spPr>
          <a:xfrm flipV="1">
            <a:off x="5401432" y="239902"/>
            <a:ext cx="1434979" cy="69970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86" name="直接连接符 485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82" idx="6"/>
            <a:endCxn id="192" idx="2"/>
          </p:cNvCxnSpPr>
          <p:nvPr/>
        </p:nvCxnSpPr>
        <p:spPr>
          <a:xfrm>
            <a:off x="5401432" y="939607"/>
            <a:ext cx="143497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89" name="直接连接符 488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82" idx="6"/>
            <a:endCxn id="197" idx="2"/>
          </p:cNvCxnSpPr>
          <p:nvPr/>
        </p:nvCxnSpPr>
        <p:spPr>
          <a:xfrm>
            <a:off x="5401432" y="939607"/>
            <a:ext cx="1433130" cy="70144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92" name="直接连接符 491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82" idx="6"/>
            <a:endCxn id="199" idx="2"/>
          </p:cNvCxnSpPr>
          <p:nvPr/>
        </p:nvCxnSpPr>
        <p:spPr>
          <a:xfrm>
            <a:off x="5401432" y="939607"/>
            <a:ext cx="1432206" cy="13915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95" name="直接连接符 494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82" idx="6"/>
            <a:endCxn id="200" idx="2"/>
          </p:cNvCxnSpPr>
          <p:nvPr/>
        </p:nvCxnSpPr>
        <p:spPr>
          <a:xfrm>
            <a:off x="5401432" y="939607"/>
            <a:ext cx="1432206" cy="274756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98" name="直接连接符 497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82" idx="6"/>
            <a:endCxn id="198" idx="2"/>
          </p:cNvCxnSpPr>
          <p:nvPr/>
        </p:nvCxnSpPr>
        <p:spPr>
          <a:xfrm>
            <a:off x="5401432" y="939607"/>
            <a:ext cx="1438272" cy="345404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01" name="直接连接符 500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82" idx="6"/>
            <a:endCxn id="195" idx="2"/>
          </p:cNvCxnSpPr>
          <p:nvPr/>
        </p:nvCxnSpPr>
        <p:spPr>
          <a:xfrm>
            <a:off x="5401432" y="939607"/>
            <a:ext cx="1443903" cy="415146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04" name="直接连接符 503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82" idx="6"/>
            <a:endCxn id="193" idx="2"/>
          </p:cNvCxnSpPr>
          <p:nvPr/>
        </p:nvCxnSpPr>
        <p:spPr>
          <a:xfrm>
            <a:off x="5401432" y="939607"/>
            <a:ext cx="1449969" cy="484405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07" name="直接连接符 506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86" idx="6"/>
            <a:endCxn id="193" idx="2"/>
          </p:cNvCxnSpPr>
          <p:nvPr/>
        </p:nvCxnSpPr>
        <p:spPr>
          <a:xfrm>
            <a:off x="5399583" y="1631959"/>
            <a:ext cx="1451818" cy="415170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10" name="直接连接符 509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86" idx="6"/>
            <a:endCxn id="195" idx="2"/>
          </p:cNvCxnSpPr>
          <p:nvPr/>
        </p:nvCxnSpPr>
        <p:spPr>
          <a:xfrm>
            <a:off x="5399583" y="1631959"/>
            <a:ext cx="1445752" cy="345911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13" name="直接连接符 512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86" idx="6"/>
            <a:endCxn id="198" idx="2"/>
          </p:cNvCxnSpPr>
          <p:nvPr/>
        </p:nvCxnSpPr>
        <p:spPr>
          <a:xfrm>
            <a:off x="5399583" y="1631959"/>
            <a:ext cx="1440121" cy="27616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16" name="直接连接符 515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86" idx="6"/>
            <a:endCxn id="200" idx="2"/>
          </p:cNvCxnSpPr>
          <p:nvPr/>
        </p:nvCxnSpPr>
        <p:spPr>
          <a:xfrm>
            <a:off x="5399583" y="1631959"/>
            <a:ext cx="1434055" cy="2055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19" name="直接连接符 518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86" idx="6"/>
            <a:endCxn id="199" idx="2"/>
          </p:cNvCxnSpPr>
          <p:nvPr/>
        </p:nvCxnSpPr>
        <p:spPr>
          <a:xfrm>
            <a:off x="5399583" y="1631959"/>
            <a:ext cx="1434055" cy="69915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22" name="直接连接符 521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86" idx="6"/>
            <a:endCxn id="197" idx="2"/>
          </p:cNvCxnSpPr>
          <p:nvPr/>
        </p:nvCxnSpPr>
        <p:spPr>
          <a:xfrm>
            <a:off x="5399583" y="1631959"/>
            <a:ext cx="1434979" cy="909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25" name="直接连接符 524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86" idx="6"/>
            <a:endCxn id="192" idx="2"/>
          </p:cNvCxnSpPr>
          <p:nvPr/>
        </p:nvCxnSpPr>
        <p:spPr>
          <a:xfrm flipV="1">
            <a:off x="5399583" y="939607"/>
            <a:ext cx="1436827" cy="69235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28" name="直接连接符 527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86" idx="6"/>
            <a:endCxn id="191" idx="2"/>
          </p:cNvCxnSpPr>
          <p:nvPr/>
        </p:nvCxnSpPr>
        <p:spPr>
          <a:xfrm flipV="1">
            <a:off x="5399583" y="239902"/>
            <a:ext cx="1436828" cy="139205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31" name="直接连接符 530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88" idx="6"/>
            <a:endCxn id="191" idx="2"/>
          </p:cNvCxnSpPr>
          <p:nvPr/>
        </p:nvCxnSpPr>
        <p:spPr>
          <a:xfrm flipV="1">
            <a:off x="5399584" y="239902"/>
            <a:ext cx="1436827" cy="208947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34" name="直接连接符 533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88" idx="6"/>
            <a:endCxn id="192" idx="2"/>
          </p:cNvCxnSpPr>
          <p:nvPr/>
        </p:nvCxnSpPr>
        <p:spPr>
          <a:xfrm flipV="1">
            <a:off x="5399584" y="939607"/>
            <a:ext cx="1436826" cy="138977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37" name="直接连接符 536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88" idx="6"/>
            <a:endCxn id="197" idx="2"/>
          </p:cNvCxnSpPr>
          <p:nvPr/>
        </p:nvCxnSpPr>
        <p:spPr>
          <a:xfrm flipV="1">
            <a:off x="5399584" y="1641056"/>
            <a:ext cx="1434978" cy="6883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41" name="直接连接符 540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88" idx="6"/>
            <a:endCxn id="199" idx="2"/>
          </p:cNvCxnSpPr>
          <p:nvPr/>
        </p:nvCxnSpPr>
        <p:spPr>
          <a:xfrm>
            <a:off x="5399584" y="2329381"/>
            <a:ext cx="1434054" cy="17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44" name="直接连接符 543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88" idx="6"/>
            <a:endCxn id="200" idx="2"/>
          </p:cNvCxnSpPr>
          <p:nvPr/>
        </p:nvCxnSpPr>
        <p:spPr>
          <a:xfrm>
            <a:off x="5399584" y="2329381"/>
            <a:ext cx="1434054" cy="13577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47" name="直接连接符 546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88" idx="6"/>
            <a:endCxn id="198" idx="2"/>
          </p:cNvCxnSpPr>
          <p:nvPr/>
        </p:nvCxnSpPr>
        <p:spPr>
          <a:xfrm>
            <a:off x="5399584" y="2329381"/>
            <a:ext cx="1440120" cy="206427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50" name="直接连接符 549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88" idx="6"/>
            <a:endCxn id="195" idx="2"/>
          </p:cNvCxnSpPr>
          <p:nvPr/>
        </p:nvCxnSpPr>
        <p:spPr>
          <a:xfrm>
            <a:off x="5399584" y="2329381"/>
            <a:ext cx="1445751" cy="27616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53" name="直接连接符 552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88" idx="6"/>
            <a:endCxn id="193" idx="2"/>
          </p:cNvCxnSpPr>
          <p:nvPr/>
        </p:nvCxnSpPr>
        <p:spPr>
          <a:xfrm>
            <a:off x="5399584" y="2329381"/>
            <a:ext cx="1451817" cy="345428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56" name="直接连接符 555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89" idx="6"/>
            <a:endCxn id="193" idx="2"/>
          </p:cNvCxnSpPr>
          <p:nvPr/>
        </p:nvCxnSpPr>
        <p:spPr>
          <a:xfrm>
            <a:off x="5384876" y="3697900"/>
            <a:ext cx="1466525" cy="208576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59" name="直接连接符 558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89" idx="6"/>
            <a:endCxn id="195" idx="2"/>
          </p:cNvCxnSpPr>
          <p:nvPr/>
        </p:nvCxnSpPr>
        <p:spPr>
          <a:xfrm>
            <a:off x="5384876" y="3697900"/>
            <a:ext cx="1460459" cy="139317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62" name="直接连接符 561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89" idx="6"/>
            <a:endCxn id="198" idx="2"/>
          </p:cNvCxnSpPr>
          <p:nvPr/>
        </p:nvCxnSpPr>
        <p:spPr>
          <a:xfrm>
            <a:off x="5384876" y="3697900"/>
            <a:ext cx="1454828" cy="69575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65" name="直接连接符 564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89" idx="6"/>
            <a:endCxn id="200" idx="2"/>
          </p:cNvCxnSpPr>
          <p:nvPr/>
        </p:nvCxnSpPr>
        <p:spPr>
          <a:xfrm flipV="1">
            <a:off x="5384876" y="3687169"/>
            <a:ext cx="1448762" cy="1073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68" name="直接连接符 567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89" idx="6"/>
            <a:endCxn id="199" idx="2"/>
          </p:cNvCxnSpPr>
          <p:nvPr/>
        </p:nvCxnSpPr>
        <p:spPr>
          <a:xfrm flipV="1">
            <a:off x="5384876" y="2331114"/>
            <a:ext cx="1448762" cy="136678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71" name="直接连接符 570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89" idx="6"/>
            <a:endCxn id="197" idx="2"/>
          </p:cNvCxnSpPr>
          <p:nvPr/>
        </p:nvCxnSpPr>
        <p:spPr>
          <a:xfrm flipV="1">
            <a:off x="5384876" y="1641056"/>
            <a:ext cx="1449686" cy="205684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74" name="直接连接符 573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89" idx="6"/>
            <a:endCxn id="192" idx="2"/>
          </p:cNvCxnSpPr>
          <p:nvPr/>
        </p:nvCxnSpPr>
        <p:spPr>
          <a:xfrm flipV="1">
            <a:off x="5384876" y="939607"/>
            <a:ext cx="1451534" cy="27582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77" name="直接连接符 576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89" idx="6"/>
            <a:endCxn id="191" idx="2"/>
          </p:cNvCxnSpPr>
          <p:nvPr/>
        </p:nvCxnSpPr>
        <p:spPr>
          <a:xfrm flipV="1">
            <a:off x="5384876" y="239902"/>
            <a:ext cx="1451535" cy="345799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80" name="直接连接符 579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87" idx="6"/>
            <a:endCxn id="191" idx="2"/>
          </p:cNvCxnSpPr>
          <p:nvPr/>
        </p:nvCxnSpPr>
        <p:spPr>
          <a:xfrm flipV="1">
            <a:off x="5405797" y="239902"/>
            <a:ext cx="1430614" cy="41539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83" name="直接连接符 582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87" idx="6"/>
            <a:endCxn id="192" idx="2"/>
          </p:cNvCxnSpPr>
          <p:nvPr/>
        </p:nvCxnSpPr>
        <p:spPr>
          <a:xfrm flipV="1">
            <a:off x="5405797" y="939607"/>
            <a:ext cx="1430613" cy="345421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86" name="直接连接符 585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87" idx="6"/>
            <a:endCxn id="197" idx="2"/>
          </p:cNvCxnSpPr>
          <p:nvPr/>
        </p:nvCxnSpPr>
        <p:spPr>
          <a:xfrm flipV="1">
            <a:off x="5405797" y="1641056"/>
            <a:ext cx="1428765" cy="275276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89" name="直接连接符 588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87" idx="6"/>
            <a:endCxn id="199" idx="2"/>
          </p:cNvCxnSpPr>
          <p:nvPr/>
        </p:nvCxnSpPr>
        <p:spPr>
          <a:xfrm flipV="1">
            <a:off x="5405797" y="2331114"/>
            <a:ext cx="1427841" cy="206271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92" name="直接连接符 591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87" idx="6"/>
            <a:endCxn id="200" idx="2"/>
          </p:cNvCxnSpPr>
          <p:nvPr/>
        </p:nvCxnSpPr>
        <p:spPr>
          <a:xfrm flipV="1">
            <a:off x="5405797" y="3687169"/>
            <a:ext cx="1427841" cy="70665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95" name="直接连接符 594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87" idx="6"/>
            <a:endCxn id="198" idx="2"/>
          </p:cNvCxnSpPr>
          <p:nvPr/>
        </p:nvCxnSpPr>
        <p:spPr>
          <a:xfrm flipV="1">
            <a:off x="5405797" y="4393652"/>
            <a:ext cx="1433907" cy="17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98" name="直接连接符 597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87" idx="6"/>
            <a:endCxn id="195" idx="2"/>
          </p:cNvCxnSpPr>
          <p:nvPr/>
        </p:nvCxnSpPr>
        <p:spPr>
          <a:xfrm>
            <a:off x="5405797" y="4393825"/>
            <a:ext cx="1439538" cy="69724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01" name="直接连接符 600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87" idx="6"/>
            <a:endCxn id="193" idx="2"/>
          </p:cNvCxnSpPr>
          <p:nvPr/>
        </p:nvCxnSpPr>
        <p:spPr>
          <a:xfrm>
            <a:off x="5405797" y="4393825"/>
            <a:ext cx="1445604" cy="13898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04" name="直接连接符 603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84" idx="6"/>
            <a:endCxn id="193" idx="2"/>
          </p:cNvCxnSpPr>
          <p:nvPr/>
        </p:nvCxnSpPr>
        <p:spPr>
          <a:xfrm>
            <a:off x="5398658" y="5091247"/>
            <a:ext cx="1452743" cy="69241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07" name="直接连接符 606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84" idx="6"/>
            <a:endCxn id="195" idx="2"/>
          </p:cNvCxnSpPr>
          <p:nvPr/>
        </p:nvCxnSpPr>
        <p:spPr>
          <a:xfrm flipV="1">
            <a:off x="5398658" y="5091074"/>
            <a:ext cx="1446677" cy="17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10" name="直接连接符 609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84" idx="6"/>
            <a:endCxn id="198" idx="2"/>
          </p:cNvCxnSpPr>
          <p:nvPr/>
        </p:nvCxnSpPr>
        <p:spPr>
          <a:xfrm flipV="1">
            <a:off x="5398658" y="4393652"/>
            <a:ext cx="1441046" cy="69759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13" name="直接连接符 612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84" idx="6"/>
            <a:endCxn id="200" idx="2"/>
          </p:cNvCxnSpPr>
          <p:nvPr/>
        </p:nvCxnSpPr>
        <p:spPr>
          <a:xfrm flipV="1">
            <a:off x="5398658" y="3687169"/>
            <a:ext cx="1434980" cy="140407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16" name="直接连接符 615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84" idx="6"/>
            <a:endCxn id="199" idx="2"/>
          </p:cNvCxnSpPr>
          <p:nvPr/>
        </p:nvCxnSpPr>
        <p:spPr>
          <a:xfrm flipV="1">
            <a:off x="5398658" y="2331114"/>
            <a:ext cx="1434980" cy="27601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20" name="直接连接符 619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84" idx="6"/>
            <a:endCxn id="197" idx="2"/>
          </p:cNvCxnSpPr>
          <p:nvPr/>
        </p:nvCxnSpPr>
        <p:spPr>
          <a:xfrm flipV="1">
            <a:off x="5398658" y="1641056"/>
            <a:ext cx="1435904" cy="34501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23" name="直接连接符 622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84" idx="6"/>
            <a:endCxn id="192" idx="2"/>
          </p:cNvCxnSpPr>
          <p:nvPr/>
        </p:nvCxnSpPr>
        <p:spPr>
          <a:xfrm flipV="1">
            <a:off x="5398658" y="939607"/>
            <a:ext cx="1437752" cy="415164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26" name="直接连接符 625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84" idx="6"/>
            <a:endCxn id="191" idx="2"/>
          </p:cNvCxnSpPr>
          <p:nvPr/>
        </p:nvCxnSpPr>
        <p:spPr>
          <a:xfrm flipV="1">
            <a:off x="5398658" y="239902"/>
            <a:ext cx="1437753" cy="485134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29" name="直接连接符 628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83" idx="6"/>
            <a:endCxn id="191" idx="2"/>
          </p:cNvCxnSpPr>
          <p:nvPr/>
        </p:nvCxnSpPr>
        <p:spPr>
          <a:xfrm flipV="1">
            <a:off x="5384875" y="239902"/>
            <a:ext cx="1451536" cy="554876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33" name="直接连接符 632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83" idx="6"/>
            <a:endCxn id="192" idx="2"/>
          </p:cNvCxnSpPr>
          <p:nvPr/>
        </p:nvCxnSpPr>
        <p:spPr>
          <a:xfrm flipV="1">
            <a:off x="5384875" y="939607"/>
            <a:ext cx="1451535" cy="484906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36" name="直接连接符 635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83" idx="6"/>
            <a:endCxn id="197" idx="2"/>
          </p:cNvCxnSpPr>
          <p:nvPr/>
        </p:nvCxnSpPr>
        <p:spPr>
          <a:xfrm flipV="1">
            <a:off x="5384875" y="1641056"/>
            <a:ext cx="1449687" cy="414761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39" name="直接连接符 638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83" idx="6"/>
            <a:endCxn id="199" idx="2"/>
          </p:cNvCxnSpPr>
          <p:nvPr/>
        </p:nvCxnSpPr>
        <p:spPr>
          <a:xfrm flipV="1">
            <a:off x="5384875" y="2331114"/>
            <a:ext cx="1448763" cy="345755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42" name="直接连接符 641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83" idx="6"/>
            <a:endCxn id="200" idx="2"/>
          </p:cNvCxnSpPr>
          <p:nvPr/>
        </p:nvCxnSpPr>
        <p:spPr>
          <a:xfrm flipV="1">
            <a:off x="5384875" y="3687169"/>
            <a:ext cx="1448763" cy="21015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45" name="直接连接符 644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83" idx="6"/>
            <a:endCxn id="198" idx="2"/>
          </p:cNvCxnSpPr>
          <p:nvPr/>
        </p:nvCxnSpPr>
        <p:spPr>
          <a:xfrm flipV="1">
            <a:off x="5384875" y="4393652"/>
            <a:ext cx="1454829" cy="139501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48" name="直接连接符 647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83" idx="6"/>
            <a:endCxn id="195" idx="2"/>
          </p:cNvCxnSpPr>
          <p:nvPr/>
        </p:nvCxnSpPr>
        <p:spPr>
          <a:xfrm flipV="1">
            <a:off x="5384875" y="5091074"/>
            <a:ext cx="1460460" cy="69759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51" name="直接连接符 650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 noChangeAspect="1"/>
            <a:stCxn id="183" idx="6"/>
            <a:endCxn id="193" idx="2"/>
          </p:cNvCxnSpPr>
          <p:nvPr/>
        </p:nvCxnSpPr>
        <p:spPr>
          <a:xfrm flipV="1">
            <a:off x="5384875" y="5783662"/>
            <a:ext cx="1466526" cy="50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15" name="文本框 1114"/>
          <p:cNvSpPr txBox="1"/>
          <p:nvPr/>
        </p:nvSpPr>
        <p:spPr>
          <a:xfrm>
            <a:off x="8015986" y="3482536"/>
            <a:ext cx="958917" cy="400110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输出层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16" name="文本框 1115"/>
          <p:cNvSpPr txBox="1"/>
          <p:nvPr/>
        </p:nvSpPr>
        <p:spPr>
          <a:xfrm>
            <a:off x="4192053" y="6407644"/>
            <a:ext cx="958917" cy="400110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隐藏层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17" name="右大括号 1116"/>
          <p:cNvSpPr/>
          <p:nvPr/>
        </p:nvSpPr>
        <p:spPr>
          <a:xfrm rot="5400000">
            <a:off x="4511006" y="3558937"/>
            <a:ext cx="321013" cy="5254267"/>
          </a:xfrm>
          <a:prstGeom prst="rightBrace">
            <a:avLst>
              <a:gd name="adj1" fmla="val 87121"/>
              <a:gd name="adj2" fmla="val 50000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0321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圆角矩形 243"/>
          <p:cNvSpPr/>
          <p:nvPr/>
        </p:nvSpPr>
        <p:spPr>
          <a:xfrm>
            <a:off x="1482058" y="1052458"/>
            <a:ext cx="1126057" cy="432262"/>
          </a:xfrm>
          <a:prstGeom prst="roundRect">
            <a:avLst/>
          </a:prstGeom>
          <a:solidFill>
            <a:srgbClr val="BDD7EE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0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5" name="矩形 244"/>
          <p:cNvSpPr/>
          <p:nvPr/>
        </p:nvSpPr>
        <p:spPr>
          <a:xfrm>
            <a:off x="2766057" y="1052458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46" name="矩形 245"/>
          <p:cNvSpPr/>
          <p:nvPr/>
        </p:nvSpPr>
        <p:spPr>
          <a:xfrm>
            <a:off x="4154282" y="1052458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47" name="对象 24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668658"/>
              </p:ext>
            </p:extLst>
          </p:nvPr>
        </p:nvGraphicFramePr>
        <p:xfrm>
          <a:off x="6941123" y="904336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42" name="AxMath" r:id="rId3" imgW="151920" imgH="226800" progId="Equation.AxMath">
                  <p:embed/>
                </p:oleObj>
              </mc:Choice>
              <mc:Fallback>
                <p:oleObj name="AxMath" r:id="rId3" imgW="151920" imgH="226800" progId="Equation.AxMath">
                  <p:embed/>
                  <p:pic>
                    <p:nvPicPr>
                      <p:cNvPr id="247" name="对象 24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941123" y="904336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8" name="圆角矩形 247"/>
          <p:cNvSpPr/>
          <p:nvPr/>
        </p:nvSpPr>
        <p:spPr>
          <a:xfrm>
            <a:off x="1469156" y="1664306"/>
            <a:ext cx="1138959" cy="432262"/>
          </a:xfrm>
          <a:prstGeom prst="roundRect">
            <a:avLst/>
          </a:prstGeom>
          <a:solidFill>
            <a:srgbClr val="BDD7EE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49" name="对象 2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1136659"/>
              </p:ext>
            </p:extLst>
          </p:nvPr>
        </p:nvGraphicFramePr>
        <p:xfrm>
          <a:off x="6941123" y="1516184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43" name="AxMath" r:id="rId5" imgW="151920" imgH="226800" progId="Equation.AxMath">
                  <p:embed/>
                </p:oleObj>
              </mc:Choice>
              <mc:Fallback>
                <p:oleObj name="AxMath" r:id="rId5" imgW="151920" imgH="226800" progId="Equation.AxMath">
                  <p:embed/>
                  <p:pic>
                    <p:nvPicPr>
                      <p:cNvPr id="249" name="对象 24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941123" y="1516184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0" name="圆角矩形 249"/>
          <p:cNvSpPr/>
          <p:nvPr/>
        </p:nvSpPr>
        <p:spPr>
          <a:xfrm>
            <a:off x="1469156" y="2276153"/>
            <a:ext cx="1138959" cy="432262"/>
          </a:xfrm>
          <a:prstGeom prst="roundRect">
            <a:avLst/>
          </a:prstGeom>
          <a:solidFill>
            <a:srgbClr val="BDD7EE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51" name="对象 25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9225711"/>
              </p:ext>
            </p:extLst>
          </p:nvPr>
        </p:nvGraphicFramePr>
        <p:xfrm>
          <a:off x="6941123" y="2128031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44" name="AxMath" r:id="rId6" imgW="151920" imgH="226800" progId="Equation.AxMath">
                  <p:embed/>
                </p:oleObj>
              </mc:Choice>
              <mc:Fallback>
                <p:oleObj name="AxMath" r:id="rId6" imgW="151920" imgH="226800" progId="Equation.AxMath">
                  <p:embed/>
                  <p:pic>
                    <p:nvPicPr>
                      <p:cNvPr id="251" name="对象 25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941123" y="2128031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2" name="圆角矩形 251"/>
          <p:cNvSpPr/>
          <p:nvPr/>
        </p:nvSpPr>
        <p:spPr>
          <a:xfrm>
            <a:off x="1469156" y="3912714"/>
            <a:ext cx="1138843" cy="432262"/>
          </a:xfrm>
          <a:prstGeom prst="roundRect">
            <a:avLst/>
          </a:prstGeom>
          <a:solidFill>
            <a:srgbClr val="BDD7EE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n-1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53" name="对象 25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9385378"/>
              </p:ext>
            </p:extLst>
          </p:nvPr>
        </p:nvGraphicFramePr>
        <p:xfrm>
          <a:off x="6941007" y="3764592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45" name="AxMath" r:id="rId7" imgW="151920" imgH="226800" progId="Equation.AxMath">
                  <p:embed/>
                </p:oleObj>
              </mc:Choice>
              <mc:Fallback>
                <p:oleObj name="AxMath" r:id="rId7" imgW="151920" imgH="226800" progId="Equation.AxMath">
                  <p:embed/>
                  <p:pic>
                    <p:nvPicPr>
                      <p:cNvPr id="253" name="对象 25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941007" y="3764592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4" name="对象 25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3848465"/>
              </p:ext>
            </p:extLst>
          </p:nvPr>
        </p:nvGraphicFramePr>
        <p:xfrm>
          <a:off x="4532511" y="2673959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46" name="AxMath" r:id="rId8" imgW="151920" imgH="226800" progId="Equation.AxMath">
                  <p:embed/>
                </p:oleObj>
              </mc:Choice>
              <mc:Fallback>
                <p:oleObj name="AxMath" r:id="rId8" imgW="151920" imgH="226800" progId="Equation.AxMath">
                  <p:embed/>
                  <p:pic>
                    <p:nvPicPr>
                      <p:cNvPr id="254" name="对象 253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532511" y="2673959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5" name="对象 25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8550168"/>
              </p:ext>
            </p:extLst>
          </p:nvPr>
        </p:nvGraphicFramePr>
        <p:xfrm>
          <a:off x="3154677" y="2678610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47" name="AxMath" r:id="rId10" imgW="151920" imgH="226800" progId="Equation.AxMath">
                  <p:embed/>
                </p:oleObj>
              </mc:Choice>
              <mc:Fallback>
                <p:oleObj name="AxMath" r:id="rId10" imgW="151920" imgH="226800" progId="Equation.AxMath">
                  <p:embed/>
                  <p:pic>
                    <p:nvPicPr>
                      <p:cNvPr id="255" name="对象 254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154677" y="2678610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" name="对象 25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3134942"/>
              </p:ext>
            </p:extLst>
          </p:nvPr>
        </p:nvGraphicFramePr>
        <p:xfrm>
          <a:off x="5923853" y="2673959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48" name="AxMath" r:id="rId11" imgW="151920" imgH="226800" progId="Equation.AxMath">
                  <p:embed/>
                </p:oleObj>
              </mc:Choice>
              <mc:Fallback>
                <p:oleObj name="AxMath" r:id="rId11" imgW="151920" imgH="226800" progId="Equation.AxMath">
                  <p:embed/>
                  <p:pic>
                    <p:nvPicPr>
                      <p:cNvPr id="256" name="对象 255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923853" y="2673959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7" name="对象 25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2177455"/>
              </p:ext>
            </p:extLst>
          </p:nvPr>
        </p:nvGraphicFramePr>
        <p:xfrm>
          <a:off x="7940728" y="2678635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49" name="AxMath" r:id="rId12" imgW="151920" imgH="226800" progId="Equation.AxMath">
                  <p:embed/>
                </p:oleObj>
              </mc:Choice>
              <mc:Fallback>
                <p:oleObj name="AxMath" r:id="rId12" imgW="151920" imgH="226800" progId="Equation.AxMath">
                  <p:embed/>
                  <p:pic>
                    <p:nvPicPr>
                      <p:cNvPr id="257" name="对象 256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940728" y="2678635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58" name="直接箭头连接符 257"/>
          <p:cNvCxnSpPr/>
          <p:nvPr/>
        </p:nvCxnSpPr>
        <p:spPr>
          <a:xfrm flipH="1">
            <a:off x="3697082" y="1384968"/>
            <a:ext cx="1" cy="43226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直接箭头连接符 258"/>
          <p:cNvCxnSpPr/>
          <p:nvPr/>
        </p:nvCxnSpPr>
        <p:spPr>
          <a:xfrm flipH="1">
            <a:off x="5137954" y="1985962"/>
            <a:ext cx="1" cy="43226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直接箭头连接符 259"/>
          <p:cNvCxnSpPr/>
          <p:nvPr/>
        </p:nvCxnSpPr>
        <p:spPr>
          <a:xfrm flipH="1">
            <a:off x="6545229" y="2597809"/>
            <a:ext cx="1" cy="43226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直接箭头连接符 260"/>
          <p:cNvCxnSpPr/>
          <p:nvPr/>
        </p:nvCxnSpPr>
        <p:spPr>
          <a:xfrm flipH="1">
            <a:off x="8512574" y="4276966"/>
            <a:ext cx="234" cy="30647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肘形连接符 262"/>
          <p:cNvCxnSpPr/>
          <p:nvPr/>
        </p:nvCxnSpPr>
        <p:spPr>
          <a:xfrm rot="16200000" flipV="1">
            <a:off x="7082921" y="2541513"/>
            <a:ext cx="3384604" cy="705218"/>
          </a:xfrm>
          <a:prstGeom prst="bentConnector3">
            <a:avLst>
              <a:gd name="adj1" fmla="val 109943"/>
            </a:avLst>
          </a:prstGeom>
          <a:ln w="28575" cap="sq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64" name="对象 26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8335776"/>
              </p:ext>
            </p:extLst>
          </p:nvPr>
        </p:nvGraphicFramePr>
        <p:xfrm>
          <a:off x="3263291" y="1116161"/>
          <a:ext cx="288925" cy="303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50" name="AxMath" r:id="rId13" imgW="218880" imgH="230400" progId="Equation.AxMath">
                  <p:embed/>
                </p:oleObj>
              </mc:Choice>
              <mc:Fallback>
                <p:oleObj name="AxMath" r:id="rId13" imgW="218880" imgH="230400" progId="Equation.AxMath">
                  <p:embed/>
                  <p:pic>
                    <p:nvPicPr>
                      <p:cNvPr id="264" name="对象 263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263291" y="1116161"/>
                        <a:ext cx="288925" cy="3032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5" name="矩形 264"/>
          <p:cNvSpPr/>
          <p:nvPr/>
        </p:nvSpPr>
        <p:spPr>
          <a:xfrm>
            <a:off x="4154282" y="1664305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66" name="对象 26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2394565"/>
              </p:ext>
            </p:extLst>
          </p:nvPr>
        </p:nvGraphicFramePr>
        <p:xfrm>
          <a:off x="4652353" y="1727348"/>
          <a:ext cx="287338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51" name="AxMath" r:id="rId15" imgW="217080" imgH="230400" progId="Equation.AxMath">
                  <p:embed/>
                </p:oleObj>
              </mc:Choice>
              <mc:Fallback>
                <p:oleObj name="AxMath" r:id="rId15" imgW="217080" imgH="230400" progId="Equation.AxMath">
                  <p:embed/>
                  <p:pic>
                    <p:nvPicPr>
                      <p:cNvPr id="266" name="对象 265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652353" y="1727348"/>
                        <a:ext cx="287338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7" name="矩形 266"/>
          <p:cNvSpPr/>
          <p:nvPr/>
        </p:nvSpPr>
        <p:spPr>
          <a:xfrm>
            <a:off x="5549262" y="2276152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68" name="对象 26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2098937"/>
              </p:ext>
            </p:extLst>
          </p:nvPr>
        </p:nvGraphicFramePr>
        <p:xfrm>
          <a:off x="6041416" y="2340123"/>
          <a:ext cx="296862" cy="303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52" name="AxMath" r:id="rId17" imgW="225360" imgH="230400" progId="Equation.AxMath">
                  <p:embed/>
                </p:oleObj>
              </mc:Choice>
              <mc:Fallback>
                <p:oleObj name="AxMath" r:id="rId17" imgW="225360" imgH="230400" progId="Equation.AxMath">
                  <p:embed/>
                  <p:pic>
                    <p:nvPicPr>
                      <p:cNvPr id="268" name="对象 267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041416" y="2340123"/>
                        <a:ext cx="296862" cy="3032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9" name="矩形 268"/>
          <p:cNvSpPr/>
          <p:nvPr/>
        </p:nvSpPr>
        <p:spPr>
          <a:xfrm>
            <a:off x="7490340" y="3908831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70" name="对象 26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4291338"/>
              </p:ext>
            </p:extLst>
          </p:nvPr>
        </p:nvGraphicFramePr>
        <p:xfrm>
          <a:off x="7866925" y="3971086"/>
          <a:ext cx="511175" cy="303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53" name="AxMath" r:id="rId19" imgW="385200" imgH="230400" progId="Equation.AxMath">
                  <p:embed/>
                </p:oleObj>
              </mc:Choice>
              <mc:Fallback>
                <p:oleObj name="AxMath" r:id="rId19" imgW="385200" imgH="230400" progId="Equation.AxMath">
                  <p:embed/>
                  <p:pic>
                    <p:nvPicPr>
                      <p:cNvPr id="270" name="对象 269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866925" y="3971086"/>
                        <a:ext cx="511175" cy="3032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1" name="对象 27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6527146"/>
              </p:ext>
            </p:extLst>
          </p:nvPr>
        </p:nvGraphicFramePr>
        <p:xfrm>
          <a:off x="4639653" y="1103461"/>
          <a:ext cx="322263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54" name="AxMath" r:id="rId21" imgW="226080" imgH="230400" progId="Equation.AxMath">
                  <p:embed/>
                </p:oleObj>
              </mc:Choice>
              <mc:Fallback>
                <p:oleObj name="AxMath" r:id="rId21" imgW="226080" imgH="230400" progId="Equation.AxMath">
                  <p:embed/>
                  <p:pic>
                    <p:nvPicPr>
                      <p:cNvPr id="271" name="对象 270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639653" y="1103461"/>
                        <a:ext cx="322263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2" name="矩形 271"/>
          <p:cNvSpPr/>
          <p:nvPr/>
        </p:nvSpPr>
        <p:spPr>
          <a:xfrm>
            <a:off x="5549262" y="1052457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73" name="对象 27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8694613"/>
              </p:ext>
            </p:extLst>
          </p:nvPr>
        </p:nvGraphicFramePr>
        <p:xfrm>
          <a:off x="6033478" y="1103461"/>
          <a:ext cx="325438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55" name="AxMath" r:id="rId23" imgW="227520" imgH="230400" progId="Equation.AxMath">
                  <p:embed/>
                </p:oleObj>
              </mc:Choice>
              <mc:Fallback>
                <p:oleObj name="AxMath" r:id="rId23" imgW="227520" imgH="230400" progId="Equation.AxMath">
                  <p:embed/>
                  <p:pic>
                    <p:nvPicPr>
                      <p:cNvPr id="273" name="对象 272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6033478" y="1103461"/>
                        <a:ext cx="325438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4" name="矩形 273"/>
          <p:cNvSpPr/>
          <p:nvPr/>
        </p:nvSpPr>
        <p:spPr>
          <a:xfrm>
            <a:off x="7490456" y="1057162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75" name="对象 27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1802735"/>
              </p:ext>
            </p:extLst>
          </p:nvPr>
        </p:nvGraphicFramePr>
        <p:xfrm>
          <a:off x="7584466" y="1108223"/>
          <a:ext cx="1108075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56" name="AxMath" r:id="rId25" imgW="773640" imgH="230400" progId="Equation.AxMath">
                  <p:embed/>
                </p:oleObj>
              </mc:Choice>
              <mc:Fallback>
                <p:oleObj name="AxMath" r:id="rId25" imgW="773640" imgH="230400" progId="Equation.AxMath">
                  <p:embed/>
                  <p:pic>
                    <p:nvPicPr>
                      <p:cNvPr id="275" name="对象 274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7584466" y="1108223"/>
                        <a:ext cx="1108075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" name="矩形 275"/>
          <p:cNvSpPr/>
          <p:nvPr/>
        </p:nvSpPr>
        <p:spPr>
          <a:xfrm>
            <a:off x="7495881" y="1664305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77" name="对象 27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5650483"/>
              </p:ext>
            </p:extLst>
          </p:nvPr>
        </p:nvGraphicFramePr>
        <p:xfrm>
          <a:off x="7981341" y="1714648"/>
          <a:ext cx="32385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57" name="AxMath" r:id="rId27" imgW="225360" imgH="230400" progId="Equation.AxMath">
                  <p:embed/>
                </p:oleObj>
              </mc:Choice>
              <mc:Fallback>
                <p:oleObj name="AxMath" r:id="rId27" imgW="225360" imgH="230400" progId="Equation.AxMath">
                  <p:embed/>
                  <p:pic>
                    <p:nvPicPr>
                      <p:cNvPr id="277" name="对象 276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7981341" y="1714648"/>
                        <a:ext cx="32385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8" name="矩形 277"/>
          <p:cNvSpPr/>
          <p:nvPr/>
        </p:nvSpPr>
        <p:spPr>
          <a:xfrm>
            <a:off x="7490456" y="2271448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79" name="对象 27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3037281"/>
              </p:ext>
            </p:extLst>
          </p:nvPr>
        </p:nvGraphicFramePr>
        <p:xfrm>
          <a:off x="7971816" y="2322661"/>
          <a:ext cx="331787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58" name="AxMath" r:id="rId29" imgW="232200" imgH="230400" progId="Equation.AxMath">
                  <p:embed/>
                </p:oleObj>
              </mc:Choice>
              <mc:Fallback>
                <p:oleObj name="AxMath" r:id="rId29" imgW="232200" imgH="230400" progId="Equation.AxMath">
                  <p:embed/>
                  <p:pic>
                    <p:nvPicPr>
                      <p:cNvPr id="279" name="对象 278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7971816" y="2322661"/>
                        <a:ext cx="331787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0" name="矩形 279"/>
          <p:cNvSpPr/>
          <p:nvPr/>
        </p:nvSpPr>
        <p:spPr>
          <a:xfrm>
            <a:off x="5542507" y="1664305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81" name="对象 28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9581351"/>
              </p:ext>
            </p:extLst>
          </p:nvPr>
        </p:nvGraphicFramePr>
        <p:xfrm>
          <a:off x="6033478" y="1714648"/>
          <a:ext cx="314325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59" name="AxMath" r:id="rId31" imgW="218520" imgH="230400" progId="Equation.AxMath">
                  <p:embed/>
                </p:oleObj>
              </mc:Choice>
              <mc:Fallback>
                <p:oleObj name="AxMath" r:id="rId31" imgW="218520" imgH="230400" progId="Equation.AxMath">
                  <p:embed/>
                  <p:pic>
                    <p:nvPicPr>
                      <p:cNvPr id="281" name="对象 280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6033478" y="1714648"/>
                        <a:ext cx="314325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2" name="矩形 281"/>
          <p:cNvSpPr/>
          <p:nvPr/>
        </p:nvSpPr>
        <p:spPr>
          <a:xfrm>
            <a:off x="2765826" y="1660899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83" name="对象 28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7986331"/>
              </p:ext>
            </p:extLst>
          </p:nvPr>
        </p:nvGraphicFramePr>
        <p:xfrm>
          <a:off x="2993416" y="1711473"/>
          <a:ext cx="8382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60" name="AxMath" r:id="rId33" imgW="583200" imgH="230400" progId="Equation.AxMath">
                  <p:embed/>
                </p:oleObj>
              </mc:Choice>
              <mc:Fallback>
                <p:oleObj name="AxMath" r:id="rId33" imgW="583200" imgH="230400" progId="Equation.AxMath">
                  <p:embed/>
                  <p:pic>
                    <p:nvPicPr>
                      <p:cNvPr id="283" name="对象 282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2993416" y="1711473"/>
                        <a:ext cx="8382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4" name="矩形 283"/>
          <p:cNvSpPr/>
          <p:nvPr/>
        </p:nvSpPr>
        <p:spPr>
          <a:xfrm>
            <a:off x="4157169" y="2271448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85" name="对象 28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7602198"/>
              </p:ext>
            </p:extLst>
          </p:nvPr>
        </p:nvGraphicFramePr>
        <p:xfrm>
          <a:off x="4377716" y="2322661"/>
          <a:ext cx="852487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61" name="AxMath" r:id="rId35" imgW="595080" imgH="230400" progId="Equation.AxMath">
                  <p:embed/>
                </p:oleObj>
              </mc:Choice>
              <mc:Fallback>
                <p:oleObj name="AxMath" r:id="rId35" imgW="595080" imgH="230400" progId="Equation.AxMath">
                  <p:embed/>
                  <p:pic>
                    <p:nvPicPr>
                      <p:cNvPr id="285" name="对象 284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4377716" y="2322661"/>
                        <a:ext cx="852487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" name="矩形 285"/>
          <p:cNvSpPr/>
          <p:nvPr/>
        </p:nvSpPr>
        <p:spPr>
          <a:xfrm>
            <a:off x="2765826" y="2271448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87" name="对象 28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3815997"/>
              </p:ext>
            </p:extLst>
          </p:nvPr>
        </p:nvGraphicFramePr>
        <p:xfrm>
          <a:off x="3247416" y="2322661"/>
          <a:ext cx="333375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62" name="AxMath" r:id="rId37" imgW="234000" imgH="230400" progId="Equation.AxMath">
                  <p:embed/>
                </p:oleObj>
              </mc:Choice>
              <mc:Fallback>
                <p:oleObj name="AxMath" r:id="rId37" imgW="234000" imgH="230400" progId="Equation.AxMath">
                  <p:embed/>
                  <p:pic>
                    <p:nvPicPr>
                      <p:cNvPr id="287" name="对象 286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3247416" y="2322661"/>
                        <a:ext cx="333375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8" name="矩形 287"/>
          <p:cNvSpPr/>
          <p:nvPr/>
        </p:nvSpPr>
        <p:spPr>
          <a:xfrm>
            <a:off x="5555250" y="3912713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89" name="对象 28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3522874"/>
              </p:ext>
            </p:extLst>
          </p:nvPr>
        </p:nvGraphicFramePr>
        <p:xfrm>
          <a:off x="5931762" y="3963149"/>
          <a:ext cx="541338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63" name="AxMath" r:id="rId39" imgW="378360" imgH="230400" progId="Equation.AxMath">
                  <p:embed/>
                </p:oleObj>
              </mc:Choice>
              <mc:Fallback>
                <p:oleObj name="AxMath" r:id="rId39" imgW="378360" imgH="230400" progId="Equation.AxMath">
                  <p:embed/>
                  <p:pic>
                    <p:nvPicPr>
                      <p:cNvPr id="289" name="对象 288"/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5931762" y="3963149"/>
                        <a:ext cx="541338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0" name="矩形 289"/>
          <p:cNvSpPr/>
          <p:nvPr/>
        </p:nvSpPr>
        <p:spPr>
          <a:xfrm>
            <a:off x="4148526" y="3908831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91" name="对象 29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810790"/>
              </p:ext>
            </p:extLst>
          </p:nvPr>
        </p:nvGraphicFramePr>
        <p:xfrm>
          <a:off x="4526825" y="3959974"/>
          <a:ext cx="538162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64" name="AxMath" r:id="rId41" imgW="376560" imgH="230400" progId="Equation.AxMath">
                  <p:embed/>
                </p:oleObj>
              </mc:Choice>
              <mc:Fallback>
                <p:oleObj name="AxMath" r:id="rId41" imgW="376560" imgH="230400" progId="Equation.AxMath">
                  <p:embed/>
                  <p:pic>
                    <p:nvPicPr>
                      <p:cNvPr id="291" name="对象 290"/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4526825" y="3959974"/>
                        <a:ext cx="538162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2" name="矩形 291"/>
          <p:cNvSpPr/>
          <p:nvPr/>
        </p:nvSpPr>
        <p:spPr>
          <a:xfrm>
            <a:off x="2763121" y="3912713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93" name="对象 29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9003751"/>
              </p:ext>
            </p:extLst>
          </p:nvPr>
        </p:nvGraphicFramePr>
        <p:xfrm>
          <a:off x="3145700" y="3963149"/>
          <a:ext cx="528637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65" name="AxMath" r:id="rId43" imgW="369720" imgH="230400" progId="Equation.AxMath">
                  <p:embed/>
                </p:oleObj>
              </mc:Choice>
              <mc:Fallback>
                <p:oleObj name="AxMath" r:id="rId43" imgW="369720" imgH="230400" progId="Equation.AxMath">
                  <p:embed/>
                  <p:pic>
                    <p:nvPicPr>
                      <p:cNvPr id="293" name="对象 292"/>
                      <p:cNvPicPr/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3145700" y="3963149"/>
                        <a:ext cx="528637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4" name="圆角矩形 293"/>
          <p:cNvSpPr/>
          <p:nvPr/>
        </p:nvSpPr>
        <p:spPr>
          <a:xfrm>
            <a:off x="1469156" y="3334069"/>
            <a:ext cx="1138843" cy="432262"/>
          </a:xfrm>
          <a:prstGeom prst="roundRect">
            <a:avLst/>
          </a:prstGeom>
          <a:solidFill>
            <a:srgbClr val="BDD7EE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n-2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5" name="矩形 294"/>
          <p:cNvSpPr/>
          <p:nvPr/>
        </p:nvSpPr>
        <p:spPr>
          <a:xfrm>
            <a:off x="7490340" y="3330186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96" name="对象 29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06392"/>
              </p:ext>
            </p:extLst>
          </p:nvPr>
        </p:nvGraphicFramePr>
        <p:xfrm>
          <a:off x="7863866" y="3392636"/>
          <a:ext cx="519112" cy="303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66" name="AxMath" r:id="rId45" imgW="392040" imgH="230400" progId="Equation.AxMath">
                  <p:embed/>
                </p:oleObj>
              </mc:Choice>
              <mc:Fallback>
                <p:oleObj name="AxMath" r:id="rId45" imgW="392040" imgH="230400" progId="Equation.AxMath">
                  <p:embed/>
                  <p:pic>
                    <p:nvPicPr>
                      <p:cNvPr id="296" name="对象 295"/>
                      <p:cNvPicPr/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7863866" y="3392636"/>
                        <a:ext cx="519112" cy="3032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" name="矩形 296"/>
          <p:cNvSpPr/>
          <p:nvPr/>
        </p:nvSpPr>
        <p:spPr>
          <a:xfrm>
            <a:off x="5555250" y="3334068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98" name="对象 29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7762548"/>
              </p:ext>
            </p:extLst>
          </p:nvPr>
        </p:nvGraphicFramePr>
        <p:xfrm>
          <a:off x="5927116" y="3384698"/>
          <a:ext cx="55245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67" name="AxMath" r:id="rId47" imgW="385200" imgH="230400" progId="Equation.AxMath">
                  <p:embed/>
                </p:oleObj>
              </mc:Choice>
              <mc:Fallback>
                <p:oleObj name="AxMath" r:id="rId47" imgW="385200" imgH="230400" progId="Equation.AxMath">
                  <p:embed/>
                  <p:pic>
                    <p:nvPicPr>
                      <p:cNvPr id="298" name="对象 297"/>
                      <p:cNvPicPr/>
                      <p:nvPr/>
                    </p:nvPicPr>
                    <p:blipFill>
                      <a:blip r:embed="rId48"/>
                      <a:stretch>
                        <a:fillRect/>
                      </a:stretch>
                    </p:blipFill>
                    <p:spPr>
                      <a:xfrm>
                        <a:off x="5927116" y="3384698"/>
                        <a:ext cx="55245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9" name="矩形 298"/>
          <p:cNvSpPr/>
          <p:nvPr/>
        </p:nvSpPr>
        <p:spPr>
          <a:xfrm>
            <a:off x="4148526" y="3330186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300" name="对象 29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4012691"/>
              </p:ext>
            </p:extLst>
          </p:nvPr>
        </p:nvGraphicFramePr>
        <p:xfrm>
          <a:off x="4522178" y="3381523"/>
          <a:ext cx="549275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68" name="AxMath" r:id="rId49" imgW="383760" imgH="230400" progId="Equation.AxMath">
                  <p:embed/>
                </p:oleObj>
              </mc:Choice>
              <mc:Fallback>
                <p:oleObj name="AxMath" r:id="rId49" imgW="383760" imgH="230400" progId="Equation.AxMath">
                  <p:embed/>
                  <p:pic>
                    <p:nvPicPr>
                      <p:cNvPr id="300" name="对象 299"/>
                      <p:cNvPicPr/>
                      <p:nvPr/>
                    </p:nvPicPr>
                    <p:blipFill>
                      <a:blip r:embed="rId50"/>
                      <a:stretch>
                        <a:fillRect/>
                      </a:stretch>
                    </p:blipFill>
                    <p:spPr>
                      <a:xfrm>
                        <a:off x="4522178" y="3381523"/>
                        <a:ext cx="549275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1" name="矩形 300"/>
          <p:cNvSpPr/>
          <p:nvPr/>
        </p:nvSpPr>
        <p:spPr>
          <a:xfrm>
            <a:off x="2763121" y="3334068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302" name="对象 30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3664885"/>
              </p:ext>
            </p:extLst>
          </p:nvPr>
        </p:nvGraphicFramePr>
        <p:xfrm>
          <a:off x="3141053" y="3384698"/>
          <a:ext cx="538163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69" name="AxMath" r:id="rId51" imgW="376560" imgH="230400" progId="Equation.AxMath">
                  <p:embed/>
                </p:oleObj>
              </mc:Choice>
              <mc:Fallback>
                <p:oleObj name="AxMath" r:id="rId51" imgW="376560" imgH="230400" progId="Equation.AxMath">
                  <p:embed/>
                  <p:pic>
                    <p:nvPicPr>
                      <p:cNvPr id="302" name="对象 301"/>
                      <p:cNvPicPr/>
                      <p:nvPr/>
                    </p:nvPicPr>
                    <p:blipFill>
                      <a:blip r:embed="rId52"/>
                      <a:stretch>
                        <a:fillRect/>
                      </a:stretch>
                    </p:blipFill>
                    <p:spPr>
                      <a:xfrm>
                        <a:off x="3141053" y="3384698"/>
                        <a:ext cx="538163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" name="直接连接符 5"/>
          <p:cNvCxnSpPr/>
          <p:nvPr/>
        </p:nvCxnSpPr>
        <p:spPr>
          <a:xfrm>
            <a:off x="8512574" y="4584932"/>
            <a:ext cx="615258" cy="1492"/>
          </a:xfrm>
          <a:prstGeom prst="line">
            <a:avLst/>
          </a:prstGeom>
          <a:ln w="28575" cap="sq">
            <a:solidFill>
              <a:schemeClr val="tx1"/>
            </a:solidFill>
            <a:miter lim="800000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0012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3" name="组合 232"/>
          <p:cNvGrpSpPr/>
          <p:nvPr/>
        </p:nvGrpSpPr>
        <p:grpSpPr>
          <a:xfrm>
            <a:off x="2225477" y="1097277"/>
            <a:ext cx="7269402" cy="3611648"/>
            <a:chOff x="8696127" y="96890"/>
            <a:chExt cx="7269402" cy="3611648"/>
          </a:xfrm>
        </p:grpSpPr>
        <p:sp>
          <p:nvSpPr>
            <p:cNvPr id="63" name="矩形 62"/>
            <p:cNvSpPr/>
            <p:nvPr/>
          </p:nvSpPr>
          <p:spPr>
            <a:xfrm>
              <a:off x="9993028" y="245012"/>
              <a:ext cx="1230283" cy="432262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矩形 63"/>
            <p:cNvSpPr/>
            <p:nvPr/>
          </p:nvSpPr>
          <p:spPr>
            <a:xfrm>
              <a:off x="11381253" y="245012"/>
              <a:ext cx="1230283" cy="432262"/>
            </a:xfrm>
            <a:prstGeom prst="rect">
              <a:avLst/>
            </a:prstGeom>
            <a:solidFill>
              <a:srgbClr val="E2F0D9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65" name="对象 64"/>
            <p:cNvGraphicFramePr>
              <a:graphicFrameLocks noChangeAspect="1"/>
            </p:cNvGraphicFramePr>
            <p:nvPr>
              <p:extLst/>
            </p:nvPr>
          </p:nvGraphicFramePr>
          <p:xfrm>
            <a:off x="14168094" y="96890"/>
            <a:ext cx="463435" cy="7285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709" name="AxMath" r:id="rId3" imgW="151920" imgH="226800" progId="Equation.AxMath">
                    <p:embed/>
                  </p:oleObj>
                </mc:Choice>
                <mc:Fallback>
                  <p:oleObj name="AxMath" r:id="rId3" imgW="151920" imgH="226800" progId="Equation.AxMath">
                    <p:embed/>
                    <p:pic>
                      <p:nvPicPr>
                        <p:cNvPr id="65" name="对象 64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4168094" y="96890"/>
                          <a:ext cx="463435" cy="72850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6" name="对象 65"/>
            <p:cNvGraphicFramePr>
              <a:graphicFrameLocks noChangeAspect="1"/>
            </p:cNvGraphicFramePr>
            <p:nvPr>
              <p:extLst/>
            </p:nvPr>
          </p:nvGraphicFramePr>
          <p:xfrm>
            <a:off x="14168094" y="708738"/>
            <a:ext cx="463435" cy="7285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710" name="AxMath" r:id="rId5" imgW="151920" imgH="226800" progId="Equation.AxMath">
                    <p:embed/>
                  </p:oleObj>
                </mc:Choice>
                <mc:Fallback>
                  <p:oleObj name="AxMath" r:id="rId5" imgW="151920" imgH="226800" progId="Equation.AxMath">
                    <p:embed/>
                    <p:pic>
                      <p:nvPicPr>
                        <p:cNvPr id="66" name="对象 65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4168094" y="708738"/>
                          <a:ext cx="463435" cy="72850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7" name="对象 66"/>
            <p:cNvGraphicFramePr>
              <a:graphicFrameLocks noChangeAspect="1"/>
            </p:cNvGraphicFramePr>
            <p:nvPr>
              <p:extLst/>
            </p:nvPr>
          </p:nvGraphicFramePr>
          <p:xfrm>
            <a:off x="14168094" y="1320585"/>
            <a:ext cx="463435" cy="7285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711" name="AxMath" r:id="rId6" imgW="151920" imgH="226800" progId="Equation.AxMath">
                    <p:embed/>
                  </p:oleObj>
                </mc:Choice>
                <mc:Fallback>
                  <p:oleObj name="AxMath" r:id="rId6" imgW="151920" imgH="226800" progId="Equation.AxMath">
                    <p:embed/>
                    <p:pic>
                      <p:nvPicPr>
                        <p:cNvPr id="67" name="对象 66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4168094" y="1320585"/>
                          <a:ext cx="463435" cy="72850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8" name="对象 67"/>
            <p:cNvGraphicFramePr>
              <a:graphicFrameLocks noChangeAspect="1"/>
            </p:cNvGraphicFramePr>
            <p:nvPr>
              <p:extLst/>
            </p:nvPr>
          </p:nvGraphicFramePr>
          <p:xfrm>
            <a:off x="14168094" y="2396158"/>
            <a:ext cx="463435" cy="7285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712" name="AxMath" r:id="rId7" imgW="151920" imgH="226800" progId="Equation.AxMath">
                    <p:embed/>
                  </p:oleObj>
                </mc:Choice>
                <mc:Fallback>
                  <p:oleObj name="AxMath" r:id="rId7" imgW="151920" imgH="226800" progId="Equation.AxMath">
                    <p:embed/>
                    <p:pic>
                      <p:nvPicPr>
                        <p:cNvPr id="68" name="对象 67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4168094" y="2396158"/>
                          <a:ext cx="463435" cy="72850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9" name="对象 68"/>
            <p:cNvGraphicFramePr>
              <a:graphicFrameLocks noChangeAspect="1"/>
            </p:cNvGraphicFramePr>
            <p:nvPr>
              <p:extLst/>
            </p:nvPr>
          </p:nvGraphicFramePr>
          <p:xfrm>
            <a:off x="11759482" y="1866513"/>
            <a:ext cx="463435" cy="7285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713" name="AxMath" r:id="rId8" imgW="151920" imgH="226800" progId="Equation.AxMath">
                    <p:embed/>
                  </p:oleObj>
                </mc:Choice>
                <mc:Fallback>
                  <p:oleObj name="AxMath" r:id="rId8" imgW="151920" imgH="226800" progId="Equation.AxMath">
                    <p:embed/>
                    <p:pic>
                      <p:nvPicPr>
                        <p:cNvPr id="69" name="对象 68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11759482" y="1866513"/>
                          <a:ext cx="463435" cy="72850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0" name="对象 69"/>
            <p:cNvGraphicFramePr>
              <a:graphicFrameLocks noChangeAspect="1"/>
            </p:cNvGraphicFramePr>
            <p:nvPr>
              <p:extLst/>
            </p:nvPr>
          </p:nvGraphicFramePr>
          <p:xfrm>
            <a:off x="10381648" y="1871164"/>
            <a:ext cx="463435" cy="7285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714" name="AxMath" r:id="rId10" imgW="151920" imgH="226800" progId="Equation.AxMath">
                    <p:embed/>
                  </p:oleObj>
                </mc:Choice>
                <mc:Fallback>
                  <p:oleObj name="AxMath" r:id="rId10" imgW="151920" imgH="226800" progId="Equation.AxMath">
                    <p:embed/>
                    <p:pic>
                      <p:nvPicPr>
                        <p:cNvPr id="70" name="对象 69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10381648" y="1871164"/>
                          <a:ext cx="463435" cy="72850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" name="对象 70"/>
            <p:cNvGraphicFramePr>
              <a:graphicFrameLocks noChangeAspect="1"/>
            </p:cNvGraphicFramePr>
            <p:nvPr>
              <p:extLst/>
            </p:nvPr>
          </p:nvGraphicFramePr>
          <p:xfrm>
            <a:off x="13150824" y="1866513"/>
            <a:ext cx="463435" cy="7285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715" name="AxMath" r:id="rId11" imgW="151920" imgH="226800" progId="Equation.AxMath">
                    <p:embed/>
                  </p:oleObj>
                </mc:Choice>
                <mc:Fallback>
                  <p:oleObj name="AxMath" r:id="rId11" imgW="151920" imgH="226800" progId="Equation.AxMath">
                    <p:embed/>
                    <p:pic>
                      <p:nvPicPr>
                        <p:cNvPr id="71" name="对象 70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13150824" y="1866513"/>
                          <a:ext cx="463435" cy="72850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" name="对象 71"/>
            <p:cNvGraphicFramePr>
              <a:graphicFrameLocks noChangeAspect="1"/>
            </p:cNvGraphicFramePr>
            <p:nvPr>
              <p:extLst/>
            </p:nvPr>
          </p:nvGraphicFramePr>
          <p:xfrm>
            <a:off x="15167699" y="1871189"/>
            <a:ext cx="463435" cy="7285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716" name="AxMath" r:id="rId12" imgW="151920" imgH="226800" progId="Equation.AxMath">
                    <p:embed/>
                  </p:oleObj>
                </mc:Choice>
                <mc:Fallback>
                  <p:oleObj name="AxMath" r:id="rId12" imgW="151920" imgH="226800" progId="Equation.AxMath">
                    <p:embed/>
                    <p:pic>
                      <p:nvPicPr>
                        <p:cNvPr id="72" name="对象 71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15167699" y="1871189"/>
                          <a:ext cx="463435" cy="72850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3" name="对象 72"/>
            <p:cNvGraphicFramePr>
              <a:graphicFrameLocks noChangeAspect="1"/>
            </p:cNvGraphicFramePr>
            <p:nvPr>
              <p:extLst/>
            </p:nvPr>
          </p:nvGraphicFramePr>
          <p:xfrm>
            <a:off x="10490262" y="308715"/>
            <a:ext cx="288925" cy="303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717" name="AxMath" r:id="rId13" imgW="218880" imgH="230400" progId="Equation.AxMath">
                    <p:embed/>
                  </p:oleObj>
                </mc:Choice>
                <mc:Fallback>
                  <p:oleObj name="AxMath" r:id="rId13" imgW="218880" imgH="230400" progId="Equation.AxMath">
                    <p:embed/>
                    <p:pic>
                      <p:nvPicPr>
                        <p:cNvPr id="73" name="对象 72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0490262" y="308715"/>
                          <a:ext cx="288925" cy="30321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4" name="矩形 73"/>
            <p:cNvSpPr/>
            <p:nvPr/>
          </p:nvSpPr>
          <p:spPr>
            <a:xfrm>
              <a:off x="11381253" y="856859"/>
              <a:ext cx="1230283" cy="432262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75" name="对象 74"/>
            <p:cNvGraphicFramePr>
              <a:graphicFrameLocks noChangeAspect="1"/>
            </p:cNvGraphicFramePr>
            <p:nvPr>
              <p:extLst/>
            </p:nvPr>
          </p:nvGraphicFramePr>
          <p:xfrm>
            <a:off x="11879324" y="919902"/>
            <a:ext cx="287338" cy="304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718" name="AxMath" r:id="rId15" imgW="217080" imgH="230400" progId="Equation.AxMath">
                    <p:embed/>
                  </p:oleObj>
                </mc:Choice>
                <mc:Fallback>
                  <p:oleObj name="AxMath" r:id="rId15" imgW="217080" imgH="230400" progId="Equation.AxMath">
                    <p:embed/>
                    <p:pic>
                      <p:nvPicPr>
                        <p:cNvPr id="75" name="对象 74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1879324" y="919902"/>
                          <a:ext cx="287338" cy="304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6" name="矩形 75"/>
            <p:cNvSpPr/>
            <p:nvPr/>
          </p:nvSpPr>
          <p:spPr>
            <a:xfrm>
              <a:off x="12776233" y="1468706"/>
              <a:ext cx="1230283" cy="432262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77" name="对象 76"/>
            <p:cNvGraphicFramePr>
              <a:graphicFrameLocks noChangeAspect="1"/>
            </p:cNvGraphicFramePr>
            <p:nvPr>
              <p:extLst/>
            </p:nvPr>
          </p:nvGraphicFramePr>
          <p:xfrm>
            <a:off x="13268387" y="1532677"/>
            <a:ext cx="296862" cy="3032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719" name="AxMath" r:id="rId17" imgW="225360" imgH="230400" progId="Equation.AxMath">
                    <p:embed/>
                  </p:oleObj>
                </mc:Choice>
                <mc:Fallback>
                  <p:oleObj name="AxMath" r:id="rId17" imgW="225360" imgH="230400" progId="Equation.AxMath">
                    <p:embed/>
                    <p:pic>
                      <p:nvPicPr>
                        <p:cNvPr id="77" name="对象 76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13268387" y="1532677"/>
                          <a:ext cx="296862" cy="30321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8" name="矩形 77"/>
            <p:cNvSpPr/>
            <p:nvPr/>
          </p:nvSpPr>
          <p:spPr>
            <a:xfrm>
              <a:off x="14717427" y="2540397"/>
              <a:ext cx="1230283" cy="432262"/>
            </a:xfrm>
            <a:prstGeom prst="rect">
              <a:avLst/>
            </a:prstGeom>
            <a:solidFill>
              <a:srgbClr val="E2F0D9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79" name="对象 78"/>
            <p:cNvGraphicFramePr>
              <a:graphicFrameLocks noChangeAspect="1"/>
            </p:cNvGraphicFramePr>
            <p:nvPr>
              <p:extLst/>
            </p:nvPr>
          </p:nvGraphicFramePr>
          <p:xfrm>
            <a:off x="14927324" y="2570902"/>
            <a:ext cx="846138" cy="368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720" name="AxMath" r:id="rId19" imgW="637560" imgH="279000" progId="Equation.AxMath">
                    <p:embed/>
                  </p:oleObj>
                </mc:Choice>
                <mc:Fallback>
                  <p:oleObj name="AxMath" r:id="rId19" imgW="637560" imgH="279000" progId="Equation.AxMath">
                    <p:embed/>
                    <p:pic>
                      <p:nvPicPr>
                        <p:cNvPr id="79" name="对象 78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14927324" y="2570902"/>
                          <a:ext cx="846138" cy="368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0" name="对象 79"/>
            <p:cNvGraphicFramePr>
              <a:graphicFrameLocks noChangeAspect="1"/>
            </p:cNvGraphicFramePr>
            <p:nvPr>
              <p:extLst/>
            </p:nvPr>
          </p:nvGraphicFramePr>
          <p:xfrm>
            <a:off x="11579287" y="261090"/>
            <a:ext cx="898525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721" name="AxMath" r:id="rId21" imgW="629280" imgH="279000" progId="Equation.AxMath">
                    <p:embed/>
                  </p:oleObj>
                </mc:Choice>
                <mc:Fallback>
                  <p:oleObj name="AxMath" r:id="rId21" imgW="629280" imgH="279000" progId="Equation.AxMath">
                    <p:embed/>
                    <p:pic>
                      <p:nvPicPr>
                        <p:cNvPr id="80" name="对象 79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11579287" y="261090"/>
                          <a:ext cx="898525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1" name="矩形 80"/>
            <p:cNvSpPr/>
            <p:nvPr/>
          </p:nvSpPr>
          <p:spPr>
            <a:xfrm>
              <a:off x="12776233" y="245011"/>
              <a:ext cx="1230283" cy="432262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82" name="对象 81"/>
            <p:cNvGraphicFramePr>
              <a:graphicFrameLocks noChangeAspect="1"/>
            </p:cNvGraphicFramePr>
            <p:nvPr>
              <p:extLst/>
            </p:nvPr>
          </p:nvGraphicFramePr>
          <p:xfrm>
            <a:off x="12820712" y="261090"/>
            <a:ext cx="1204912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722" name="AxMath" r:id="rId23" imgW="839160" imgH="279000" progId="Equation.AxMath">
                    <p:embed/>
                  </p:oleObj>
                </mc:Choice>
                <mc:Fallback>
                  <p:oleObj name="AxMath" r:id="rId23" imgW="839160" imgH="279000" progId="Equation.AxMath">
                    <p:embed/>
                    <p:pic>
                      <p:nvPicPr>
                        <p:cNvPr id="82" name="对象 81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12820712" y="261090"/>
                          <a:ext cx="1204912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3" name="矩形 82"/>
            <p:cNvSpPr/>
            <p:nvPr/>
          </p:nvSpPr>
          <p:spPr>
            <a:xfrm>
              <a:off x="14717427" y="249716"/>
              <a:ext cx="1230283" cy="432262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84" name="对象 83"/>
            <p:cNvGraphicFramePr>
              <a:graphicFrameLocks noChangeAspect="1"/>
            </p:cNvGraphicFramePr>
            <p:nvPr>
              <p:extLst/>
            </p:nvPr>
          </p:nvGraphicFramePr>
          <p:xfrm>
            <a:off x="14811437" y="300777"/>
            <a:ext cx="1108075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723" name="AxMath" r:id="rId25" imgW="773640" imgH="230400" progId="Equation.AxMath">
                    <p:embed/>
                  </p:oleObj>
                </mc:Choice>
                <mc:Fallback>
                  <p:oleObj name="AxMath" r:id="rId25" imgW="773640" imgH="230400" progId="Equation.AxMath">
                    <p:embed/>
                    <p:pic>
                      <p:nvPicPr>
                        <p:cNvPr id="84" name="对象 83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14811437" y="300777"/>
                          <a:ext cx="1108075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5" name="矩形 84"/>
            <p:cNvSpPr/>
            <p:nvPr/>
          </p:nvSpPr>
          <p:spPr>
            <a:xfrm>
              <a:off x="14722852" y="856859"/>
              <a:ext cx="1230283" cy="432262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86" name="对象 85"/>
            <p:cNvGraphicFramePr>
              <a:graphicFrameLocks noChangeAspect="1"/>
            </p:cNvGraphicFramePr>
            <p:nvPr>
              <p:extLst/>
            </p:nvPr>
          </p:nvGraphicFramePr>
          <p:xfrm>
            <a:off x="14727739" y="932575"/>
            <a:ext cx="1237790" cy="2921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724" name="AxMath" r:id="rId27" imgW="1183680" imgH="279000" progId="Equation.AxMath">
                    <p:embed/>
                  </p:oleObj>
                </mc:Choice>
                <mc:Fallback>
                  <p:oleObj name="AxMath" r:id="rId27" imgW="1183680" imgH="279000" progId="Equation.AxMath">
                    <p:embed/>
                    <p:pic>
                      <p:nvPicPr>
                        <p:cNvPr id="86" name="对象 85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14727739" y="932575"/>
                          <a:ext cx="1237790" cy="29212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7" name="矩形 86"/>
            <p:cNvSpPr/>
            <p:nvPr/>
          </p:nvSpPr>
          <p:spPr>
            <a:xfrm>
              <a:off x="14717427" y="1464002"/>
              <a:ext cx="1230283" cy="432262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88" name="对象 87"/>
            <p:cNvGraphicFramePr>
              <a:graphicFrameLocks noChangeAspect="1"/>
            </p:cNvGraphicFramePr>
            <p:nvPr>
              <p:extLst/>
            </p:nvPr>
          </p:nvGraphicFramePr>
          <p:xfrm>
            <a:off x="14727738" y="1546953"/>
            <a:ext cx="1219708" cy="2889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725" name="AxMath" r:id="rId29" imgW="1183680" imgH="279000" progId="Equation.AxMath">
                    <p:embed/>
                  </p:oleObj>
                </mc:Choice>
                <mc:Fallback>
                  <p:oleObj name="AxMath" r:id="rId29" imgW="1183680" imgH="279000" progId="Equation.AxMath">
                    <p:embed/>
                    <p:pic>
                      <p:nvPicPr>
                        <p:cNvPr id="88" name="对象 87"/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14727738" y="1546953"/>
                          <a:ext cx="1219708" cy="2889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9" name="矩形 88"/>
            <p:cNvSpPr/>
            <p:nvPr/>
          </p:nvSpPr>
          <p:spPr>
            <a:xfrm>
              <a:off x="12769478" y="856859"/>
              <a:ext cx="1230283" cy="432262"/>
            </a:xfrm>
            <a:prstGeom prst="rect">
              <a:avLst/>
            </a:prstGeom>
            <a:solidFill>
              <a:srgbClr val="E2F0D9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90" name="对象 89"/>
            <p:cNvGraphicFramePr>
              <a:graphicFrameLocks noChangeAspect="1"/>
            </p:cNvGraphicFramePr>
            <p:nvPr>
              <p:extLst/>
            </p:nvPr>
          </p:nvGraphicFramePr>
          <p:xfrm>
            <a:off x="12966762" y="872277"/>
            <a:ext cx="903287" cy="4016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726" name="AxMath" r:id="rId31" imgW="630720" imgH="279000" progId="Equation.AxMath">
                    <p:embed/>
                  </p:oleObj>
                </mc:Choice>
                <mc:Fallback>
                  <p:oleObj name="AxMath" r:id="rId31" imgW="630720" imgH="279000" progId="Equation.AxMath">
                    <p:embed/>
                    <p:pic>
                      <p:nvPicPr>
                        <p:cNvPr id="90" name="对象 89"/>
                        <p:cNvPicPr/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12966762" y="872277"/>
                          <a:ext cx="903287" cy="40163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1" name="矩形 90"/>
            <p:cNvSpPr/>
            <p:nvPr/>
          </p:nvSpPr>
          <p:spPr>
            <a:xfrm>
              <a:off x="9992797" y="853453"/>
              <a:ext cx="1230283" cy="432262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92" name="对象 91"/>
            <p:cNvGraphicFramePr>
              <a:graphicFrameLocks noChangeAspect="1"/>
            </p:cNvGraphicFramePr>
            <p:nvPr>
              <p:extLst/>
            </p:nvPr>
          </p:nvGraphicFramePr>
          <p:xfrm>
            <a:off x="10202924" y="869102"/>
            <a:ext cx="873125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727" name="AxMath" r:id="rId33" imgW="606240" imgH="279000" progId="Equation.AxMath">
                    <p:embed/>
                  </p:oleObj>
                </mc:Choice>
                <mc:Fallback>
                  <p:oleObj name="AxMath" r:id="rId33" imgW="606240" imgH="279000" progId="Equation.AxMath">
                    <p:embed/>
                    <p:pic>
                      <p:nvPicPr>
                        <p:cNvPr id="92" name="对象 91"/>
                        <p:cNvPicPr/>
                        <p:nvPr/>
                      </p:nvPicPr>
                      <p:blipFill>
                        <a:blip r:embed="rId34"/>
                        <a:stretch>
                          <a:fillRect/>
                        </a:stretch>
                      </p:blipFill>
                      <p:spPr>
                        <a:xfrm>
                          <a:off x="10202924" y="869102"/>
                          <a:ext cx="873125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3" name="矩形 92"/>
            <p:cNvSpPr/>
            <p:nvPr/>
          </p:nvSpPr>
          <p:spPr>
            <a:xfrm>
              <a:off x="11384140" y="1464002"/>
              <a:ext cx="1230283" cy="432262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94" name="对象 93"/>
            <p:cNvGraphicFramePr>
              <a:graphicFrameLocks noChangeAspect="1"/>
            </p:cNvGraphicFramePr>
            <p:nvPr>
              <p:extLst/>
            </p:nvPr>
          </p:nvGraphicFramePr>
          <p:xfrm>
            <a:off x="11596749" y="1480290"/>
            <a:ext cx="866775" cy="401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728" name="AxMath" r:id="rId35" imgW="604080" imgH="279000" progId="Equation.AxMath">
                    <p:embed/>
                  </p:oleObj>
                </mc:Choice>
                <mc:Fallback>
                  <p:oleObj name="AxMath" r:id="rId35" imgW="604080" imgH="279000" progId="Equation.AxMath">
                    <p:embed/>
                    <p:pic>
                      <p:nvPicPr>
                        <p:cNvPr id="94" name="对象 93"/>
                        <p:cNvPicPr/>
                        <p:nvPr/>
                      </p:nvPicPr>
                      <p:blipFill>
                        <a:blip r:embed="rId36"/>
                        <a:stretch>
                          <a:fillRect/>
                        </a:stretch>
                      </p:blipFill>
                      <p:spPr>
                        <a:xfrm>
                          <a:off x="11596749" y="1480290"/>
                          <a:ext cx="866775" cy="4016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5" name="矩形 94"/>
            <p:cNvSpPr/>
            <p:nvPr/>
          </p:nvSpPr>
          <p:spPr>
            <a:xfrm>
              <a:off x="9992797" y="1464002"/>
              <a:ext cx="1230283" cy="432262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96" name="对象 95"/>
            <p:cNvGraphicFramePr>
              <a:graphicFrameLocks noChangeAspect="1"/>
            </p:cNvGraphicFramePr>
            <p:nvPr>
              <p:extLst/>
            </p:nvPr>
          </p:nvGraphicFramePr>
          <p:xfrm>
            <a:off x="10207687" y="1480290"/>
            <a:ext cx="866775" cy="401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729" name="AxMath" r:id="rId37" imgW="606240" imgH="279000" progId="Equation.AxMath">
                    <p:embed/>
                  </p:oleObj>
                </mc:Choice>
                <mc:Fallback>
                  <p:oleObj name="AxMath" r:id="rId37" imgW="606240" imgH="279000" progId="Equation.AxMath">
                    <p:embed/>
                    <p:pic>
                      <p:nvPicPr>
                        <p:cNvPr id="96" name="对象 95"/>
                        <p:cNvPicPr/>
                        <p:nvPr/>
                      </p:nvPicPr>
                      <p:blipFill>
                        <a:blip r:embed="rId38"/>
                        <a:stretch>
                          <a:fillRect/>
                        </a:stretch>
                      </p:blipFill>
                      <p:spPr>
                        <a:xfrm>
                          <a:off x="10207687" y="1480290"/>
                          <a:ext cx="866775" cy="4016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7" name="矩形 96"/>
            <p:cNvSpPr/>
            <p:nvPr/>
          </p:nvSpPr>
          <p:spPr>
            <a:xfrm>
              <a:off x="12782337" y="2544279"/>
              <a:ext cx="1230283" cy="432262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98" name="对象 97"/>
            <p:cNvGraphicFramePr>
              <a:graphicFrameLocks noChangeAspect="1"/>
            </p:cNvGraphicFramePr>
            <p:nvPr>
              <p:extLst/>
            </p:nvPr>
          </p:nvGraphicFramePr>
          <p:xfrm>
            <a:off x="12973112" y="2559790"/>
            <a:ext cx="914400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730" name="AxMath" r:id="rId39" imgW="637920" imgH="279000" progId="Equation.AxMath">
                    <p:embed/>
                  </p:oleObj>
                </mc:Choice>
                <mc:Fallback>
                  <p:oleObj name="AxMath" r:id="rId39" imgW="637920" imgH="279000" progId="Equation.AxMath">
                    <p:embed/>
                    <p:pic>
                      <p:nvPicPr>
                        <p:cNvPr id="98" name="对象 97"/>
                        <p:cNvPicPr/>
                        <p:nvPr/>
                      </p:nvPicPr>
                      <p:blipFill>
                        <a:blip r:embed="rId40"/>
                        <a:stretch>
                          <a:fillRect/>
                        </a:stretch>
                      </p:blipFill>
                      <p:spPr>
                        <a:xfrm>
                          <a:off x="12973112" y="2559790"/>
                          <a:ext cx="914400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9" name="矩形 98"/>
            <p:cNvSpPr/>
            <p:nvPr/>
          </p:nvSpPr>
          <p:spPr>
            <a:xfrm>
              <a:off x="11375613" y="2540397"/>
              <a:ext cx="1230283" cy="432262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100" name="对象 99"/>
            <p:cNvGraphicFramePr>
              <a:graphicFrameLocks noChangeAspect="1"/>
            </p:cNvGraphicFramePr>
            <p:nvPr>
              <p:extLst/>
            </p:nvPr>
          </p:nvGraphicFramePr>
          <p:xfrm>
            <a:off x="11568174" y="2556615"/>
            <a:ext cx="911225" cy="401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731" name="AxMath" r:id="rId41" imgW="636480" imgH="279000" progId="Equation.AxMath">
                    <p:embed/>
                  </p:oleObj>
                </mc:Choice>
                <mc:Fallback>
                  <p:oleObj name="AxMath" r:id="rId41" imgW="636480" imgH="279000" progId="Equation.AxMath">
                    <p:embed/>
                    <p:pic>
                      <p:nvPicPr>
                        <p:cNvPr id="100" name="对象 99"/>
                        <p:cNvPicPr/>
                        <p:nvPr/>
                      </p:nvPicPr>
                      <p:blipFill>
                        <a:blip r:embed="rId42"/>
                        <a:stretch>
                          <a:fillRect/>
                        </a:stretch>
                      </p:blipFill>
                      <p:spPr>
                        <a:xfrm>
                          <a:off x="11568174" y="2556615"/>
                          <a:ext cx="911225" cy="4016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1" name="矩形 100"/>
            <p:cNvSpPr/>
            <p:nvPr/>
          </p:nvSpPr>
          <p:spPr>
            <a:xfrm>
              <a:off x="9990208" y="2544279"/>
              <a:ext cx="1230283" cy="432262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102" name="对象 101"/>
            <p:cNvGraphicFramePr>
              <a:graphicFrameLocks noChangeAspect="1"/>
            </p:cNvGraphicFramePr>
            <p:nvPr>
              <p:extLst/>
            </p:nvPr>
          </p:nvGraphicFramePr>
          <p:xfrm>
            <a:off x="10188637" y="2559790"/>
            <a:ext cx="898525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732" name="AxMath" r:id="rId43" imgW="629280" imgH="279000" progId="Equation.AxMath">
                    <p:embed/>
                  </p:oleObj>
                </mc:Choice>
                <mc:Fallback>
                  <p:oleObj name="AxMath" r:id="rId43" imgW="629280" imgH="279000" progId="Equation.AxMath">
                    <p:embed/>
                    <p:pic>
                      <p:nvPicPr>
                        <p:cNvPr id="102" name="对象 101"/>
                        <p:cNvPicPr/>
                        <p:nvPr/>
                      </p:nvPicPr>
                      <p:blipFill>
                        <a:blip r:embed="rId44"/>
                        <a:stretch>
                          <a:fillRect/>
                        </a:stretch>
                      </p:blipFill>
                      <p:spPr>
                        <a:xfrm>
                          <a:off x="10188637" y="2559790"/>
                          <a:ext cx="898525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3" name="圆角矩形 102"/>
            <p:cNvSpPr/>
            <p:nvPr/>
          </p:nvSpPr>
          <p:spPr>
            <a:xfrm>
              <a:off x="8709029" y="245012"/>
              <a:ext cx="1126057" cy="432262"/>
            </a:xfrm>
            <a:prstGeom prst="roundRect">
              <a:avLst/>
            </a:prstGeom>
            <a:solidFill>
              <a:srgbClr val="BDD7EE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GPU 0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4" name="圆角矩形 103"/>
            <p:cNvSpPr/>
            <p:nvPr/>
          </p:nvSpPr>
          <p:spPr>
            <a:xfrm>
              <a:off x="8696127" y="856860"/>
              <a:ext cx="1138959" cy="432262"/>
            </a:xfrm>
            <a:prstGeom prst="roundRect">
              <a:avLst/>
            </a:prstGeom>
            <a:solidFill>
              <a:srgbClr val="BDD7EE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GPU </a:t>
              </a:r>
              <a:r>
                <a:rPr lang="en-US" altLang="zh-CN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5" name="圆角矩形 104"/>
            <p:cNvSpPr/>
            <p:nvPr/>
          </p:nvSpPr>
          <p:spPr>
            <a:xfrm>
              <a:off x="8696127" y="1468707"/>
              <a:ext cx="1138959" cy="432262"/>
            </a:xfrm>
            <a:prstGeom prst="roundRect">
              <a:avLst/>
            </a:prstGeom>
            <a:solidFill>
              <a:srgbClr val="BDD7EE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GPU </a:t>
              </a:r>
              <a:r>
                <a:rPr lang="en-US" altLang="zh-CN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6" name="圆角矩形 105"/>
            <p:cNvSpPr/>
            <p:nvPr/>
          </p:nvSpPr>
          <p:spPr>
            <a:xfrm>
              <a:off x="8696243" y="2544280"/>
              <a:ext cx="1138843" cy="432262"/>
            </a:xfrm>
            <a:prstGeom prst="roundRect">
              <a:avLst/>
            </a:prstGeom>
            <a:solidFill>
              <a:srgbClr val="BDD7EE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GPU </a:t>
              </a:r>
              <a:r>
                <a:rPr lang="en-US" altLang="zh-CN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n-2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07" name="对象 106"/>
            <p:cNvGraphicFramePr>
              <a:graphicFrameLocks noChangeAspect="1"/>
            </p:cNvGraphicFramePr>
            <p:nvPr>
              <p:extLst/>
            </p:nvPr>
          </p:nvGraphicFramePr>
          <p:xfrm>
            <a:off x="14167978" y="2980033"/>
            <a:ext cx="463435" cy="7285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733" name="AxMath" r:id="rId7" imgW="151920" imgH="226800" progId="Equation.AxMath">
                    <p:embed/>
                  </p:oleObj>
                </mc:Choice>
                <mc:Fallback>
                  <p:oleObj name="AxMath" r:id="rId7" imgW="151920" imgH="226800" progId="Equation.AxMath">
                    <p:embed/>
                    <p:pic>
                      <p:nvPicPr>
                        <p:cNvPr id="107" name="对象 106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4167978" y="2980033"/>
                          <a:ext cx="463435" cy="72850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8" name="矩形 107"/>
            <p:cNvSpPr/>
            <p:nvPr/>
          </p:nvSpPr>
          <p:spPr>
            <a:xfrm>
              <a:off x="14717311" y="3124272"/>
              <a:ext cx="1230283" cy="432262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109" name="对象 108"/>
            <p:cNvGraphicFramePr>
              <a:graphicFrameLocks noChangeAspect="1"/>
            </p:cNvGraphicFramePr>
            <p:nvPr>
              <p:extLst/>
            </p:nvPr>
          </p:nvGraphicFramePr>
          <p:xfrm>
            <a:off x="15094012" y="3186852"/>
            <a:ext cx="511175" cy="3032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734" name="AxMath" r:id="rId45" imgW="385200" imgH="230400" progId="Equation.AxMath">
                    <p:embed/>
                  </p:oleObj>
                </mc:Choice>
                <mc:Fallback>
                  <p:oleObj name="AxMath" r:id="rId45" imgW="385200" imgH="230400" progId="Equation.AxMath">
                    <p:embed/>
                    <p:pic>
                      <p:nvPicPr>
                        <p:cNvPr id="109" name="对象 108"/>
                        <p:cNvPicPr/>
                        <p:nvPr/>
                      </p:nvPicPr>
                      <p:blipFill>
                        <a:blip r:embed="rId46"/>
                        <a:stretch>
                          <a:fillRect/>
                        </a:stretch>
                      </p:blipFill>
                      <p:spPr>
                        <a:xfrm>
                          <a:off x="15094012" y="3186852"/>
                          <a:ext cx="511175" cy="30321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0" name="矩形 109"/>
            <p:cNvSpPr/>
            <p:nvPr/>
          </p:nvSpPr>
          <p:spPr>
            <a:xfrm>
              <a:off x="12782221" y="3128154"/>
              <a:ext cx="1230283" cy="432262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111" name="对象 110"/>
            <p:cNvGraphicFramePr>
              <a:graphicFrameLocks noChangeAspect="1"/>
            </p:cNvGraphicFramePr>
            <p:nvPr>
              <p:extLst/>
            </p:nvPr>
          </p:nvGraphicFramePr>
          <p:xfrm>
            <a:off x="12977874" y="3143990"/>
            <a:ext cx="903288" cy="401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735" name="AxMath" r:id="rId47" imgW="630720" imgH="279000" progId="Equation.AxMath">
                    <p:embed/>
                  </p:oleObj>
                </mc:Choice>
                <mc:Fallback>
                  <p:oleObj name="AxMath" r:id="rId47" imgW="630720" imgH="279000" progId="Equation.AxMath">
                    <p:embed/>
                    <p:pic>
                      <p:nvPicPr>
                        <p:cNvPr id="111" name="对象 110"/>
                        <p:cNvPicPr/>
                        <p:nvPr/>
                      </p:nvPicPr>
                      <p:blipFill>
                        <a:blip r:embed="rId48"/>
                        <a:stretch>
                          <a:fillRect/>
                        </a:stretch>
                      </p:blipFill>
                      <p:spPr>
                        <a:xfrm>
                          <a:off x="12977874" y="3143990"/>
                          <a:ext cx="903288" cy="4016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" name="矩形 111"/>
            <p:cNvSpPr/>
            <p:nvPr/>
          </p:nvSpPr>
          <p:spPr>
            <a:xfrm>
              <a:off x="11375497" y="3124272"/>
              <a:ext cx="1230283" cy="432262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113" name="对象 112"/>
            <p:cNvGraphicFramePr>
              <a:graphicFrameLocks noChangeAspect="1"/>
            </p:cNvGraphicFramePr>
            <p:nvPr>
              <p:extLst/>
            </p:nvPr>
          </p:nvGraphicFramePr>
          <p:xfrm>
            <a:off x="11572937" y="3140815"/>
            <a:ext cx="900112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736" name="AxMath" r:id="rId49" imgW="629280" imgH="279000" progId="Equation.AxMath">
                    <p:embed/>
                  </p:oleObj>
                </mc:Choice>
                <mc:Fallback>
                  <p:oleObj name="AxMath" r:id="rId49" imgW="629280" imgH="279000" progId="Equation.AxMath">
                    <p:embed/>
                    <p:pic>
                      <p:nvPicPr>
                        <p:cNvPr id="113" name="对象 112"/>
                        <p:cNvPicPr/>
                        <p:nvPr/>
                      </p:nvPicPr>
                      <p:blipFill>
                        <a:blip r:embed="rId50"/>
                        <a:stretch>
                          <a:fillRect/>
                        </a:stretch>
                      </p:blipFill>
                      <p:spPr>
                        <a:xfrm>
                          <a:off x="11572937" y="3140815"/>
                          <a:ext cx="900112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4" name="矩形 113"/>
            <p:cNvSpPr/>
            <p:nvPr/>
          </p:nvSpPr>
          <p:spPr>
            <a:xfrm>
              <a:off x="9990092" y="3128154"/>
              <a:ext cx="1230283" cy="432262"/>
            </a:xfrm>
            <a:prstGeom prst="rect">
              <a:avLst/>
            </a:prstGeom>
            <a:solidFill>
              <a:srgbClr val="E2F0D9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115" name="对象 114"/>
            <p:cNvGraphicFramePr>
              <a:graphicFrameLocks noChangeAspect="1"/>
            </p:cNvGraphicFramePr>
            <p:nvPr>
              <p:extLst/>
            </p:nvPr>
          </p:nvGraphicFramePr>
          <p:xfrm>
            <a:off x="10193283" y="3143665"/>
            <a:ext cx="889000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737" name="AxMath" r:id="rId51" imgW="622080" imgH="279000" progId="Equation.AxMath">
                    <p:embed/>
                  </p:oleObj>
                </mc:Choice>
                <mc:Fallback>
                  <p:oleObj name="AxMath" r:id="rId51" imgW="622080" imgH="279000" progId="Equation.AxMath">
                    <p:embed/>
                    <p:pic>
                      <p:nvPicPr>
                        <p:cNvPr id="115" name="对象 114"/>
                        <p:cNvPicPr/>
                        <p:nvPr/>
                      </p:nvPicPr>
                      <p:blipFill>
                        <a:blip r:embed="rId52"/>
                        <a:stretch>
                          <a:fillRect/>
                        </a:stretch>
                      </p:blipFill>
                      <p:spPr>
                        <a:xfrm>
                          <a:off x="10193283" y="3143665"/>
                          <a:ext cx="889000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6" name="圆角矩形 115"/>
            <p:cNvSpPr/>
            <p:nvPr/>
          </p:nvSpPr>
          <p:spPr>
            <a:xfrm>
              <a:off x="8696127" y="3128155"/>
              <a:ext cx="1138843" cy="432262"/>
            </a:xfrm>
            <a:prstGeom prst="roundRect">
              <a:avLst/>
            </a:prstGeom>
            <a:solidFill>
              <a:srgbClr val="BDD7EE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GPU </a:t>
              </a:r>
              <a:r>
                <a:rPr lang="en-US" altLang="zh-CN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n-1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741366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矩形 116"/>
          <p:cNvSpPr/>
          <p:nvPr/>
        </p:nvSpPr>
        <p:spPr>
          <a:xfrm>
            <a:off x="3301662" y="1571413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8" name="矩形 117"/>
          <p:cNvSpPr/>
          <p:nvPr/>
        </p:nvSpPr>
        <p:spPr>
          <a:xfrm>
            <a:off x="4689887" y="1571413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19" name="对象 1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3299033"/>
              </p:ext>
            </p:extLst>
          </p:nvPr>
        </p:nvGraphicFramePr>
        <p:xfrm>
          <a:off x="7476728" y="1423291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33" name="AxMath" r:id="rId3" imgW="151920" imgH="226800" progId="Equation.AxMath">
                  <p:embed/>
                </p:oleObj>
              </mc:Choice>
              <mc:Fallback>
                <p:oleObj name="AxMath" r:id="rId3" imgW="151920" imgH="226800" progId="Equation.AxMath">
                  <p:embed/>
                  <p:pic>
                    <p:nvPicPr>
                      <p:cNvPr id="119" name="对象 11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476728" y="1423291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" name="对象 1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4309900"/>
              </p:ext>
            </p:extLst>
          </p:nvPr>
        </p:nvGraphicFramePr>
        <p:xfrm>
          <a:off x="7476728" y="2035139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34" name="AxMath" r:id="rId5" imgW="151920" imgH="226800" progId="Equation.AxMath">
                  <p:embed/>
                </p:oleObj>
              </mc:Choice>
              <mc:Fallback>
                <p:oleObj name="AxMath" r:id="rId5" imgW="151920" imgH="226800" progId="Equation.AxMath">
                  <p:embed/>
                  <p:pic>
                    <p:nvPicPr>
                      <p:cNvPr id="120" name="对象 11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476728" y="2035139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" name="对象 1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6310551"/>
              </p:ext>
            </p:extLst>
          </p:nvPr>
        </p:nvGraphicFramePr>
        <p:xfrm>
          <a:off x="7476728" y="2646986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35" name="AxMath" r:id="rId6" imgW="151920" imgH="226800" progId="Equation.AxMath">
                  <p:embed/>
                </p:oleObj>
              </mc:Choice>
              <mc:Fallback>
                <p:oleObj name="AxMath" r:id="rId6" imgW="151920" imgH="226800" progId="Equation.AxMath">
                  <p:embed/>
                  <p:pic>
                    <p:nvPicPr>
                      <p:cNvPr id="121" name="对象 12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476728" y="2646986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" name="对象 1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2925671"/>
              </p:ext>
            </p:extLst>
          </p:nvPr>
        </p:nvGraphicFramePr>
        <p:xfrm>
          <a:off x="7476728" y="3722559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36" name="AxMath" r:id="rId7" imgW="151920" imgH="226800" progId="Equation.AxMath">
                  <p:embed/>
                </p:oleObj>
              </mc:Choice>
              <mc:Fallback>
                <p:oleObj name="AxMath" r:id="rId7" imgW="151920" imgH="226800" progId="Equation.AxMath">
                  <p:embed/>
                  <p:pic>
                    <p:nvPicPr>
                      <p:cNvPr id="122" name="对象 12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476728" y="3722559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" name="对象 1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8891981"/>
              </p:ext>
            </p:extLst>
          </p:nvPr>
        </p:nvGraphicFramePr>
        <p:xfrm>
          <a:off x="5068116" y="3192914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37" name="AxMath" r:id="rId8" imgW="151920" imgH="226800" progId="Equation.AxMath">
                  <p:embed/>
                </p:oleObj>
              </mc:Choice>
              <mc:Fallback>
                <p:oleObj name="AxMath" r:id="rId8" imgW="151920" imgH="226800" progId="Equation.AxMath">
                  <p:embed/>
                  <p:pic>
                    <p:nvPicPr>
                      <p:cNvPr id="123" name="对象 122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068116" y="3192914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4" name="对象 1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5976716"/>
              </p:ext>
            </p:extLst>
          </p:nvPr>
        </p:nvGraphicFramePr>
        <p:xfrm>
          <a:off x="3690282" y="3197565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38" name="AxMath" r:id="rId10" imgW="151920" imgH="226800" progId="Equation.AxMath">
                  <p:embed/>
                </p:oleObj>
              </mc:Choice>
              <mc:Fallback>
                <p:oleObj name="AxMath" r:id="rId10" imgW="151920" imgH="226800" progId="Equation.AxMath">
                  <p:embed/>
                  <p:pic>
                    <p:nvPicPr>
                      <p:cNvPr id="124" name="对象 123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690282" y="3197565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" name="对象 1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0459166"/>
              </p:ext>
            </p:extLst>
          </p:nvPr>
        </p:nvGraphicFramePr>
        <p:xfrm>
          <a:off x="6459458" y="3192914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39" name="AxMath" r:id="rId11" imgW="151920" imgH="226800" progId="Equation.AxMath">
                  <p:embed/>
                </p:oleObj>
              </mc:Choice>
              <mc:Fallback>
                <p:oleObj name="AxMath" r:id="rId11" imgW="151920" imgH="226800" progId="Equation.AxMath">
                  <p:embed/>
                  <p:pic>
                    <p:nvPicPr>
                      <p:cNvPr id="125" name="对象 124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459458" y="3192914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" name="对象 1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9439979"/>
              </p:ext>
            </p:extLst>
          </p:nvPr>
        </p:nvGraphicFramePr>
        <p:xfrm>
          <a:off x="8476333" y="3197590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40" name="AxMath" r:id="rId12" imgW="151920" imgH="226800" progId="Equation.AxMath">
                  <p:embed/>
                </p:oleObj>
              </mc:Choice>
              <mc:Fallback>
                <p:oleObj name="AxMath" r:id="rId12" imgW="151920" imgH="226800" progId="Equation.AxMath">
                  <p:embed/>
                  <p:pic>
                    <p:nvPicPr>
                      <p:cNvPr id="126" name="对象 125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476333" y="3197590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7" name="对象 1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1809698"/>
              </p:ext>
            </p:extLst>
          </p:nvPr>
        </p:nvGraphicFramePr>
        <p:xfrm>
          <a:off x="3533783" y="1603366"/>
          <a:ext cx="820738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41" name="AxMath" r:id="rId13" imgW="622080" imgH="279000" progId="Equation.AxMath">
                  <p:embed/>
                </p:oleObj>
              </mc:Choice>
              <mc:Fallback>
                <p:oleObj name="AxMath" r:id="rId13" imgW="622080" imgH="279000" progId="Equation.AxMath">
                  <p:embed/>
                  <p:pic>
                    <p:nvPicPr>
                      <p:cNvPr id="127" name="对象 126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533783" y="1603366"/>
                        <a:ext cx="820738" cy="3667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8" name="矩形 127"/>
          <p:cNvSpPr/>
          <p:nvPr/>
        </p:nvSpPr>
        <p:spPr>
          <a:xfrm>
            <a:off x="4689887" y="2183260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29" name="对象 1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8848183"/>
              </p:ext>
            </p:extLst>
          </p:nvPr>
        </p:nvGraphicFramePr>
        <p:xfrm>
          <a:off x="4916496" y="2214553"/>
          <a:ext cx="830262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42" name="AxMath" r:id="rId15" imgW="629280" imgH="279000" progId="Equation.AxMath">
                  <p:embed/>
                </p:oleObj>
              </mc:Choice>
              <mc:Fallback>
                <p:oleObj name="AxMath" r:id="rId15" imgW="629280" imgH="279000" progId="Equation.AxMath">
                  <p:embed/>
                  <p:pic>
                    <p:nvPicPr>
                      <p:cNvPr id="129" name="对象 128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916496" y="2214553"/>
                        <a:ext cx="830262" cy="369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0" name="矩形 129"/>
          <p:cNvSpPr/>
          <p:nvPr/>
        </p:nvSpPr>
        <p:spPr>
          <a:xfrm>
            <a:off x="6084867" y="2795107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31" name="对象 1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4116451"/>
              </p:ext>
            </p:extLst>
          </p:nvPr>
        </p:nvGraphicFramePr>
        <p:xfrm>
          <a:off x="6310321" y="2827328"/>
          <a:ext cx="830262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43" name="AxMath" r:id="rId17" imgW="630720" imgH="279000" progId="Equation.AxMath">
                  <p:embed/>
                </p:oleObj>
              </mc:Choice>
              <mc:Fallback>
                <p:oleObj name="AxMath" r:id="rId17" imgW="630720" imgH="279000" progId="Equation.AxMath">
                  <p:embed/>
                  <p:pic>
                    <p:nvPicPr>
                      <p:cNvPr id="131" name="对象 130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310321" y="2827328"/>
                        <a:ext cx="830262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2" name="矩形 131"/>
          <p:cNvSpPr/>
          <p:nvPr/>
        </p:nvSpPr>
        <p:spPr>
          <a:xfrm>
            <a:off x="8026061" y="3866798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33" name="对象 1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5080057"/>
              </p:ext>
            </p:extLst>
          </p:nvPr>
        </p:nvGraphicFramePr>
        <p:xfrm>
          <a:off x="8235958" y="3897303"/>
          <a:ext cx="846138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44" name="AxMath" r:id="rId19" imgW="637560" imgH="279000" progId="Equation.AxMath">
                  <p:embed/>
                </p:oleObj>
              </mc:Choice>
              <mc:Fallback>
                <p:oleObj name="AxMath" r:id="rId19" imgW="637560" imgH="279000" progId="Equation.AxMath">
                  <p:embed/>
                  <p:pic>
                    <p:nvPicPr>
                      <p:cNvPr id="133" name="对象 132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8235958" y="3897303"/>
                        <a:ext cx="846138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" name="对象 1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7229312"/>
              </p:ext>
            </p:extLst>
          </p:nvPr>
        </p:nvGraphicFramePr>
        <p:xfrm>
          <a:off x="4887921" y="1587491"/>
          <a:ext cx="89852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45" name="AxMath" r:id="rId21" imgW="629280" imgH="279000" progId="Equation.AxMath">
                  <p:embed/>
                </p:oleObj>
              </mc:Choice>
              <mc:Fallback>
                <p:oleObj name="AxMath" r:id="rId21" imgW="629280" imgH="279000" progId="Equation.AxMath">
                  <p:embed/>
                  <p:pic>
                    <p:nvPicPr>
                      <p:cNvPr id="134" name="对象 133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887921" y="1587491"/>
                        <a:ext cx="89852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5" name="矩形 134"/>
          <p:cNvSpPr/>
          <p:nvPr/>
        </p:nvSpPr>
        <p:spPr>
          <a:xfrm>
            <a:off x="6084867" y="1571412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36" name="对象 1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8822369"/>
              </p:ext>
            </p:extLst>
          </p:nvPr>
        </p:nvGraphicFramePr>
        <p:xfrm>
          <a:off x="6129346" y="1587491"/>
          <a:ext cx="1204912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46" name="AxMath" r:id="rId23" imgW="839160" imgH="279000" progId="Equation.AxMath">
                  <p:embed/>
                </p:oleObj>
              </mc:Choice>
              <mc:Fallback>
                <p:oleObj name="AxMath" r:id="rId23" imgW="839160" imgH="279000" progId="Equation.AxMath">
                  <p:embed/>
                  <p:pic>
                    <p:nvPicPr>
                      <p:cNvPr id="136" name="对象 135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6129346" y="1587491"/>
                        <a:ext cx="1204912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7" name="矩形 136"/>
          <p:cNvSpPr/>
          <p:nvPr/>
        </p:nvSpPr>
        <p:spPr>
          <a:xfrm>
            <a:off x="8026061" y="1576117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38" name="对象 1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0995666"/>
              </p:ext>
            </p:extLst>
          </p:nvPr>
        </p:nvGraphicFramePr>
        <p:xfrm>
          <a:off x="8120071" y="1627178"/>
          <a:ext cx="1108075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47" name="AxMath" r:id="rId25" imgW="773640" imgH="230400" progId="Equation.AxMath">
                  <p:embed/>
                </p:oleObj>
              </mc:Choice>
              <mc:Fallback>
                <p:oleObj name="AxMath" r:id="rId25" imgW="773640" imgH="230400" progId="Equation.AxMath">
                  <p:embed/>
                  <p:pic>
                    <p:nvPicPr>
                      <p:cNvPr id="138" name="对象 137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8120071" y="1627178"/>
                        <a:ext cx="1108075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9" name="矩形 138"/>
          <p:cNvSpPr/>
          <p:nvPr/>
        </p:nvSpPr>
        <p:spPr>
          <a:xfrm>
            <a:off x="8031486" y="2183260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40" name="对象 1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3638893"/>
              </p:ext>
            </p:extLst>
          </p:nvPr>
        </p:nvGraphicFramePr>
        <p:xfrm>
          <a:off x="8036373" y="2258976"/>
          <a:ext cx="1237790" cy="2921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48" name="AxMath" r:id="rId27" imgW="1183680" imgH="279000" progId="Equation.AxMath">
                  <p:embed/>
                </p:oleObj>
              </mc:Choice>
              <mc:Fallback>
                <p:oleObj name="AxMath" r:id="rId27" imgW="1183680" imgH="279000" progId="Equation.AxMath">
                  <p:embed/>
                  <p:pic>
                    <p:nvPicPr>
                      <p:cNvPr id="140" name="对象 139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8036373" y="2258976"/>
                        <a:ext cx="1237790" cy="2921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1" name="矩形 140"/>
          <p:cNvSpPr/>
          <p:nvPr/>
        </p:nvSpPr>
        <p:spPr>
          <a:xfrm>
            <a:off x="8026061" y="2790403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42" name="对象 1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0540209"/>
              </p:ext>
            </p:extLst>
          </p:nvPr>
        </p:nvGraphicFramePr>
        <p:xfrm>
          <a:off x="8036372" y="2873354"/>
          <a:ext cx="1219708" cy="2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49" name="AxMath" r:id="rId29" imgW="1183680" imgH="279000" progId="Equation.AxMath">
                  <p:embed/>
                </p:oleObj>
              </mc:Choice>
              <mc:Fallback>
                <p:oleObj name="AxMath" r:id="rId29" imgW="1183680" imgH="279000" progId="Equation.AxMath">
                  <p:embed/>
                  <p:pic>
                    <p:nvPicPr>
                      <p:cNvPr id="142" name="对象 141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8036372" y="2873354"/>
                        <a:ext cx="1219708" cy="2889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" name="矩形 142"/>
          <p:cNvSpPr/>
          <p:nvPr/>
        </p:nvSpPr>
        <p:spPr>
          <a:xfrm>
            <a:off x="6078112" y="2183260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44" name="对象 1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6982648"/>
              </p:ext>
            </p:extLst>
          </p:nvPr>
        </p:nvGraphicFramePr>
        <p:xfrm>
          <a:off x="6275396" y="2198678"/>
          <a:ext cx="903287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50" name="AxMath" r:id="rId31" imgW="630720" imgH="279000" progId="Equation.AxMath">
                  <p:embed/>
                </p:oleObj>
              </mc:Choice>
              <mc:Fallback>
                <p:oleObj name="AxMath" r:id="rId31" imgW="630720" imgH="279000" progId="Equation.AxMath">
                  <p:embed/>
                  <p:pic>
                    <p:nvPicPr>
                      <p:cNvPr id="144" name="对象 143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6275396" y="2198678"/>
                        <a:ext cx="903287" cy="4016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5" name="矩形 144"/>
          <p:cNvSpPr/>
          <p:nvPr/>
        </p:nvSpPr>
        <p:spPr>
          <a:xfrm>
            <a:off x="3301431" y="2179854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46" name="对象 1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0293244"/>
              </p:ext>
            </p:extLst>
          </p:nvPr>
        </p:nvGraphicFramePr>
        <p:xfrm>
          <a:off x="3511558" y="2195503"/>
          <a:ext cx="87312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51" name="AxMath" r:id="rId33" imgW="606240" imgH="279000" progId="Equation.AxMath">
                  <p:embed/>
                </p:oleObj>
              </mc:Choice>
              <mc:Fallback>
                <p:oleObj name="AxMath" r:id="rId33" imgW="606240" imgH="279000" progId="Equation.AxMath">
                  <p:embed/>
                  <p:pic>
                    <p:nvPicPr>
                      <p:cNvPr id="146" name="对象 145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3511558" y="2195503"/>
                        <a:ext cx="87312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7" name="矩形 146"/>
          <p:cNvSpPr/>
          <p:nvPr/>
        </p:nvSpPr>
        <p:spPr>
          <a:xfrm>
            <a:off x="4692774" y="2790403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48" name="对象 1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1352177"/>
              </p:ext>
            </p:extLst>
          </p:nvPr>
        </p:nvGraphicFramePr>
        <p:xfrm>
          <a:off x="4905383" y="2806691"/>
          <a:ext cx="866775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52" name="AxMath" r:id="rId35" imgW="604080" imgH="279000" progId="Equation.AxMath">
                  <p:embed/>
                </p:oleObj>
              </mc:Choice>
              <mc:Fallback>
                <p:oleObj name="AxMath" r:id="rId35" imgW="604080" imgH="279000" progId="Equation.AxMath">
                  <p:embed/>
                  <p:pic>
                    <p:nvPicPr>
                      <p:cNvPr id="148" name="对象 147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4905383" y="2806691"/>
                        <a:ext cx="866775" cy="4016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9" name="矩形 148"/>
          <p:cNvSpPr/>
          <p:nvPr/>
        </p:nvSpPr>
        <p:spPr>
          <a:xfrm>
            <a:off x="3301431" y="2790403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50" name="对象 1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2831139"/>
              </p:ext>
            </p:extLst>
          </p:nvPr>
        </p:nvGraphicFramePr>
        <p:xfrm>
          <a:off x="3516321" y="2806691"/>
          <a:ext cx="866775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53" name="AxMath" r:id="rId37" imgW="606240" imgH="279000" progId="Equation.AxMath">
                  <p:embed/>
                </p:oleObj>
              </mc:Choice>
              <mc:Fallback>
                <p:oleObj name="AxMath" r:id="rId37" imgW="606240" imgH="279000" progId="Equation.AxMath">
                  <p:embed/>
                  <p:pic>
                    <p:nvPicPr>
                      <p:cNvPr id="150" name="对象 149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3516321" y="2806691"/>
                        <a:ext cx="866775" cy="4016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1" name="矩形 150"/>
          <p:cNvSpPr/>
          <p:nvPr/>
        </p:nvSpPr>
        <p:spPr>
          <a:xfrm>
            <a:off x="6090971" y="3870680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52" name="对象 15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3647287"/>
              </p:ext>
            </p:extLst>
          </p:nvPr>
        </p:nvGraphicFramePr>
        <p:xfrm>
          <a:off x="6281746" y="3886191"/>
          <a:ext cx="91440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54" name="AxMath" r:id="rId39" imgW="637920" imgH="279000" progId="Equation.AxMath">
                  <p:embed/>
                </p:oleObj>
              </mc:Choice>
              <mc:Fallback>
                <p:oleObj name="AxMath" r:id="rId39" imgW="637920" imgH="279000" progId="Equation.AxMath">
                  <p:embed/>
                  <p:pic>
                    <p:nvPicPr>
                      <p:cNvPr id="152" name="对象 151"/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6281746" y="3886191"/>
                        <a:ext cx="914400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" name="矩形 152"/>
          <p:cNvSpPr/>
          <p:nvPr/>
        </p:nvSpPr>
        <p:spPr>
          <a:xfrm>
            <a:off x="4684247" y="3866798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54" name="对象 15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0506908"/>
              </p:ext>
            </p:extLst>
          </p:nvPr>
        </p:nvGraphicFramePr>
        <p:xfrm>
          <a:off x="4876808" y="3883016"/>
          <a:ext cx="911225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55" name="AxMath" r:id="rId41" imgW="636480" imgH="279000" progId="Equation.AxMath">
                  <p:embed/>
                </p:oleObj>
              </mc:Choice>
              <mc:Fallback>
                <p:oleObj name="AxMath" r:id="rId41" imgW="636480" imgH="279000" progId="Equation.AxMath">
                  <p:embed/>
                  <p:pic>
                    <p:nvPicPr>
                      <p:cNvPr id="154" name="对象 153"/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4876808" y="3883016"/>
                        <a:ext cx="911225" cy="4016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5" name="矩形 154"/>
          <p:cNvSpPr/>
          <p:nvPr/>
        </p:nvSpPr>
        <p:spPr>
          <a:xfrm>
            <a:off x="3298842" y="3870680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56" name="对象 15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5442546"/>
              </p:ext>
            </p:extLst>
          </p:nvPr>
        </p:nvGraphicFramePr>
        <p:xfrm>
          <a:off x="3497271" y="3886191"/>
          <a:ext cx="89852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56" name="AxMath" r:id="rId43" imgW="629280" imgH="279000" progId="Equation.AxMath">
                  <p:embed/>
                </p:oleObj>
              </mc:Choice>
              <mc:Fallback>
                <p:oleObj name="AxMath" r:id="rId43" imgW="629280" imgH="279000" progId="Equation.AxMath">
                  <p:embed/>
                  <p:pic>
                    <p:nvPicPr>
                      <p:cNvPr id="156" name="对象 155"/>
                      <p:cNvPicPr/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3497271" y="3886191"/>
                        <a:ext cx="89852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7" name="圆角矩形 156"/>
          <p:cNvSpPr/>
          <p:nvPr/>
        </p:nvSpPr>
        <p:spPr>
          <a:xfrm>
            <a:off x="2017663" y="1571413"/>
            <a:ext cx="1126057" cy="432262"/>
          </a:xfrm>
          <a:prstGeom prst="roundRect">
            <a:avLst/>
          </a:prstGeom>
          <a:solidFill>
            <a:srgbClr val="BDD7EE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0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8" name="圆角矩形 157"/>
          <p:cNvSpPr/>
          <p:nvPr/>
        </p:nvSpPr>
        <p:spPr>
          <a:xfrm>
            <a:off x="2004761" y="2183261"/>
            <a:ext cx="1138959" cy="432262"/>
          </a:xfrm>
          <a:prstGeom prst="roundRect">
            <a:avLst/>
          </a:prstGeom>
          <a:solidFill>
            <a:srgbClr val="BDD7EE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9" name="圆角矩形 158"/>
          <p:cNvSpPr/>
          <p:nvPr/>
        </p:nvSpPr>
        <p:spPr>
          <a:xfrm>
            <a:off x="2004761" y="2795108"/>
            <a:ext cx="1138959" cy="432262"/>
          </a:xfrm>
          <a:prstGeom prst="roundRect">
            <a:avLst/>
          </a:prstGeom>
          <a:solidFill>
            <a:srgbClr val="BDD7EE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0" name="圆角矩形 159"/>
          <p:cNvSpPr/>
          <p:nvPr/>
        </p:nvSpPr>
        <p:spPr>
          <a:xfrm>
            <a:off x="2004877" y="3870681"/>
            <a:ext cx="1138843" cy="432262"/>
          </a:xfrm>
          <a:prstGeom prst="roundRect">
            <a:avLst/>
          </a:prstGeom>
          <a:solidFill>
            <a:srgbClr val="BDD7EE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n-2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61" name="对象 16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6805594"/>
              </p:ext>
            </p:extLst>
          </p:nvPr>
        </p:nvGraphicFramePr>
        <p:xfrm>
          <a:off x="7476612" y="4306434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57" name="AxMath" r:id="rId7" imgW="151920" imgH="226800" progId="Equation.AxMath">
                  <p:embed/>
                </p:oleObj>
              </mc:Choice>
              <mc:Fallback>
                <p:oleObj name="AxMath" r:id="rId7" imgW="151920" imgH="226800" progId="Equation.AxMath">
                  <p:embed/>
                  <p:pic>
                    <p:nvPicPr>
                      <p:cNvPr id="161" name="对象 16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476612" y="4306434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2" name="矩形 161"/>
          <p:cNvSpPr/>
          <p:nvPr/>
        </p:nvSpPr>
        <p:spPr>
          <a:xfrm>
            <a:off x="8025945" y="4450673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63" name="对象 16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9557861"/>
              </p:ext>
            </p:extLst>
          </p:nvPr>
        </p:nvGraphicFramePr>
        <p:xfrm>
          <a:off x="8235958" y="4481503"/>
          <a:ext cx="84455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58" name="AxMath" r:id="rId45" imgW="637560" imgH="279000" progId="Equation.AxMath">
                  <p:embed/>
                </p:oleObj>
              </mc:Choice>
              <mc:Fallback>
                <p:oleObj name="AxMath" r:id="rId45" imgW="637560" imgH="279000" progId="Equation.AxMath">
                  <p:embed/>
                  <p:pic>
                    <p:nvPicPr>
                      <p:cNvPr id="163" name="对象 162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8235958" y="4481503"/>
                        <a:ext cx="84455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" name="矩形 163"/>
          <p:cNvSpPr/>
          <p:nvPr/>
        </p:nvSpPr>
        <p:spPr>
          <a:xfrm>
            <a:off x="6090855" y="4454555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65" name="对象 16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2939560"/>
              </p:ext>
            </p:extLst>
          </p:nvPr>
        </p:nvGraphicFramePr>
        <p:xfrm>
          <a:off x="6286508" y="4470391"/>
          <a:ext cx="903288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59" name="AxMath" r:id="rId46" imgW="630720" imgH="279000" progId="Equation.AxMath">
                  <p:embed/>
                </p:oleObj>
              </mc:Choice>
              <mc:Fallback>
                <p:oleObj name="AxMath" r:id="rId46" imgW="630720" imgH="279000" progId="Equation.AxMath">
                  <p:embed/>
                  <p:pic>
                    <p:nvPicPr>
                      <p:cNvPr id="165" name="对象 164"/>
                      <p:cNvPicPr/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6286508" y="4470391"/>
                        <a:ext cx="903288" cy="4016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6" name="矩形 165"/>
          <p:cNvSpPr/>
          <p:nvPr/>
        </p:nvSpPr>
        <p:spPr>
          <a:xfrm>
            <a:off x="4684131" y="4450673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67" name="对象 16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504836"/>
              </p:ext>
            </p:extLst>
          </p:nvPr>
        </p:nvGraphicFramePr>
        <p:xfrm>
          <a:off x="4881571" y="4467216"/>
          <a:ext cx="900112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60" name="AxMath" r:id="rId48" imgW="629280" imgH="279000" progId="Equation.AxMath">
                  <p:embed/>
                </p:oleObj>
              </mc:Choice>
              <mc:Fallback>
                <p:oleObj name="AxMath" r:id="rId48" imgW="629280" imgH="279000" progId="Equation.AxMath">
                  <p:embed/>
                  <p:pic>
                    <p:nvPicPr>
                      <p:cNvPr id="167" name="对象 166"/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4881571" y="4467216"/>
                        <a:ext cx="900112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8" name="矩形 167"/>
          <p:cNvSpPr/>
          <p:nvPr/>
        </p:nvSpPr>
        <p:spPr>
          <a:xfrm>
            <a:off x="3298726" y="4454555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69" name="对象 16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3884602"/>
              </p:ext>
            </p:extLst>
          </p:nvPr>
        </p:nvGraphicFramePr>
        <p:xfrm>
          <a:off x="3501917" y="4470066"/>
          <a:ext cx="88900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61" name="AxMath" r:id="rId50" imgW="622080" imgH="279000" progId="Equation.AxMath">
                  <p:embed/>
                </p:oleObj>
              </mc:Choice>
              <mc:Fallback>
                <p:oleObj name="AxMath" r:id="rId50" imgW="622080" imgH="279000" progId="Equation.AxMath">
                  <p:embed/>
                  <p:pic>
                    <p:nvPicPr>
                      <p:cNvPr id="169" name="对象 168"/>
                      <p:cNvPicPr/>
                      <p:nvPr/>
                    </p:nvPicPr>
                    <p:blipFill>
                      <a:blip r:embed="rId51"/>
                      <a:stretch>
                        <a:fillRect/>
                      </a:stretch>
                    </p:blipFill>
                    <p:spPr>
                      <a:xfrm>
                        <a:off x="3501917" y="4470066"/>
                        <a:ext cx="889000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0" name="圆角矩形 169"/>
          <p:cNvSpPr/>
          <p:nvPr/>
        </p:nvSpPr>
        <p:spPr>
          <a:xfrm>
            <a:off x="2004761" y="4454556"/>
            <a:ext cx="1138843" cy="432262"/>
          </a:xfrm>
          <a:prstGeom prst="roundRect">
            <a:avLst/>
          </a:prstGeom>
          <a:solidFill>
            <a:srgbClr val="BDD7EE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n-1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1" name="直接箭头连接符 170"/>
          <p:cNvCxnSpPr/>
          <p:nvPr/>
        </p:nvCxnSpPr>
        <p:spPr>
          <a:xfrm flipH="1">
            <a:off x="4428933" y="4765348"/>
            <a:ext cx="1" cy="43226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肘形连接符 171"/>
          <p:cNvCxnSpPr/>
          <p:nvPr/>
        </p:nvCxnSpPr>
        <p:spPr>
          <a:xfrm flipV="1">
            <a:off x="4428932" y="1251897"/>
            <a:ext cx="5040773" cy="3945717"/>
          </a:xfrm>
          <a:prstGeom prst="bentConnector3">
            <a:avLst>
              <a:gd name="adj1" fmla="val 101782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3" name="肘形连接符 172"/>
          <p:cNvCxnSpPr/>
          <p:nvPr/>
        </p:nvCxnSpPr>
        <p:spPr>
          <a:xfrm rot="10800000" flipV="1">
            <a:off x="4390917" y="1249574"/>
            <a:ext cx="5151920" cy="505872"/>
          </a:xfrm>
          <a:prstGeom prst="bentConnector3">
            <a:avLst>
              <a:gd name="adj1" fmla="val 100019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4" name="直接箭头连接符 173"/>
          <p:cNvCxnSpPr/>
          <p:nvPr/>
        </p:nvCxnSpPr>
        <p:spPr>
          <a:xfrm flipH="1">
            <a:off x="5788032" y="1901533"/>
            <a:ext cx="1" cy="43226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接箭头连接符 174"/>
          <p:cNvCxnSpPr/>
          <p:nvPr/>
        </p:nvCxnSpPr>
        <p:spPr>
          <a:xfrm flipH="1">
            <a:off x="7196145" y="2503170"/>
            <a:ext cx="1" cy="43226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直接箭头连接符 175"/>
          <p:cNvCxnSpPr/>
          <p:nvPr/>
        </p:nvCxnSpPr>
        <p:spPr>
          <a:xfrm flipH="1">
            <a:off x="9127211" y="4199001"/>
            <a:ext cx="1" cy="43226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71689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矩形 176"/>
          <p:cNvSpPr/>
          <p:nvPr/>
        </p:nvSpPr>
        <p:spPr>
          <a:xfrm>
            <a:off x="2666392" y="987113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8" name="矩形 177"/>
          <p:cNvSpPr/>
          <p:nvPr/>
        </p:nvSpPr>
        <p:spPr>
          <a:xfrm>
            <a:off x="4054617" y="987113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79" name="对象 17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8051279"/>
              </p:ext>
            </p:extLst>
          </p:nvPr>
        </p:nvGraphicFramePr>
        <p:xfrm>
          <a:off x="6841458" y="838991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57" name="AxMath" r:id="rId3" imgW="151920" imgH="226800" progId="Equation.AxMath">
                  <p:embed/>
                </p:oleObj>
              </mc:Choice>
              <mc:Fallback>
                <p:oleObj name="AxMath" r:id="rId3" imgW="151920" imgH="226800" progId="Equation.AxMath">
                  <p:embed/>
                  <p:pic>
                    <p:nvPicPr>
                      <p:cNvPr id="179" name="对象 17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841458" y="838991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0" name="对象 17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2099619"/>
              </p:ext>
            </p:extLst>
          </p:nvPr>
        </p:nvGraphicFramePr>
        <p:xfrm>
          <a:off x="6841458" y="1450839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58" name="AxMath" r:id="rId5" imgW="151920" imgH="226800" progId="Equation.AxMath">
                  <p:embed/>
                </p:oleObj>
              </mc:Choice>
              <mc:Fallback>
                <p:oleObj name="AxMath" r:id="rId5" imgW="151920" imgH="226800" progId="Equation.AxMath">
                  <p:embed/>
                  <p:pic>
                    <p:nvPicPr>
                      <p:cNvPr id="180" name="对象 17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841458" y="1450839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" name="对象 18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7632714"/>
              </p:ext>
            </p:extLst>
          </p:nvPr>
        </p:nvGraphicFramePr>
        <p:xfrm>
          <a:off x="6841458" y="2062686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59" name="AxMath" r:id="rId6" imgW="151920" imgH="226800" progId="Equation.AxMath">
                  <p:embed/>
                </p:oleObj>
              </mc:Choice>
              <mc:Fallback>
                <p:oleObj name="AxMath" r:id="rId6" imgW="151920" imgH="226800" progId="Equation.AxMath">
                  <p:embed/>
                  <p:pic>
                    <p:nvPicPr>
                      <p:cNvPr id="181" name="对象 18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841458" y="2062686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2" name="对象 18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9256874"/>
              </p:ext>
            </p:extLst>
          </p:nvPr>
        </p:nvGraphicFramePr>
        <p:xfrm>
          <a:off x="6841458" y="3138259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60" name="AxMath" r:id="rId7" imgW="151920" imgH="226800" progId="Equation.AxMath">
                  <p:embed/>
                </p:oleObj>
              </mc:Choice>
              <mc:Fallback>
                <p:oleObj name="AxMath" r:id="rId7" imgW="151920" imgH="226800" progId="Equation.AxMath">
                  <p:embed/>
                  <p:pic>
                    <p:nvPicPr>
                      <p:cNvPr id="182" name="对象 18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841458" y="3138259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3" name="对象 18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1662816"/>
              </p:ext>
            </p:extLst>
          </p:nvPr>
        </p:nvGraphicFramePr>
        <p:xfrm>
          <a:off x="4432846" y="2608614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61" name="AxMath" r:id="rId8" imgW="151920" imgH="226800" progId="Equation.AxMath">
                  <p:embed/>
                </p:oleObj>
              </mc:Choice>
              <mc:Fallback>
                <p:oleObj name="AxMath" r:id="rId8" imgW="151920" imgH="226800" progId="Equation.AxMath">
                  <p:embed/>
                  <p:pic>
                    <p:nvPicPr>
                      <p:cNvPr id="183" name="对象 182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432846" y="2608614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" name="对象 18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3059432"/>
              </p:ext>
            </p:extLst>
          </p:nvPr>
        </p:nvGraphicFramePr>
        <p:xfrm>
          <a:off x="3055012" y="2613265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62" name="AxMath" r:id="rId10" imgW="151920" imgH="226800" progId="Equation.AxMath">
                  <p:embed/>
                </p:oleObj>
              </mc:Choice>
              <mc:Fallback>
                <p:oleObj name="AxMath" r:id="rId10" imgW="151920" imgH="226800" progId="Equation.AxMath">
                  <p:embed/>
                  <p:pic>
                    <p:nvPicPr>
                      <p:cNvPr id="184" name="对象 183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055012" y="2613265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" name="对象 18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5624077"/>
              </p:ext>
            </p:extLst>
          </p:nvPr>
        </p:nvGraphicFramePr>
        <p:xfrm>
          <a:off x="5824188" y="2608614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63" name="AxMath" r:id="rId11" imgW="151920" imgH="226800" progId="Equation.AxMath">
                  <p:embed/>
                </p:oleObj>
              </mc:Choice>
              <mc:Fallback>
                <p:oleObj name="AxMath" r:id="rId11" imgW="151920" imgH="226800" progId="Equation.AxMath">
                  <p:embed/>
                  <p:pic>
                    <p:nvPicPr>
                      <p:cNvPr id="185" name="对象 184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824188" y="2608614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" name="对象 18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2052648"/>
              </p:ext>
            </p:extLst>
          </p:nvPr>
        </p:nvGraphicFramePr>
        <p:xfrm>
          <a:off x="7841063" y="2613290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64" name="AxMath" r:id="rId12" imgW="151920" imgH="226800" progId="Equation.AxMath">
                  <p:embed/>
                </p:oleObj>
              </mc:Choice>
              <mc:Fallback>
                <p:oleObj name="AxMath" r:id="rId12" imgW="151920" imgH="226800" progId="Equation.AxMath">
                  <p:embed/>
                  <p:pic>
                    <p:nvPicPr>
                      <p:cNvPr id="186" name="对象 185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841063" y="2613290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" name="对象 18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9407686"/>
              </p:ext>
            </p:extLst>
          </p:nvPr>
        </p:nvGraphicFramePr>
        <p:xfrm>
          <a:off x="2898513" y="1019066"/>
          <a:ext cx="820738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65" name="AxMath" r:id="rId13" imgW="622080" imgH="279000" progId="Equation.AxMath">
                  <p:embed/>
                </p:oleObj>
              </mc:Choice>
              <mc:Fallback>
                <p:oleObj name="AxMath" r:id="rId13" imgW="622080" imgH="279000" progId="Equation.AxMath">
                  <p:embed/>
                  <p:pic>
                    <p:nvPicPr>
                      <p:cNvPr id="187" name="对象 186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898513" y="1019066"/>
                        <a:ext cx="820738" cy="3667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8" name="矩形 187"/>
          <p:cNvSpPr/>
          <p:nvPr/>
        </p:nvSpPr>
        <p:spPr>
          <a:xfrm>
            <a:off x="4054617" y="1598960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89" name="对象 18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9404160"/>
              </p:ext>
            </p:extLst>
          </p:nvPr>
        </p:nvGraphicFramePr>
        <p:xfrm>
          <a:off x="4281226" y="1630253"/>
          <a:ext cx="830262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66" name="AxMath" r:id="rId15" imgW="629280" imgH="279000" progId="Equation.AxMath">
                  <p:embed/>
                </p:oleObj>
              </mc:Choice>
              <mc:Fallback>
                <p:oleObj name="AxMath" r:id="rId15" imgW="629280" imgH="279000" progId="Equation.AxMath">
                  <p:embed/>
                  <p:pic>
                    <p:nvPicPr>
                      <p:cNvPr id="189" name="对象 188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281226" y="1630253"/>
                        <a:ext cx="830262" cy="369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0" name="矩形 189"/>
          <p:cNvSpPr/>
          <p:nvPr/>
        </p:nvSpPr>
        <p:spPr>
          <a:xfrm>
            <a:off x="5449597" y="2210807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91" name="对象 19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4572010"/>
              </p:ext>
            </p:extLst>
          </p:nvPr>
        </p:nvGraphicFramePr>
        <p:xfrm>
          <a:off x="5675051" y="2243028"/>
          <a:ext cx="830262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67" name="AxMath" r:id="rId17" imgW="630720" imgH="279000" progId="Equation.AxMath">
                  <p:embed/>
                </p:oleObj>
              </mc:Choice>
              <mc:Fallback>
                <p:oleObj name="AxMath" r:id="rId17" imgW="630720" imgH="279000" progId="Equation.AxMath">
                  <p:embed/>
                  <p:pic>
                    <p:nvPicPr>
                      <p:cNvPr id="191" name="对象 190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675051" y="2243028"/>
                        <a:ext cx="830262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2" name="矩形 191"/>
          <p:cNvSpPr/>
          <p:nvPr/>
        </p:nvSpPr>
        <p:spPr>
          <a:xfrm>
            <a:off x="7390791" y="3282498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93" name="对象 19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3182093"/>
              </p:ext>
            </p:extLst>
          </p:nvPr>
        </p:nvGraphicFramePr>
        <p:xfrm>
          <a:off x="7600688" y="3313003"/>
          <a:ext cx="846138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68" name="AxMath" r:id="rId19" imgW="637560" imgH="279000" progId="Equation.AxMath">
                  <p:embed/>
                </p:oleObj>
              </mc:Choice>
              <mc:Fallback>
                <p:oleObj name="AxMath" r:id="rId19" imgW="637560" imgH="279000" progId="Equation.AxMath">
                  <p:embed/>
                  <p:pic>
                    <p:nvPicPr>
                      <p:cNvPr id="193" name="对象 192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600688" y="3313003"/>
                        <a:ext cx="846138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" name="对象 19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4429077"/>
              </p:ext>
            </p:extLst>
          </p:nvPr>
        </p:nvGraphicFramePr>
        <p:xfrm>
          <a:off x="4252651" y="1003191"/>
          <a:ext cx="89852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69" name="AxMath" r:id="rId21" imgW="629280" imgH="279000" progId="Equation.AxMath">
                  <p:embed/>
                </p:oleObj>
              </mc:Choice>
              <mc:Fallback>
                <p:oleObj name="AxMath" r:id="rId21" imgW="629280" imgH="279000" progId="Equation.AxMath">
                  <p:embed/>
                  <p:pic>
                    <p:nvPicPr>
                      <p:cNvPr id="194" name="对象 193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252651" y="1003191"/>
                        <a:ext cx="89852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5" name="矩形 194"/>
          <p:cNvSpPr/>
          <p:nvPr/>
        </p:nvSpPr>
        <p:spPr>
          <a:xfrm>
            <a:off x="5449597" y="987112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96" name="对象 19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710169"/>
              </p:ext>
            </p:extLst>
          </p:nvPr>
        </p:nvGraphicFramePr>
        <p:xfrm>
          <a:off x="5643301" y="1003191"/>
          <a:ext cx="9048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70" name="AxMath" r:id="rId23" imgW="630720" imgH="279000" progId="Equation.AxMath">
                  <p:embed/>
                </p:oleObj>
              </mc:Choice>
              <mc:Fallback>
                <p:oleObj name="AxMath" r:id="rId23" imgW="630720" imgH="279000" progId="Equation.AxMath">
                  <p:embed/>
                  <p:pic>
                    <p:nvPicPr>
                      <p:cNvPr id="196" name="对象 195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5643301" y="1003191"/>
                        <a:ext cx="90487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7" name="矩形 196"/>
          <p:cNvSpPr/>
          <p:nvPr/>
        </p:nvSpPr>
        <p:spPr>
          <a:xfrm>
            <a:off x="5442842" y="1598960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98" name="对象 19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8386024"/>
              </p:ext>
            </p:extLst>
          </p:nvPr>
        </p:nvGraphicFramePr>
        <p:xfrm>
          <a:off x="5640126" y="1614378"/>
          <a:ext cx="903287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71" name="AxMath" r:id="rId25" imgW="630720" imgH="279000" progId="Equation.AxMath">
                  <p:embed/>
                </p:oleObj>
              </mc:Choice>
              <mc:Fallback>
                <p:oleObj name="AxMath" r:id="rId25" imgW="630720" imgH="279000" progId="Equation.AxMath">
                  <p:embed/>
                  <p:pic>
                    <p:nvPicPr>
                      <p:cNvPr id="198" name="对象 197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5640126" y="1614378"/>
                        <a:ext cx="903287" cy="4016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9" name="矩形 198"/>
          <p:cNvSpPr/>
          <p:nvPr/>
        </p:nvSpPr>
        <p:spPr>
          <a:xfrm>
            <a:off x="2666161" y="1595554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00" name="对象 19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9472570"/>
              </p:ext>
            </p:extLst>
          </p:nvPr>
        </p:nvGraphicFramePr>
        <p:xfrm>
          <a:off x="2865176" y="1611203"/>
          <a:ext cx="896937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72" name="AxMath" r:id="rId27" imgW="622080" imgH="279000" progId="Equation.AxMath">
                  <p:embed/>
                </p:oleObj>
              </mc:Choice>
              <mc:Fallback>
                <p:oleObj name="AxMath" r:id="rId27" imgW="622080" imgH="279000" progId="Equation.AxMath">
                  <p:embed/>
                  <p:pic>
                    <p:nvPicPr>
                      <p:cNvPr id="200" name="对象 199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2865176" y="1611203"/>
                        <a:ext cx="896937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1" name="矩形 200"/>
          <p:cNvSpPr/>
          <p:nvPr/>
        </p:nvSpPr>
        <p:spPr>
          <a:xfrm>
            <a:off x="4057504" y="2206103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02" name="对象 20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4147057"/>
              </p:ext>
            </p:extLst>
          </p:nvPr>
        </p:nvGraphicFramePr>
        <p:xfrm>
          <a:off x="4254238" y="2222391"/>
          <a:ext cx="900113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73" name="AxMath" r:id="rId29" imgW="629280" imgH="279000" progId="Equation.AxMath">
                  <p:embed/>
                </p:oleObj>
              </mc:Choice>
              <mc:Fallback>
                <p:oleObj name="AxMath" r:id="rId29" imgW="629280" imgH="279000" progId="Equation.AxMath">
                  <p:embed/>
                  <p:pic>
                    <p:nvPicPr>
                      <p:cNvPr id="202" name="对象 201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4254238" y="2222391"/>
                        <a:ext cx="900113" cy="4016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3" name="矩形 202"/>
          <p:cNvSpPr/>
          <p:nvPr/>
        </p:nvSpPr>
        <p:spPr>
          <a:xfrm>
            <a:off x="2666161" y="2206103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04" name="对象 20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5140772"/>
              </p:ext>
            </p:extLst>
          </p:nvPr>
        </p:nvGraphicFramePr>
        <p:xfrm>
          <a:off x="2869938" y="2222391"/>
          <a:ext cx="890588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74" name="AxMath" r:id="rId31" imgW="622080" imgH="279000" progId="Equation.AxMath">
                  <p:embed/>
                </p:oleObj>
              </mc:Choice>
              <mc:Fallback>
                <p:oleObj name="AxMath" r:id="rId31" imgW="622080" imgH="279000" progId="Equation.AxMath">
                  <p:embed/>
                  <p:pic>
                    <p:nvPicPr>
                      <p:cNvPr id="204" name="对象 203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2869938" y="2222391"/>
                        <a:ext cx="890588" cy="4016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" name="矩形 204"/>
          <p:cNvSpPr/>
          <p:nvPr/>
        </p:nvSpPr>
        <p:spPr>
          <a:xfrm>
            <a:off x="5455701" y="3286380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06" name="对象 20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3448934"/>
              </p:ext>
            </p:extLst>
          </p:nvPr>
        </p:nvGraphicFramePr>
        <p:xfrm>
          <a:off x="5651238" y="3301891"/>
          <a:ext cx="903288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75" name="AxMath" r:id="rId32" imgW="630720" imgH="279000" progId="Equation.AxMath">
                  <p:embed/>
                </p:oleObj>
              </mc:Choice>
              <mc:Fallback>
                <p:oleObj name="AxMath" r:id="rId32" imgW="630720" imgH="279000" progId="Equation.AxMath">
                  <p:embed/>
                  <p:pic>
                    <p:nvPicPr>
                      <p:cNvPr id="206" name="对象 205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5651238" y="3301891"/>
                        <a:ext cx="903288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7" name="矩形 206"/>
          <p:cNvSpPr/>
          <p:nvPr/>
        </p:nvSpPr>
        <p:spPr>
          <a:xfrm>
            <a:off x="4048977" y="3282498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08" name="对象 20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0927017"/>
              </p:ext>
            </p:extLst>
          </p:nvPr>
        </p:nvGraphicFramePr>
        <p:xfrm>
          <a:off x="4247888" y="3298716"/>
          <a:ext cx="898525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76" name="AxMath" r:id="rId34" imgW="629280" imgH="279000" progId="Equation.AxMath">
                  <p:embed/>
                </p:oleObj>
              </mc:Choice>
              <mc:Fallback>
                <p:oleObj name="AxMath" r:id="rId34" imgW="629280" imgH="279000" progId="Equation.AxMath">
                  <p:embed/>
                  <p:pic>
                    <p:nvPicPr>
                      <p:cNvPr id="208" name="对象 207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4247888" y="3298716"/>
                        <a:ext cx="898525" cy="4016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9" name="矩形 208"/>
          <p:cNvSpPr/>
          <p:nvPr/>
        </p:nvSpPr>
        <p:spPr>
          <a:xfrm>
            <a:off x="2663572" y="3286380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10" name="对象 20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4506645"/>
              </p:ext>
            </p:extLst>
          </p:nvPr>
        </p:nvGraphicFramePr>
        <p:xfrm>
          <a:off x="2865176" y="3301891"/>
          <a:ext cx="890587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77" name="AxMath" r:id="rId36" imgW="622080" imgH="279000" progId="Equation.AxMath">
                  <p:embed/>
                </p:oleObj>
              </mc:Choice>
              <mc:Fallback>
                <p:oleObj name="AxMath" r:id="rId36" imgW="622080" imgH="279000" progId="Equation.AxMath">
                  <p:embed/>
                  <p:pic>
                    <p:nvPicPr>
                      <p:cNvPr id="210" name="对象 209"/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2865176" y="3301891"/>
                        <a:ext cx="890587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1" name="圆角矩形 210"/>
          <p:cNvSpPr/>
          <p:nvPr/>
        </p:nvSpPr>
        <p:spPr>
          <a:xfrm>
            <a:off x="1382393" y="987113"/>
            <a:ext cx="1126057" cy="432262"/>
          </a:xfrm>
          <a:prstGeom prst="roundRect">
            <a:avLst/>
          </a:prstGeom>
          <a:solidFill>
            <a:srgbClr val="BDD7EE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0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2" name="圆角矩形 211"/>
          <p:cNvSpPr/>
          <p:nvPr/>
        </p:nvSpPr>
        <p:spPr>
          <a:xfrm>
            <a:off x="1369491" y="1598961"/>
            <a:ext cx="1138959" cy="432262"/>
          </a:xfrm>
          <a:prstGeom prst="roundRect">
            <a:avLst/>
          </a:prstGeom>
          <a:solidFill>
            <a:srgbClr val="BDD7EE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3" name="圆角矩形 212"/>
          <p:cNvSpPr/>
          <p:nvPr/>
        </p:nvSpPr>
        <p:spPr>
          <a:xfrm>
            <a:off x="1369491" y="2210808"/>
            <a:ext cx="1138959" cy="432262"/>
          </a:xfrm>
          <a:prstGeom prst="roundRect">
            <a:avLst/>
          </a:prstGeom>
          <a:solidFill>
            <a:srgbClr val="BDD7EE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4" name="圆角矩形 213"/>
          <p:cNvSpPr/>
          <p:nvPr/>
        </p:nvSpPr>
        <p:spPr>
          <a:xfrm>
            <a:off x="1369607" y="3286381"/>
            <a:ext cx="1138843" cy="432262"/>
          </a:xfrm>
          <a:prstGeom prst="roundRect">
            <a:avLst/>
          </a:prstGeom>
          <a:solidFill>
            <a:srgbClr val="BDD7EE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n-2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15" name="对象 2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9633273"/>
              </p:ext>
            </p:extLst>
          </p:nvPr>
        </p:nvGraphicFramePr>
        <p:xfrm>
          <a:off x="6841342" y="3722134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78" name="AxMath" r:id="rId7" imgW="151920" imgH="226800" progId="Equation.AxMath">
                  <p:embed/>
                </p:oleObj>
              </mc:Choice>
              <mc:Fallback>
                <p:oleObj name="AxMath" r:id="rId7" imgW="151920" imgH="226800" progId="Equation.AxMath">
                  <p:embed/>
                  <p:pic>
                    <p:nvPicPr>
                      <p:cNvPr id="215" name="对象 21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841342" y="3722134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6" name="矩形 215"/>
          <p:cNvSpPr/>
          <p:nvPr/>
        </p:nvSpPr>
        <p:spPr>
          <a:xfrm>
            <a:off x="7390675" y="3866373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17" name="矩形 216"/>
          <p:cNvSpPr/>
          <p:nvPr/>
        </p:nvSpPr>
        <p:spPr>
          <a:xfrm>
            <a:off x="5455585" y="3870255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18" name="对象 2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8731499"/>
              </p:ext>
            </p:extLst>
          </p:nvPr>
        </p:nvGraphicFramePr>
        <p:xfrm>
          <a:off x="5651238" y="3886091"/>
          <a:ext cx="903288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79" name="AxMath" r:id="rId38" imgW="630720" imgH="279000" progId="Equation.AxMath">
                  <p:embed/>
                </p:oleObj>
              </mc:Choice>
              <mc:Fallback>
                <p:oleObj name="AxMath" r:id="rId38" imgW="630720" imgH="279000" progId="Equation.AxMath">
                  <p:embed/>
                  <p:pic>
                    <p:nvPicPr>
                      <p:cNvPr id="218" name="对象 217"/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5651238" y="3886091"/>
                        <a:ext cx="903288" cy="4016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9" name="矩形 218"/>
          <p:cNvSpPr/>
          <p:nvPr/>
        </p:nvSpPr>
        <p:spPr>
          <a:xfrm>
            <a:off x="4048861" y="3866373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20" name="对象 2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1069845"/>
              </p:ext>
            </p:extLst>
          </p:nvPr>
        </p:nvGraphicFramePr>
        <p:xfrm>
          <a:off x="4246301" y="3882916"/>
          <a:ext cx="900112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80" name="AxMath" r:id="rId40" imgW="629280" imgH="279000" progId="Equation.AxMath">
                  <p:embed/>
                </p:oleObj>
              </mc:Choice>
              <mc:Fallback>
                <p:oleObj name="AxMath" r:id="rId40" imgW="629280" imgH="279000" progId="Equation.AxMath">
                  <p:embed/>
                  <p:pic>
                    <p:nvPicPr>
                      <p:cNvPr id="220" name="对象 219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4246301" y="3882916"/>
                        <a:ext cx="900112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1" name="矩形 220"/>
          <p:cNvSpPr/>
          <p:nvPr/>
        </p:nvSpPr>
        <p:spPr>
          <a:xfrm>
            <a:off x="2663456" y="3870255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22" name="对象 2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3806781"/>
              </p:ext>
            </p:extLst>
          </p:nvPr>
        </p:nvGraphicFramePr>
        <p:xfrm>
          <a:off x="2866647" y="3885766"/>
          <a:ext cx="88900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81" name="AxMath" r:id="rId41" imgW="622080" imgH="279000" progId="Equation.AxMath">
                  <p:embed/>
                </p:oleObj>
              </mc:Choice>
              <mc:Fallback>
                <p:oleObj name="AxMath" r:id="rId41" imgW="622080" imgH="279000" progId="Equation.AxMath">
                  <p:embed/>
                  <p:pic>
                    <p:nvPicPr>
                      <p:cNvPr id="222" name="对象 221"/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2866647" y="3885766"/>
                        <a:ext cx="889000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3" name="圆角矩形 222"/>
          <p:cNvSpPr/>
          <p:nvPr/>
        </p:nvSpPr>
        <p:spPr>
          <a:xfrm>
            <a:off x="1369491" y="3870256"/>
            <a:ext cx="1138843" cy="432262"/>
          </a:xfrm>
          <a:prstGeom prst="roundRect">
            <a:avLst/>
          </a:prstGeom>
          <a:solidFill>
            <a:srgbClr val="BDD7EE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n-1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24" name="对象 2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0363690"/>
              </p:ext>
            </p:extLst>
          </p:nvPr>
        </p:nvGraphicFramePr>
        <p:xfrm>
          <a:off x="7599100" y="3899680"/>
          <a:ext cx="846138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82" name="AxMath" r:id="rId19" imgW="637560" imgH="279000" progId="Equation.AxMath">
                  <p:embed/>
                </p:oleObj>
              </mc:Choice>
              <mc:Fallback>
                <p:oleObj name="AxMath" r:id="rId19" imgW="637560" imgH="279000" progId="Equation.AxMath">
                  <p:embed/>
                  <p:pic>
                    <p:nvPicPr>
                      <p:cNvPr id="224" name="对象 223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599100" y="3899680"/>
                        <a:ext cx="846138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" name="矩形 224"/>
          <p:cNvSpPr/>
          <p:nvPr/>
        </p:nvSpPr>
        <p:spPr>
          <a:xfrm>
            <a:off x="7390791" y="991817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26" name="对象 2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4707309"/>
              </p:ext>
            </p:extLst>
          </p:nvPr>
        </p:nvGraphicFramePr>
        <p:xfrm>
          <a:off x="7581638" y="1007953"/>
          <a:ext cx="91440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83" name="AxMath" r:id="rId43" imgW="637560" imgH="279000" progId="Equation.AxMath">
                  <p:embed/>
                </p:oleObj>
              </mc:Choice>
              <mc:Fallback>
                <p:oleObj name="AxMath" r:id="rId43" imgW="637560" imgH="279000" progId="Equation.AxMath">
                  <p:embed/>
                  <p:pic>
                    <p:nvPicPr>
                      <p:cNvPr id="226" name="对象 225"/>
                      <p:cNvPicPr/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7581638" y="1007953"/>
                        <a:ext cx="914400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7" name="矩形 226"/>
          <p:cNvSpPr/>
          <p:nvPr/>
        </p:nvSpPr>
        <p:spPr>
          <a:xfrm>
            <a:off x="7396216" y="1598960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28" name="对象 2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2254074"/>
              </p:ext>
            </p:extLst>
          </p:nvPr>
        </p:nvGraphicFramePr>
        <p:xfrm>
          <a:off x="7584813" y="1614378"/>
          <a:ext cx="917575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84" name="AxMath" r:id="rId45" imgW="637560" imgH="279000" progId="Equation.AxMath">
                  <p:embed/>
                </p:oleObj>
              </mc:Choice>
              <mc:Fallback>
                <p:oleObj name="AxMath" r:id="rId45" imgW="637560" imgH="279000" progId="Equation.AxMath">
                  <p:embed/>
                  <p:pic>
                    <p:nvPicPr>
                      <p:cNvPr id="228" name="对象 227"/>
                      <p:cNvPicPr/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7584813" y="1614378"/>
                        <a:ext cx="917575" cy="4016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9" name="矩形 228"/>
          <p:cNvSpPr/>
          <p:nvPr/>
        </p:nvSpPr>
        <p:spPr>
          <a:xfrm>
            <a:off x="7390791" y="2206103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30" name="对象 2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903585"/>
              </p:ext>
            </p:extLst>
          </p:nvPr>
        </p:nvGraphicFramePr>
        <p:xfrm>
          <a:off x="7581638" y="2222391"/>
          <a:ext cx="912813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85" name="AxMath" r:id="rId47" imgW="637560" imgH="279000" progId="Equation.AxMath">
                  <p:embed/>
                </p:oleObj>
              </mc:Choice>
              <mc:Fallback>
                <p:oleObj name="AxMath" r:id="rId47" imgW="637560" imgH="279000" progId="Equation.AxMath">
                  <p:embed/>
                  <p:pic>
                    <p:nvPicPr>
                      <p:cNvPr id="230" name="对象 229"/>
                      <p:cNvPicPr/>
                      <p:nvPr/>
                    </p:nvPicPr>
                    <p:blipFill>
                      <a:blip r:embed="rId48"/>
                      <a:stretch>
                        <a:fillRect/>
                      </a:stretch>
                    </p:blipFill>
                    <p:spPr>
                      <a:xfrm>
                        <a:off x="7581638" y="2222391"/>
                        <a:ext cx="912813" cy="4016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784628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3" name="组合 232"/>
          <p:cNvGrpSpPr/>
          <p:nvPr/>
        </p:nvGrpSpPr>
        <p:grpSpPr>
          <a:xfrm>
            <a:off x="8740577" y="271515"/>
            <a:ext cx="7269402" cy="3611648"/>
            <a:chOff x="8696127" y="96890"/>
            <a:chExt cx="7269402" cy="3611648"/>
          </a:xfrm>
        </p:grpSpPr>
        <p:sp>
          <p:nvSpPr>
            <p:cNvPr id="63" name="矩形 62"/>
            <p:cNvSpPr/>
            <p:nvPr/>
          </p:nvSpPr>
          <p:spPr>
            <a:xfrm>
              <a:off x="9993028" y="245012"/>
              <a:ext cx="1230283" cy="432262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矩形 63"/>
            <p:cNvSpPr/>
            <p:nvPr/>
          </p:nvSpPr>
          <p:spPr>
            <a:xfrm>
              <a:off x="11381253" y="245012"/>
              <a:ext cx="1230283" cy="432262"/>
            </a:xfrm>
            <a:prstGeom prst="rect">
              <a:avLst/>
            </a:prstGeom>
            <a:solidFill>
              <a:srgbClr val="E2F0D9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65" name="对象 64"/>
            <p:cNvGraphicFramePr>
              <a:graphicFrameLocks noChangeAspect="1"/>
            </p:cNvGraphicFramePr>
            <p:nvPr>
              <p:extLst/>
            </p:nvPr>
          </p:nvGraphicFramePr>
          <p:xfrm>
            <a:off x="14168094" y="96890"/>
            <a:ext cx="463435" cy="7285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043" name="AxMath" r:id="rId3" imgW="151920" imgH="226800" progId="Equation.AxMath">
                    <p:embed/>
                  </p:oleObj>
                </mc:Choice>
                <mc:Fallback>
                  <p:oleObj name="AxMath" r:id="rId3" imgW="151920" imgH="226800" progId="Equation.AxMath">
                    <p:embed/>
                    <p:pic>
                      <p:nvPicPr>
                        <p:cNvPr id="65" name="对象 64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4168094" y="96890"/>
                          <a:ext cx="463435" cy="72850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6" name="对象 65"/>
            <p:cNvGraphicFramePr>
              <a:graphicFrameLocks noChangeAspect="1"/>
            </p:cNvGraphicFramePr>
            <p:nvPr>
              <p:extLst/>
            </p:nvPr>
          </p:nvGraphicFramePr>
          <p:xfrm>
            <a:off x="14168094" y="708738"/>
            <a:ext cx="463435" cy="7285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044" name="AxMath" r:id="rId5" imgW="151920" imgH="226800" progId="Equation.AxMath">
                    <p:embed/>
                  </p:oleObj>
                </mc:Choice>
                <mc:Fallback>
                  <p:oleObj name="AxMath" r:id="rId5" imgW="151920" imgH="226800" progId="Equation.AxMath">
                    <p:embed/>
                    <p:pic>
                      <p:nvPicPr>
                        <p:cNvPr id="66" name="对象 65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4168094" y="708738"/>
                          <a:ext cx="463435" cy="72850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7" name="对象 66"/>
            <p:cNvGraphicFramePr>
              <a:graphicFrameLocks noChangeAspect="1"/>
            </p:cNvGraphicFramePr>
            <p:nvPr>
              <p:extLst/>
            </p:nvPr>
          </p:nvGraphicFramePr>
          <p:xfrm>
            <a:off x="14168094" y="1320585"/>
            <a:ext cx="463435" cy="7285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045" name="AxMath" r:id="rId6" imgW="151920" imgH="226800" progId="Equation.AxMath">
                    <p:embed/>
                  </p:oleObj>
                </mc:Choice>
                <mc:Fallback>
                  <p:oleObj name="AxMath" r:id="rId6" imgW="151920" imgH="226800" progId="Equation.AxMath">
                    <p:embed/>
                    <p:pic>
                      <p:nvPicPr>
                        <p:cNvPr id="67" name="对象 66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4168094" y="1320585"/>
                          <a:ext cx="463435" cy="72850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8" name="对象 67"/>
            <p:cNvGraphicFramePr>
              <a:graphicFrameLocks noChangeAspect="1"/>
            </p:cNvGraphicFramePr>
            <p:nvPr>
              <p:extLst/>
            </p:nvPr>
          </p:nvGraphicFramePr>
          <p:xfrm>
            <a:off x="14168094" y="2396158"/>
            <a:ext cx="463435" cy="7285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046" name="AxMath" r:id="rId7" imgW="151920" imgH="226800" progId="Equation.AxMath">
                    <p:embed/>
                  </p:oleObj>
                </mc:Choice>
                <mc:Fallback>
                  <p:oleObj name="AxMath" r:id="rId7" imgW="151920" imgH="226800" progId="Equation.AxMath">
                    <p:embed/>
                    <p:pic>
                      <p:nvPicPr>
                        <p:cNvPr id="68" name="对象 67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4168094" y="2396158"/>
                          <a:ext cx="463435" cy="72850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9" name="对象 68"/>
            <p:cNvGraphicFramePr>
              <a:graphicFrameLocks noChangeAspect="1"/>
            </p:cNvGraphicFramePr>
            <p:nvPr>
              <p:extLst/>
            </p:nvPr>
          </p:nvGraphicFramePr>
          <p:xfrm>
            <a:off x="11759482" y="1866513"/>
            <a:ext cx="463435" cy="7285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047" name="AxMath" r:id="rId8" imgW="151920" imgH="226800" progId="Equation.AxMath">
                    <p:embed/>
                  </p:oleObj>
                </mc:Choice>
                <mc:Fallback>
                  <p:oleObj name="AxMath" r:id="rId8" imgW="151920" imgH="226800" progId="Equation.AxMath">
                    <p:embed/>
                    <p:pic>
                      <p:nvPicPr>
                        <p:cNvPr id="69" name="对象 68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11759482" y="1866513"/>
                          <a:ext cx="463435" cy="72850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0" name="对象 69"/>
            <p:cNvGraphicFramePr>
              <a:graphicFrameLocks noChangeAspect="1"/>
            </p:cNvGraphicFramePr>
            <p:nvPr>
              <p:extLst/>
            </p:nvPr>
          </p:nvGraphicFramePr>
          <p:xfrm>
            <a:off x="10381648" y="1871164"/>
            <a:ext cx="463435" cy="7285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048" name="AxMath" r:id="rId10" imgW="151920" imgH="226800" progId="Equation.AxMath">
                    <p:embed/>
                  </p:oleObj>
                </mc:Choice>
                <mc:Fallback>
                  <p:oleObj name="AxMath" r:id="rId10" imgW="151920" imgH="226800" progId="Equation.AxMath">
                    <p:embed/>
                    <p:pic>
                      <p:nvPicPr>
                        <p:cNvPr id="70" name="对象 69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10381648" y="1871164"/>
                          <a:ext cx="463435" cy="72850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" name="对象 70"/>
            <p:cNvGraphicFramePr>
              <a:graphicFrameLocks noChangeAspect="1"/>
            </p:cNvGraphicFramePr>
            <p:nvPr>
              <p:extLst/>
            </p:nvPr>
          </p:nvGraphicFramePr>
          <p:xfrm>
            <a:off x="13150824" y="1866513"/>
            <a:ext cx="463435" cy="7285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049" name="AxMath" r:id="rId11" imgW="151920" imgH="226800" progId="Equation.AxMath">
                    <p:embed/>
                  </p:oleObj>
                </mc:Choice>
                <mc:Fallback>
                  <p:oleObj name="AxMath" r:id="rId11" imgW="151920" imgH="226800" progId="Equation.AxMath">
                    <p:embed/>
                    <p:pic>
                      <p:nvPicPr>
                        <p:cNvPr id="71" name="对象 70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13150824" y="1866513"/>
                          <a:ext cx="463435" cy="72850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" name="对象 71"/>
            <p:cNvGraphicFramePr>
              <a:graphicFrameLocks noChangeAspect="1"/>
            </p:cNvGraphicFramePr>
            <p:nvPr>
              <p:extLst/>
            </p:nvPr>
          </p:nvGraphicFramePr>
          <p:xfrm>
            <a:off x="15167699" y="1871189"/>
            <a:ext cx="463435" cy="7285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050" name="AxMath" r:id="rId12" imgW="151920" imgH="226800" progId="Equation.AxMath">
                    <p:embed/>
                  </p:oleObj>
                </mc:Choice>
                <mc:Fallback>
                  <p:oleObj name="AxMath" r:id="rId12" imgW="151920" imgH="226800" progId="Equation.AxMath">
                    <p:embed/>
                    <p:pic>
                      <p:nvPicPr>
                        <p:cNvPr id="72" name="对象 71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15167699" y="1871189"/>
                          <a:ext cx="463435" cy="72850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3" name="对象 72"/>
            <p:cNvGraphicFramePr>
              <a:graphicFrameLocks noChangeAspect="1"/>
            </p:cNvGraphicFramePr>
            <p:nvPr>
              <p:extLst/>
            </p:nvPr>
          </p:nvGraphicFramePr>
          <p:xfrm>
            <a:off x="10490262" y="308715"/>
            <a:ext cx="288925" cy="303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051" name="AxMath" r:id="rId13" imgW="218880" imgH="230400" progId="Equation.AxMath">
                    <p:embed/>
                  </p:oleObj>
                </mc:Choice>
                <mc:Fallback>
                  <p:oleObj name="AxMath" r:id="rId13" imgW="218880" imgH="230400" progId="Equation.AxMath">
                    <p:embed/>
                    <p:pic>
                      <p:nvPicPr>
                        <p:cNvPr id="73" name="对象 72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0490262" y="308715"/>
                          <a:ext cx="288925" cy="30321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4" name="矩形 73"/>
            <p:cNvSpPr/>
            <p:nvPr/>
          </p:nvSpPr>
          <p:spPr>
            <a:xfrm>
              <a:off x="11381253" y="856859"/>
              <a:ext cx="1230283" cy="432262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75" name="对象 74"/>
            <p:cNvGraphicFramePr>
              <a:graphicFrameLocks noChangeAspect="1"/>
            </p:cNvGraphicFramePr>
            <p:nvPr>
              <p:extLst/>
            </p:nvPr>
          </p:nvGraphicFramePr>
          <p:xfrm>
            <a:off x="11879324" y="919902"/>
            <a:ext cx="287338" cy="304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052" name="AxMath" r:id="rId15" imgW="217080" imgH="230400" progId="Equation.AxMath">
                    <p:embed/>
                  </p:oleObj>
                </mc:Choice>
                <mc:Fallback>
                  <p:oleObj name="AxMath" r:id="rId15" imgW="217080" imgH="230400" progId="Equation.AxMath">
                    <p:embed/>
                    <p:pic>
                      <p:nvPicPr>
                        <p:cNvPr id="75" name="对象 74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1879324" y="919902"/>
                          <a:ext cx="287338" cy="304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6" name="矩形 75"/>
            <p:cNvSpPr/>
            <p:nvPr/>
          </p:nvSpPr>
          <p:spPr>
            <a:xfrm>
              <a:off x="12776233" y="1468706"/>
              <a:ext cx="1230283" cy="432262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77" name="对象 76"/>
            <p:cNvGraphicFramePr>
              <a:graphicFrameLocks noChangeAspect="1"/>
            </p:cNvGraphicFramePr>
            <p:nvPr>
              <p:extLst/>
            </p:nvPr>
          </p:nvGraphicFramePr>
          <p:xfrm>
            <a:off x="13268387" y="1532677"/>
            <a:ext cx="296862" cy="3032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053" name="AxMath" r:id="rId17" imgW="225360" imgH="230400" progId="Equation.AxMath">
                    <p:embed/>
                  </p:oleObj>
                </mc:Choice>
                <mc:Fallback>
                  <p:oleObj name="AxMath" r:id="rId17" imgW="225360" imgH="230400" progId="Equation.AxMath">
                    <p:embed/>
                    <p:pic>
                      <p:nvPicPr>
                        <p:cNvPr id="77" name="对象 76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13268387" y="1532677"/>
                          <a:ext cx="296862" cy="30321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8" name="矩形 77"/>
            <p:cNvSpPr/>
            <p:nvPr/>
          </p:nvSpPr>
          <p:spPr>
            <a:xfrm>
              <a:off x="14717427" y="2540397"/>
              <a:ext cx="1230283" cy="432262"/>
            </a:xfrm>
            <a:prstGeom prst="rect">
              <a:avLst/>
            </a:prstGeom>
            <a:solidFill>
              <a:srgbClr val="E2F0D9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79" name="对象 78"/>
            <p:cNvGraphicFramePr>
              <a:graphicFrameLocks noChangeAspect="1"/>
            </p:cNvGraphicFramePr>
            <p:nvPr>
              <p:extLst/>
            </p:nvPr>
          </p:nvGraphicFramePr>
          <p:xfrm>
            <a:off x="14927324" y="2570902"/>
            <a:ext cx="846138" cy="368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054" name="AxMath" r:id="rId19" imgW="637560" imgH="279000" progId="Equation.AxMath">
                    <p:embed/>
                  </p:oleObj>
                </mc:Choice>
                <mc:Fallback>
                  <p:oleObj name="AxMath" r:id="rId19" imgW="637560" imgH="279000" progId="Equation.AxMath">
                    <p:embed/>
                    <p:pic>
                      <p:nvPicPr>
                        <p:cNvPr id="79" name="对象 78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14927324" y="2570902"/>
                          <a:ext cx="846138" cy="368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0" name="对象 79"/>
            <p:cNvGraphicFramePr>
              <a:graphicFrameLocks noChangeAspect="1"/>
            </p:cNvGraphicFramePr>
            <p:nvPr>
              <p:extLst/>
            </p:nvPr>
          </p:nvGraphicFramePr>
          <p:xfrm>
            <a:off x="11579287" y="261090"/>
            <a:ext cx="898525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055" name="AxMath" r:id="rId21" imgW="629280" imgH="279000" progId="Equation.AxMath">
                    <p:embed/>
                  </p:oleObj>
                </mc:Choice>
                <mc:Fallback>
                  <p:oleObj name="AxMath" r:id="rId21" imgW="629280" imgH="279000" progId="Equation.AxMath">
                    <p:embed/>
                    <p:pic>
                      <p:nvPicPr>
                        <p:cNvPr id="80" name="对象 79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11579287" y="261090"/>
                          <a:ext cx="898525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1" name="矩形 80"/>
            <p:cNvSpPr/>
            <p:nvPr/>
          </p:nvSpPr>
          <p:spPr>
            <a:xfrm>
              <a:off x="12776233" y="245011"/>
              <a:ext cx="1230283" cy="432262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82" name="对象 81"/>
            <p:cNvGraphicFramePr>
              <a:graphicFrameLocks noChangeAspect="1"/>
            </p:cNvGraphicFramePr>
            <p:nvPr>
              <p:extLst/>
            </p:nvPr>
          </p:nvGraphicFramePr>
          <p:xfrm>
            <a:off x="12820712" y="261090"/>
            <a:ext cx="1204912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056" name="AxMath" r:id="rId23" imgW="839160" imgH="279000" progId="Equation.AxMath">
                    <p:embed/>
                  </p:oleObj>
                </mc:Choice>
                <mc:Fallback>
                  <p:oleObj name="AxMath" r:id="rId23" imgW="839160" imgH="279000" progId="Equation.AxMath">
                    <p:embed/>
                    <p:pic>
                      <p:nvPicPr>
                        <p:cNvPr id="82" name="对象 81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12820712" y="261090"/>
                          <a:ext cx="1204912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3" name="矩形 82"/>
            <p:cNvSpPr/>
            <p:nvPr/>
          </p:nvSpPr>
          <p:spPr>
            <a:xfrm>
              <a:off x="14717427" y="249716"/>
              <a:ext cx="1230283" cy="432262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84" name="对象 83"/>
            <p:cNvGraphicFramePr>
              <a:graphicFrameLocks noChangeAspect="1"/>
            </p:cNvGraphicFramePr>
            <p:nvPr>
              <p:extLst/>
            </p:nvPr>
          </p:nvGraphicFramePr>
          <p:xfrm>
            <a:off x="14811437" y="300777"/>
            <a:ext cx="1108075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057" name="AxMath" r:id="rId25" imgW="773640" imgH="230400" progId="Equation.AxMath">
                    <p:embed/>
                  </p:oleObj>
                </mc:Choice>
                <mc:Fallback>
                  <p:oleObj name="AxMath" r:id="rId25" imgW="773640" imgH="230400" progId="Equation.AxMath">
                    <p:embed/>
                    <p:pic>
                      <p:nvPicPr>
                        <p:cNvPr id="84" name="对象 83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14811437" y="300777"/>
                          <a:ext cx="1108075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5" name="矩形 84"/>
            <p:cNvSpPr/>
            <p:nvPr/>
          </p:nvSpPr>
          <p:spPr>
            <a:xfrm>
              <a:off x="14722852" y="856859"/>
              <a:ext cx="1230283" cy="432262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86" name="对象 85"/>
            <p:cNvGraphicFramePr>
              <a:graphicFrameLocks noChangeAspect="1"/>
            </p:cNvGraphicFramePr>
            <p:nvPr>
              <p:extLst/>
            </p:nvPr>
          </p:nvGraphicFramePr>
          <p:xfrm>
            <a:off x="14727739" y="932575"/>
            <a:ext cx="1237790" cy="2921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058" name="AxMath" r:id="rId27" imgW="1183680" imgH="279000" progId="Equation.AxMath">
                    <p:embed/>
                  </p:oleObj>
                </mc:Choice>
                <mc:Fallback>
                  <p:oleObj name="AxMath" r:id="rId27" imgW="1183680" imgH="279000" progId="Equation.AxMath">
                    <p:embed/>
                    <p:pic>
                      <p:nvPicPr>
                        <p:cNvPr id="86" name="对象 85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14727739" y="932575"/>
                          <a:ext cx="1237790" cy="29212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7" name="矩形 86"/>
            <p:cNvSpPr/>
            <p:nvPr/>
          </p:nvSpPr>
          <p:spPr>
            <a:xfrm>
              <a:off x="14717427" y="1464002"/>
              <a:ext cx="1230283" cy="432262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88" name="对象 87"/>
            <p:cNvGraphicFramePr>
              <a:graphicFrameLocks noChangeAspect="1"/>
            </p:cNvGraphicFramePr>
            <p:nvPr>
              <p:extLst/>
            </p:nvPr>
          </p:nvGraphicFramePr>
          <p:xfrm>
            <a:off x="14727738" y="1546953"/>
            <a:ext cx="1219708" cy="2889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059" name="AxMath" r:id="rId29" imgW="1183680" imgH="279000" progId="Equation.AxMath">
                    <p:embed/>
                  </p:oleObj>
                </mc:Choice>
                <mc:Fallback>
                  <p:oleObj name="AxMath" r:id="rId29" imgW="1183680" imgH="279000" progId="Equation.AxMath">
                    <p:embed/>
                    <p:pic>
                      <p:nvPicPr>
                        <p:cNvPr id="88" name="对象 87"/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14727738" y="1546953"/>
                          <a:ext cx="1219708" cy="2889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9" name="矩形 88"/>
            <p:cNvSpPr/>
            <p:nvPr/>
          </p:nvSpPr>
          <p:spPr>
            <a:xfrm>
              <a:off x="12769478" y="856859"/>
              <a:ext cx="1230283" cy="432262"/>
            </a:xfrm>
            <a:prstGeom prst="rect">
              <a:avLst/>
            </a:prstGeom>
            <a:solidFill>
              <a:srgbClr val="E2F0D9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90" name="对象 89"/>
            <p:cNvGraphicFramePr>
              <a:graphicFrameLocks noChangeAspect="1"/>
            </p:cNvGraphicFramePr>
            <p:nvPr>
              <p:extLst/>
            </p:nvPr>
          </p:nvGraphicFramePr>
          <p:xfrm>
            <a:off x="12966762" y="872277"/>
            <a:ext cx="903287" cy="4016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060" name="AxMath" r:id="rId31" imgW="630720" imgH="279000" progId="Equation.AxMath">
                    <p:embed/>
                  </p:oleObj>
                </mc:Choice>
                <mc:Fallback>
                  <p:oleObj name="AxMath" r:id="rId31" imgW="630720" imgH="279000" progId="Equation.AxMath">
                    <p:embed/>
                    <p:pic>
                      <p:nvPicPr>
                        <p:cNvPr id="90" name="对象 89"/>
                        <p:cNvPicPr/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12966762" y="872277"/>
                          <a:ext cx="903287" cy="40163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1" name="矩形 90"/>
            <p:cNvSpPr/>
            <p:nvPr/>
          </p:nvSpPr>
          <p:spPr>
            <a:xfrm>
              <a:off x="9992797" y="853453"/>
              <a:ext cx="1230283" cy="432262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92" name="对象 91"/>
            <p:cNvGraphicFramePr>
              <a:graphicFrameLocks noChangeAspect="1"/>
            </p:cNvGraphicFramePr>
            <p:nvPr>
              <p:extLst/>
            </p:nvPr>
          </p:nvGraphicFramePr>
          <p:xfrm>
            <a:off x="10202924" y="869102"/>
            <a:ext cx="873125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061" name="AxMath" r:id="rId33" imgW="606240" imgH="279000" progId="Equation.AxMath">
                    <p:embed/>
                  </p:oleObj>
                </mc:Choice>
                <mc:Fallback>
                  <p:oleObj name="AxMath" r:id="rId33" imgW="606240" imgH="279000" progId="Equation.AxMath">
                    <p:embed/>
                    <p:pic>
                      <p:nvPicPr>
                        <p:cNvPr id="92" name="对象 91"/>
                        <p:cNvPicPr/>
                        <p:nvPr/>
                      </p:nvPicPr>
                      <p:blipFill>
                        <a:blip r:embed="rId34"/>
                        <a:stretch>
                          <a:fillRect/>
                        </a:stretch>
                      </p:blipFill>
                      <p:spPr>
                        <a:xfrm>
                          <a:off x="10202924" y="869102"/>
                          <a:ext cx="873125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3" name="矩形 92"/>
            <p:cNvSpPr/>
            <p:nvPr/>
          </p:nvSpPr>
          <p:spPr>
            <a:xfrm>
              <a:off x="11384140" y="1464002"/>
              <a:ext cx="1230283" cy="432262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94" name="对象 93"/>
            <p:cNvGraphicFramePr>
              <a:graphicFrameLocks noChangeAspect="1"/>
            </p:cNvGraphicFramePr>
            <p:nvPr>
              <p:extLst/>
            </p:nvPr>
          </p:nvGraphicFramePr>
          <p:xfrm>
            <a:off x="11596749" y="1480290"/>
            <a:ext cx="866775" cy="401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062" name="AxMath" r:id="rId35" imgW="604080" imgH="279000" progId="Equation.AxMath">
                    <p:embed/>
                  </p:oleObj>
                </mc:Choice>
                <mc:Fallback>
                  <p:oleObj name="AxMath" r:id="rId35" imgW="604080" imgH="279000" progId="Equation.AxMath">
                    <p:embed/>
                    <p:pic>
                      <p:nvPicPr>
                        <p:cNvPr id="94" name="对象 93"/>
                        <p:cNvPicPr/>
                        <p:nvPr/>
                      </p:nvPicPr>
                      <p:blipFill>
                        <a:blip r:embed="rId36"/>
                        <a:stretch>
                          <a:fillRect/>
                        </a:stretch>
                      </p:blipFill>
                      <p:spPr>
                        <a:xfrm>
                          <a:off x="11596749" y="1480290"/>
                          <a:ext cx="866775" cy="4016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5" name="矩形 94"/>
            <p:cNvSpPr/>
            <p:nvPr/>
          </p:nvSpPr>
          <p:spPr>
            <a:xfrm>
              <a:off x="9992797" y="1464002"/>
              <a:ext cx="1230283" cy="432262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96" name="对象 95"/>
            <p:cNvGraphicFramePr>
              <a:graphicFrameLocks noChangeAspect="1"/>
            </p:cNvGraphicFramePr>
            <p:nvPr>
              <p:extLst/>
            </p:nvPr>
          </p:nvGraphicFramePr>
          <p:xfrm>
            <a:off x="10207687" y="1480290"/>
            <a:ext cx="866775" cy="401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063" name="AxMath" r:id="rId37" imgW="606240" imgH="279000" progId="Equation.AxMath">
                    <p:embed/>
                  </p:oleObj>
                </mc:Choice>
                <mc:Fallback>
                  <p:oleObj name="AxMath" r:id="rId37" imgW="606240" imgH="279000" progId="Equation.AxMath">
                    <p:embed/>
                    <p:pic>
                      <p:nvPicPr>
                        <p:cNvPr id="96" name="对象 95"/>
                        <p:cNvPicPr/>
                        <p:nvPr/>
                      </p:nvPicPr>
                      <p:blipFill>
                        <a:blip r:embed="rId38"/>
                        <a:stretch>
                          <a:fillRect/>
                        </a:stretch>
                      </p:blipFill>
                      <p:spPr>
                        <a:xfrm>
                          <a:off x="10207687" y="1480290"/>
                          <a:ext cx="866775" cy="4016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7" name="矩形 96"/>
            <p:cNvSpPr/>
            <p:nvPr/>
          </p:nvSpPr>
          <p:spPr>
            <a:xfrm>
              <a:off x="12782337" y="2544279"/>
              <a:ext cx="1230283" cy="432262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98" name="对象 97"/>
            <p:cNvGraphicFramePr>
              <a:graphicFrameLocks noChangeAspect="1"/>
            </p:cNvGraphicFramePr>
            <p:nvPr>
              <p:extLst/>
            </p:nvPr>
          </p:nvGraphicFramePr>
          <p:xfrm>
            <a:off x="12973112" y="2559790"/>
            <a:ext cx="914400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064" name="AxMath" r:id="rId39" imgW="637920" imgH="279000" progId="Equation.AxMath">
                    <p:embed/>
                  </p:oleObj>
                </mc:Choice>
                <mc:Fallback>
                  <p:oleObj name="AxMath" r:id="rId39" imgW="637920" imgH="279000" progId="Equation.AxMath">
                    <p:embed/>
                    <p:pic>
                      <p:nvPicPr>
                        <p:cNvPr id="98" name="对象 97"/>
                        <p:cNvPicPr/>
                        <p:nvPr/>
                      </p:nvPicPr>
                      <p:blipFill>
                        <a:blip r:embed="rId40"/>
                        <a:stretch>
                          <a:fillRect/>
                        </a:stretch>
                      </p:blipFill>
                      <p:spPr>
                        <a:xfrm>
                          <a:off x="12973112" y="2559790"/>
                          <a:ext cx="914400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9" name="矩形 98"/>
            <p:cNvSpPr/>
            <p:nvPr/>
          </p:nvSpPr>
          <p:spPr>
            <a:xfrm>
              <a:off x="11375613" y="2540397"/>
              <a:ext cx="1230283" cy="432262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100" name="对象 99"/>
            <p:cNvGraphicFramePr>
              <a:graphicFrameLocks noChangeAspect="1"/>
            </p:cNvGraphicFramePr>
            <p:nvPr>
              <p:extLst/>
            </p:nvPr>
          </p:nvGraphicFramePr>
          <p:xfrm>
            <a:off x="11568174" y="2556615"/>
            <a:ext cx="911225" cy="401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065" name="AxMath" r:id="rId41" imgW="636480" imgH="279000" progId="Equation.AxMath">
                    <p:embed/>
                  </p:oleObj>
                </mc:Choice>
                <mc:Fallback>
                  <p:oleObj name="AxMath" r:id="rId41" imgW="636480" imgH="279000" progId="Equation.AxMath">
                    <p:embed/>
                    <p:pic>
                      <p:nvPicPr>
                        <p:cNvPr id="100" name="对象 99"/>
                        <p:cNvPicPr/>
                        <p:nvPr/>
                      </p:nvPicPr>
                      <p:blipFill>
                        <a:blip r:embed="rId42"/>
                        <a:stretch>
                          <a:fillRect/>
                        </a:stretch>
                      </p:blipFill>
                      <p:spPr>
                        <a:xfrm>
                          <a:off x="11568174" y="2556615"/>
                          <a:ext cx="911225" cy="4016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1" name="矩形 100"/>
            <p:cNvSpPr/>
            <p:nvPr/>
          </p:nvSpPr>
          <p:spPr>
            <a:xfrm>
              <a:off x="9990208" y="2544279"/>
              <a:ext cx="1230283" cy="432262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102" name="对象 101"/>
            <p:cNvGraphicFramePr>
              <a:graphicFrameLocks noChangeAspect="1"/>
            </p:cNvGraphicFramePr>
            <p:nvPr>
              <p:extLst/>
            </p:nvPr>
          </p:nvGraphicFramePr>
          <p:xfrm>
            <a:off x="10188637" y="2559790"/>
            <a:ext cx="898525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066" name="AxMath" r:id="rId43" imgW="629280" imgH="279000" progId="Equation.AxMath">
                    <p:embed/>
                  </p:oleObj>
                </mc:Choice>
                <mc:Fallback>
                  <p:oleObj name="AxMath" r:id="rId43" imgW="629280" imgH="279000" progId="Equation.AxMath">
                    <p:embed/>
                    <p:pic>
                      <p:nvPicPr>
                        <p:cNvPr id="102" name="对象 101"/>
                        <p:cNvPicPr/>
                        <p:nvPr/>
                      </p:nvPicPr>
                      <p:blipFill>
                        <a:blip r:embed="rId44"/>
                        <a:stretch>
                          <a:fillRect/>
                        </a:stretch>
                      </p:blipFill>
                      <p:spPr>
                        <a:xfrm>
                          <a:off x="10188637" y="2559790"/>
                          <a:ext cx="898525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3" name="圆角矩形 102"/>
            <p:cNvSpPr/>
            <p:nvPr/>
          </p:nvSpPr>
          <p:spPr>
            <a:xfrm>
              <a:off x="8709029" y="245012"/>
              <a:ext cx="1126057" cy="432262"/>
            </a:xfrm>
            <a:prstGeom prst="roundRect">
              <a:avLst/>
            </a:prstGeom>
            <a:solidFill>
              <a:srgbClr val="BDD7EE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GPU 0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4" name="圆角矩形 103"/>
            <p:cNvSpPr/>
            <p:nvPr/>
          </p:nvSpPr>
          <p:spPr>
            <a:xfrm>
              <a:off x="8696127" y="856860"/>
              <a:ext cx="1138959" cy="432262"/>
            </a:xfrm>
            <a:prstGeom prst="roundRect">
              <a:avLst/>
            </a:prstGeom>
            <a:solidFill>
              <a:srgbClr val="BDD7EE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GPU </a:t>
              </a:r>
              <a:r>
                <a:rPr lang="en-US" altLang="zh-CN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5" name="圆角矩形 104"/>
            <p:cNvSpPr/>
            <p:nvPr/>
          </p:nvSpPr>
          <p:spPr>
            <a:xfrm>
              <a:off x="8696127" y="1468707"/>
              <a:ext cx="1138959" cy="432262"/>
            </a:xfrm>
            <a:prstGeom prst="roundRect">
              <a:avLst/>
            </a:prstGeom>
            <a:solidFill>
              <a:srgbClr val="BDD7EE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GPU </a:t>
              </a:r>
              <a:r>
                <a:rPr lang="en-US" altLang="zh-CN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6" name="圆角矩形 105"/>
            <p:cNvSpPr/>
            <p:nvPr/>
          </p:nvSpPr>
          <p:spPr>
            <a:xfrm>
              <a:off x="8696243" y="2544280"/>
              <a:ext cx="1138843" cy="432262"/>
            </a:xfrm>
            <a:prstGeom prst="roundRect">
              <a:avLst/>
            </a:prstGeom>
            <a:solidFill>
              <a:srgbClr val="BDD7EE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GPU </a:t>
              </a:r>
              <a:r>
                <a:rPr lang="en-US" altLang="zh-CN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n-2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07" name="对象 106"/>
            <p:cNvGraphicFramePr>
              <a:graphicFrameLocks noChangeAspect="1"/>
            </p:cNvGraphicFramePr>
            <p:nvPr>
              <p:extLst/>
            </p:nvPr>
          </p:nvGraphicFramePr>
          <p:xfrm>
            <a:off x="14167978" y="2980033"/>
            <a:ext cx="463435" cy="7285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067" name="AxMath" r:id="rId7" imgW="151920" imgH="226800" progId="Equation.AxMath">
                    <p:embed/>
                  </p:oleObj>
                </mc:Choice>
                <mc:Fallback>
                  <p:oleObj name="AxMath" r:id="rId7" imgW="151920" imgH="226800" progId="Equation.AxMath">
                    <p:embed/>
                    <p:pic>
                      <p:nvPicPr>
                        <p:cNvPr id="107" name="对象 106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4167978" y="2980033"/>
                          <a:ext cx="463435" cy="72850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8" name="矩形 107"/>
            <p:cNvSpPr/>
            <p:nvPr/>
          </p:nvSpPr>
          <p:spPr>
            <a:xfrm>
              <a:off x="14717311" y="3124272"/>
              <a:ext cx="1230283" cy="432262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109" name="对象 108"/>
            <p:cNvGraphicFramePr>
              <a:graphicFrameLocks noChangeAspect="1"/>
            </p:cNvGraphicFramePr>
            <p:nvPr>
              <p:extLst/>
            </p:nvPr>
          </p:nvGraphicFramePr>
          <p:xfrm>
            <a:off x="15094012" y="3186852"/>
            <a:ext cx="511175" cy="3032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068" name="AxMath" r:id="rId45" imgW="385200" imgH="230400" progId="Equation.AxMath">
                    <p:embed/>
                  </p:oleObj>
                </mc:Choice>
                <mc:Fallback>
                  <p:oleObj name="AxMath" r:id="rId45" imgW="385200" imgH="230400" progId="Equation.AxMath">
                    <p:embed/>
                    <p:pic>
                      <p:nvPicPr>
                        <p:cNvPr id="109" name="对象 108"/>
                        <p:cNvPicPr/>
                        <p:nvPr/>
                      </p:nvPicPr>
                      <p:blipFill>
                        <a:blip r:embed="rId46"/>
                        <a:stretch>
                          <a:fillRect/>
                        </a:stretch>
                      </p:blipFill>
                      <p:spPr>
                        <a:xfrm>
                          <a:off x="15094012" y="3186852"/>
                          <a:ext cx="511175" cy="30321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0" name="矩形 109"/>
            <p:cNvSpPr/>
            <p:nvPr/>
          </p:nvSpPr>
          <p:spPr>
            <a:xfrm>
              <a:off x="12782221" y="3128154"/>
              <a:ext cx="1230283" cy="432262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111" name="对象 110"/>
            <p:cNvGraphicFramePr>
              <a:graphicFrameLocks noChangeAspect="1"/>
            </p:cNvGraphicFramePr>
            <p:nvPr>
              <p:extLst/>
            </p:nvPr>
          </p:nvGraphicFramePr>
          <p:xfrm>
            <a:off x="12977874" y="3143990"/>
            <a:ext cx="903288" cy="401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069" name="AxMath" r:id="rId47" imgW="630720" imgH="279000" progId="Equation.AxMath">
                    <p:embed/>
                  </p:oleObj>
                </mc:Choice>
                <mc:Fallback>
                  <p:oleObj name="AxMath" r:id="rId47" imgW="630720" imgH="279000" progId="Equation.AxMath">
                    <p:embed/>
                    <p:pic>
                      <p:nvPicPr>
                        <p:cNvPr id="111" name="对象 110"/>
                        <p:cNvPicPr/>
                        <p:nvPr/>
                      </p:nvPicPr>
                      <p:blipFill>
                        <a:blip r:embed="rId48"/>
                        <a:stretch>
                          <a:fillRect/>
                        </a:stretch>
                      </p:blipFill>
                      <p:spPr>
                        <a:xfrm>
                          <a:off x="12977874" y="3143990"/>
                          <a:ext cx="903288" cy="4016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" name="矩形 111"/>
            <p:cNvSpPr/>
            <p:nvPr/>
          </p:nvSpPr>
          <p:spPr>
            <a:xfrm>
              <a:off x="11375497" y="3124272"/>
              <a:ext cx="1230283" cy="432262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113" name="对象 112"/>
            <p:cNvGraphicFramePr>
              <a:graphicFrameLocks noChangeAspect="1"/>
            </p:cNvGraphicFramePr>
            <p:nvPr>
              <p:extLst/>
            </p:nvPr>
          </p:nvGraphicFramePr>
          <p:xfrm>
            <a:off x="11572937" y="3140815"/>
            <a:ext cx="900112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070" name="AxMath" r:id="rId49" imgW="629280" imgH="279000" progId="Equation.AxMath">
                    <p:embed/>
                  </p:oleObj>
                </mc:Choice>
                <mc:Fallback>
                  <p:oleObj name="AxMath" r:id="rId49" imgW="629280" imgH="279000" progId="Equation.AxMath">
                    <p:embed/>
                    <p:pic>
                      <p:nvPicPr>
                        <p:cNvPr id="113" name="对象 112"/>
                        <p:cNvPicPr/>
                        <p:nvPr/>
                      </p:nvPicPr>
                      <p:blipFill>
                        <a:blip r:embed="rId50"/>
                        <a:stretch>
                          <a:fillRect/>
                        </a:stretch>
                      </p:blipFill>
                      <p:spPr>
                        <a:xfrm>
                          <a:off x="11572937" y="3140815"/>
                          <a:ext cx="900112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4" name="矩形 113"/>
            <p:cNvSpPr/>
            <p:nvPr/>
          </p:nvSpPr>
          <p:spPr>
            <a:xfrm>
              <a:off x="9990092" y="3128154"/>
              <a:ext cx="1230283" cy="432262"/>
            </a:xfrm>
            <a:prstGeom prst="rect">
              <a:avLst/>
            </a:prstGeom>
            <a:solidFill>
              <a:srgbClr val="E2F0D9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115" name="对象 114"/>
            <p:cNvGraphicFramePr>
              <a:graphicFrameLocks noChangeAspect="1"/>
            </p:cNvGraphicFramePr>
            <p:nvPr>
              <p:extLst/>
            </p:nvPr>
          </p:nvGraphicFramePr>
          <p:xfrm>
            <a:off x="10193283" y="3143665"/>
            <a:ext cx="889000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071" name="AxMath" r:id="rId51" imgW="622080" imgH="279000" progId="Equation.AxMath">
                    <p:embed/>
                  </p:oleObj>
                </mc:Choice>
                <mc:Fallback>
                  <p:oleObj name="AxMath" r:id="rId51" imgW="622080" imgH="279000" progId="Equation.AxMath">
                    <p:embed/>
                    <p:pic>
                      <p:nvPicPr>
                        <p:cNvPr id="115" name="对象 114"/>
                        <p:cNvPicPr/>
                        <p:nvPr/>
                      </p:nvPicPr>
                      <p:blipFill>
                        <a:blip r:embed="rId52"/>
                        <a:stretch>
                          <a:fillRect/>
                        </a:stretch>
                      </p:blipFill>
                      <p:spPr>
                        <a:xfrm>
                          <a:off x="10193283" y="3143665"/>
                          <a:ext cx="889000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6" name="圆角矩形 115"/>
            <p:cNvSpPr/>
            <p:nvPr/>
          </p:nvSpPr>
          <p:spPr>
            <a:xfrm>
              <a:off x="8696127" y="3128155"/>
              <a:ext cx="1138843" cy="432262"/>
            </a:xfrm>
            <a:prstGeom prst="roundRect">
              <a:avLst/>
            </a:prstGeom>
            <a:solidFill>
              <a:srgbClr val="BDD7EE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GPU </a:t>
              </a:r>
              <a:r>
                <a:rPr lang="en-US" altLang="zh-CN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n-1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31" name="右箭头 230"/>
          <p:cNvSpPr/>
          <p:nvPr/>
        </p:nvSpPr>
        <p:spPr>
          <a:xfrm rot="10800000">
            <a:off x="7467008" y="6797459"/>
            <a:ext cx="677465" cy="356111"/>
          </a:xfrm>
          <a:prstGeom prst="rightArrow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" name="矩形 116"/>
          <p:cNvSpPr/>
          <p:nvPr/>
        </p:nvSpPr>
        <p:spPr>
          <a:xfrm>
            <a:off x="10035837" y="5324263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8" name="矩形 117"/>
          <p:cNvSpPr/>
          <p:nvPr/>
        </p:nvSpPr>
        <p:spPr>
          <a:xfrm>
            <a:off x="11424062" y="5324263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19" name="对象 118"/>
          <p:cNvGraphicFramePr>
            <a:graphicFrameLocks noChangeAspect="1"/>
          </p:cNvGraphicFramePr>
          <p:nvPr>
            <p:extLst/>
          </p:nvPr>
        </p:nvGraphicFramePr>
        <p:xfrm>
          <a:off x="14210903" y="5176141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72" name="AxMath" r:id="rId3" imgW="151920" imgH="226800" progId="Equation.AxMath">
                  <p:embed/>
                </p:oleObj>
              </mc:Choice>
              <mc:Fallback>
                <p:oleObj name="AxMath" r:id="rId3" imgW="151920" imgH="226800" progId="Equation.AxMath">
                  <p:embed/>
                  <p:pic>
                    <p:nvPicPr>
                      <p:cNvPr id="119" name="对象 11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210903" y="5176141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" name="对象 119"/>
          <p:cNvGraphicFramePr>
            <a:graphicFrameLocks noChangeAspect="1"/>
          </p:cNvGraphicFramePr>
          <p:nvPr>
            <p:extLst/>
          </p:nvPr>
        </p:nvGraphicFramePr>
        <p:xfrm>
          <a:off x="14210903" y="5787989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73" name="AxMath" r:id="rId5" imgW="151920" imgH="226800" progId="Equation.AxMath">
                  <p:embed/>
                </p:oleObj>
              </mc:Choice>
              <mc:Fallback>
                <p:oleObj name="AxMath" r:id="rId5" imgW="151920" imgH="226800" progId="Equation.AxMath">
                  <p:embed/>
                  <p:pic>
                    <p:nvPicPr>
                      <p:cNvPr id="120" name="对象 11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210903" y="5787989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" name="对象 120"/>
          <p:cNvGraphicFramePr>
            <a:graphicFrameLocks noChangeAspect="1"/>
          </p:cNvGraphicFramePr>
          <p:nvPr>
            <p:extLst/>
          </p:nvPr>
        </p:nvGraphicFramePr>
        <p:xfrm>
          <a:off x="14210903" y="6399836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74" name="AxMath" r:id="rId6" imgW="151920" imgH="226800" progId="Equation.AxMath">
                  <p:embed/>
                </p:oleObj>
              </mc:Choice>
              <mc:Fallback>
                <p:oleObj name="AxMath" r:id="rId6" imgW="151920" imgH="226800" progId="Equation.AxMath">
                  <p:embed/>
                  <p:pic>
                    <p:nvPicPr>
                      <p:cNvPr id="121" name="对象 12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210903" y="6399836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" name="对象 121"/>
          <p:cNvGraphicFramePr>
            <a:graphicFrameLocks noChangeAspect="1"/>
          </p:cNvGraphicFramePr>
          <p:nvPr>
            <p:extLst/>
          </p:nvPr>
        </p:nvGraphicFramePr>
        <p:xfrm>
          <a:off x="14210903" y="7475409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75" name="AxMath" r:id="rId7" imgW="151920" imgH="226800" progId="Equation.AxMath">
                  <p:embed/>
                </p:oleObj>
              </mc:Choice>
              <mc:Fallback>
                <p:oleObj name="AxMath" r:id="rId7" imgW="151920" imgH="226800" progId="Equation.AxMath">
                  <p:embed/>
                  <p:pic>
                    <p:nvPicPr>
                      <p:cNvPr id="122" name="对象 12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210903" y="7475409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" name="对象 122"/>
          <p:cNvGraphicFramePr>
            <a:graphicFrameLocks noChangeAspect="1"/>
          </p:cNvGraphicFramePr>
          <p:nvPr>
            <p:extLst/>
          </p:nvPr>
        </p:nvGraphicFramePr>
        <p:xfrm>
          <a:off x="11802291" y="6945764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76" name="AxMath" r:id="rId8" imgW="151920" imgH="226800" progId="Equation.AxMath">
                  <p:embed/>
                </p:oleObj>
              </mc:Choice>
              <mc:Fallback>
                <p:oleObj name="AxMath" r:id="rId8" imgW="151920" imgH="226800" progId="Equation.AxMath">
                  <p:embed/>
                  <p:pic>
                    <p:nvPicPr>
                      <p:cNvPr id="123" name="对象 122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1802291" y="6945764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4" name="对象 123"/>
          <p:cNvGraphicFramePr>
            <a:graphicFrameLocks noChangeAspect="1"/>
          </p:cNvGraphicFramePr>
          <p:nvPr>
            <p:extLst/>
          </p:nvPr>
        </p:nvGraphicFramePr>
        <p:xfrm>
          <a:off x="10424457" y="6950415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77" name="AxMath" r:id="rId10" imgW="151920" imgH="226800" progId="Equation.AxMath">
                  <p:embed/>
                </p:oleObj>
              </mc:Choice>
              <mc:Fallback>
                <p:oleObj name="AxMath" r:id="rId10" imgW="151920" imgH="226800" progId="Equation.AxMath">
                  <p:embed/>
                  <p:pic>
                    <p:nvPicPr>
                      <p:cNvPr id="124" name="对象 123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0424457" y="6950415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" name="对象 124"/>
          <p:cNvGraphicFramePr>
            <a:graphicFrameLocks noChangeAspect="1"/>
          </p:cNvGraphicFramePr>
          <p:nvPr>
            <p:extLst/>
          </p:nvPr>
        </p:nvGraphicFramePr>
        <p:xfrm>
          <a:off x="13193633" y="6945764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78" name="AxMath" r:id="rId11" imgW="151920" imgH="226800" progId="Equation.AxMath">
                  <p:embed/>
                </p:oleObj>
              </mc:Choice>
              <mc:Fallback>
                <p:oleObj name="AxMath" r:id="rId11" imgW="151920" imgH="226800" progId="Equation.AxMath">
                  <p:embed/>
                  <p:pic>
                    <p:nvPicPr>
                      <p:cNvPr id="125" name="对象 124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3193633" y="6945764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" name="对象 125"/>
          <p:cNvGraphicFramePr>
            <a:graphicFrameLocks noChangeAspect="1"/>
          </p:cNvGraphicFramePr>
          <p:nvPr>
            <p:extLst/>
          </p:nvPr>
        </p:nvGraphicFramePr>
        <p:xfrm>
          <a:off x="15210508" y="6950440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79" name="AxMath" r:id="rId12" imgW="151920" imgH="226800" progId="Equation.AxMath">
                  <p:embed/>
                </p:oleObj>
              </mc:Choice>
              <mc:Fallback>
                <p:oleObj name="AxMath" r:id="rId12" imgW="151920" imgH="226800" progId="Equation.AxMath">
                  <p:embed/>
                  <p:pic>
                    <p:nvPicPr>
                      <p:cNvPr id="126" name="对象 125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210508" y="6950440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7" name="对象 126"/>
          <p:cNvGraphicFramePr>
            <a:graphicFrameLocks noChangeAspect="1"/>
          </p:cNvGraphicFramePr>
          <p:nvPr>
            <p:extLst/>
          </p:nvPr>
        </p:nvGraphicFramePr>
        <p:xfrm>
          <a:off x="10267958" y="5356216"/>
          <a:ext cx="820738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80" name="AxMath" r:id="rId53" imgW="622080" imgH="279000" progId="Equation.AxMath">
                  <p:embed/>
                </p:oleObj>
              </mc:Choice>
              <mc:Fallback>
                <p:oleObj name="AxMath" r:id="rId53" imgW="622080" imgH="279000" progId="Equation.AxMath">
                  <p:embed/>
                  <p:pic>
                    <p:nvPicPr>
                      <p:cNvPr id="127" name="对象 126"/>
                      <p:cNvPicPr/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10267958" y="5356216"/>
                        <a:ext cx="820738" cy="3667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8" name="矩形 127"/>
          <p:cNvSpPr/>
          <p:nvPr/>
        </p:nvSpPr>
        <p:spPr>
          <a:xfrm>
            <a:off x="11424062" y="5936110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29" name="对象 128"/>
          <p:cNvGraphicFramePr>
            <a:graphicFrameLocks noChangeAspect="1"/>
          </p:cNvGraphicFramePr>
          <p:nvPr>
            <p:extLst/>
          </p:nvPr>
        </p:nvGraphicFramePr>
        <p:xfrm>
          <a:off x="11650671" y="5967403"/>
          <a:ext cx="830262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81" name="AxMath" r:id="rId55" imgW="629280" imgH="279000" progId="Equation.AxMath">
                  <p:embed/>
                </p:oleObj>
              </mc:Choice>
              <mc:Fallback>
                <p:oleObj name="AxMath" r:id="rId55" imgW="629280" imgH="279000" progId="Equation.AxMath">
                  <p:embed/>
                  <p:pic>
                    <p:nvPicPr>
                      <p:cNvPr id="129" name="对象 128"/>
                      <p:cNvPicPr/>
                      <p:nvPr/>
                    </p:nvPicPr>
                    <p:blipFill>
                      <a:blip r:embed="rId56"/>
                      <a:stretch>
                        <a:fillRect/>
                      </a:stretch>
                    </p:blipFill>
                    <p:spPr>
                      <a:xfrm>
                        <a:off x="11650671" y="5967403"/>
                        <a:ext cx="830262" cy="369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0" name="矩形 129"/>
          <p:cNvSpPr/>
          <p:nvPr/>
        </p:nvSpPr>
        <p:spPr>
          <a:xfrm>
            <a:off x="12819042" y="6547957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31" name="对象 130"/>
          <p:cNvGraphicFramePr>
            <a:graphicFrameLocks noChangeAspect="1"/>
          </p:cNvGraphicFramePr>
          <p:nvPr>
            <p:extLst/>
          </p:nvPr>
        </p:nvGraphicFramePr>
        <p:xfrm>
          <a:off x="13044496" y="6580178"/>
          <a:ext cx="830262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82" name="AxMath" r:id="rId57" imgW="630720" imgH="279000" progId="Equation.AxMath">
                  <p:embed/>
                </p:oleObj>
              </mc:Choice>
              <mc:Fallback>
                <p:oleObj name="AxMath" r:id="rId57" imgW="630720" imgH="279000" progId="Equation.AxMath">
                  <p:embed/>
                  <p:pic>
                    <p:nvPicPr>
                      <p:cNvPr id="131" name="对象 130"/>
                      <p:cNvPicPr/>
                      <p:nvPr/>
                    </p:nvPicPr>
                    <p:blipFill>
                      <a:blip r:embed="rId58"/>
                      <a:stretch>
                        <a:fillRect/>
                      </a:stretch>
                    </p:blipFill>
                    <p:spPr>
                      <a:xfrm>
                        <a:off x="13044496" y="6580178"/>
                        <a:ext cx="830262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2" name="矩形 131"/>
          <p:cNvSpPr/>
          <p:nvPr/>
        </p:nvSpPr>
        <p:spPr>
          <a:xfrm>
            <a:off x="14760236" y="7619648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33" name="对象 132"/>
          <p:cNvGraphicFramePr>
            <a:graphicFrameLocks noChangeAspect="1"/>
          </p:cNvGraphicFramePr>
          <p:nvPr>
            <p:extLst/>
          </p:nvPr>
        </p:nvGraphicFramePr>
        <p:xfrm>
          <a:off x="14970133" y="7650153"/>
          <a:ext cx="846138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83" name="AxMath" r:id="rId19" imgW="637560" imgH="279000" progId="Equation.AxMath">
                  <p:embed/>
                </p:oleObj>
              </mc:Choice>
              <mc:Fallback>
                <p:oleObj name="AxMath" r:id="rId19" imgW="637560" imgH="279000" progId="Equation.AxMath">
                  <p:embed/>
                  <p:pic>
                    <p:nvPicPr>
                      <p:cNvPr id="133" name="对象 132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4970133" y="7650153"/>
                        <a:ext cx="846138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" name="对象 133"/>
          <p:cNvGraphicFramePr>
            <a:graphicFrameLocks noChangeAspect="1"/>
          </p:cNvGraphicFramePr>
          <p:nvPr>
            <p:extLst/>
          </p:nvPr>
        </p:nvGraphicFramePr>
        <p:xfrm>
          <a:off x="11622096" y="5340341"/>
          <a:ext cx="89852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84" name="AxMath" r:id="rId59" imgW="629280" imgH="279000" progId="Equation.AxMath">
                  <p:embed/>
                </p:oleObj>
              </mc:Choice>
              <mc:Fallback>
                <p:oleObj name="AxMath" r:id="rId59" imgW="629280" imgH="279000" progId="Equation.AxMath">
                  <p:embed/>
                  <p:pic>
                    <p:nvPicPr>
                      <p:cNvPr id="134" name="对象 133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1622096" y="5340341"/>
                        <a:ext cx="89852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5" name="矩形 134"/>
          <p:cNvSpPr/>
          <p:nvPr/>
        </p:nvSpPr>
        <p:spPr>
          <a:xfrm>
            <a:off x="12819042" y="5324262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36" name="对象 135"/>
          <p:cNvGraphicFramePr>
            <a:graphicFrameLocks noChangeAspect="1"/>
          </p:cNvGraphicFramePr>
          <p:nvPr>
            <p:extLst/>
          </p:nvPr>
        </p:nvGraphicFramePr>
        <p:xfrm>
          <a:off x="12863521" y="5340341"/>
          <a:ext cx="1204912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85" name="AxMath" r:id="rId60" imgW="839160" imgH="279000" progId="Equation.AxMath">
                  <p:embed/>
                </p:oleObj>
              </mc:Choice>
              <mc:Fallback>
                <p:oleObj name="AxMath" r:id="rId60" imgW="839160" imgH="279000" progId="Equation.AxMath">
                  <p:embed/>
                  <p:pic>
                    <p:nvPicPr>
                      <p:cNvPr id="136" name="对象 135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2863521" y="5340341"/>
                        <a:ext cx="1204912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7" name="矩形 136"/>
          <p:cNvSpPr/>
          <p:nvPr/>
        </p:nvSpPr>
        <p:spPr>
          <a:xfrm>
            <a:off x="14760236" y="5328967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38" name="对象 137"/>
          <p:cNvGraphicFramePr>
            <a:graphicFrameLocks noChangeAspect="1"/>
          </p:cNvGraphicFramePr>
          <p:nvPr>
            <p:extLst/>
          </p:nvPr>
        </p:nvGraphicFramePr>
        <p:xfrm>
          <a:off x="14854246" y="5380028"/>
          <a:ext cx="1108075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86" name="AxMath" r:id="rId61" imgW="773640" imgH="230400" progId="Equation.AxMath">
                  <p:embed/>
                </p:oleObj>
              </mc:Choice>
              <mc:Fallback>
                <p:oleObj name="AxMath" r:id="rId61" imgW="773640" imgH="230400" progId="Equation.AxMath">
                  <p:embed/>
                  <p:pic>
                    <p:nvPicPr>
                      <p:cNvPr id="138" name="对象 137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4854246" y="5380028"/>
                        <a:ext cx="1108075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9" name="矩形 138"/>
          <p:cNvSpPr/>
          <p:nvPr/>
        </p:nvSpPr>
        <p:spPr>
          <a:xfrm>
            <a:off x="14765661" y="5936110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40" name="对象 139"/>
          <p:cNvGraphicFramePr>
            <a:graphicFrameLocks noChangeAspect="1"/>
          </p:cNvGraphicFramePr>
          <p:nvPr>
            <p:extLst/>
          </p:nvPr>
        </p:nvGraphicFramePr>
        <p:xfrm>
          <a:off x="14770548" y="6011826"/>
          <a:ext cx="1237790" cy="2921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87" name="AxMath" r:id="rId62" imgW="1183680" imgH="279000" progId="Equation.AxMath">
                  <p:embed/>
                </p:oleObj>
              </mc:Choice>
              <mc:Fallback>
                <p:oleObj name="AxMath" r:id="rId62" imgW="1183680" imgH="279000" progId="Equation.AxMath">
                  <p:embed/>
                  <p:pic>
                    <p:nvPicPr>
                      <p:cNvPr id="140" name="对象 139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4770548" y="6011826"/>
                        <a:ext cx="1237790" cy="2921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1" name="矩形 140"/>
          <p:cNvSpPr/>
          <p:nvPr/>
        </p:nvSpPr>
        <p:spPr>
          <a:xfrm>
            <a:off x="14760236" y="6543253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42" name="对象 141"/>
          <p:cNvGraphicFramePr>
            <a:graphicFrameLocks noChangeAspect="1"/>
          </p:cNvGraphicFramePr>
          <p:nvPr>
            <p:extLst/>
          </p:nvPr>
        </p:nvGraphicFramePr>
        <p:xfrm>
          <a:off x="14770547" y="6626204"/>
          <a:ext cx="1219708" cy="2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88" name="AxMath" r:id="rId63" imgW="1183680" imgH="279000" progId="Equation.AxMath">
                  <p:embed/>
                </p:oleObj>
              </mc:Choice>
              <mc:Fallback>
                <p:oleObj name="AxMath" r:id="rId63" imgW="1183680" imgH="279000" progId="Equation.AxMath">
                  <p:embed/>
                  <p:pic>
                    <p:nvPicPr>
                      <p:cNvPr id="142" name="对象 141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4770547" y="6626204"/>
                        <a:ext cx="1219708" cy="2889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" name="矩形 142"/>
          <p:cNvSpPr/>
          <p:nvPr/>
        </p:nvSpPr>
        <p:spPr>
          <a:xfrm>
            <a:off x="12812287" y="5936110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44" name="对象 143"/>
          <p:cNvGraphicFramePr>
            <a:graphicFrameLocks noChangeAspect="1"/>
          </p:cNvGraphicFramePr>
          <p:nvPr>
            <p:extLst/>
          </p:nvPr>
        </p:nvGraphicFramePr>
        <p:xfrm>
          <a:off x="13009571" y="5951528"/>
          <a:ext cx="903287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89" name="AxMath" r:id="rId64" imgW="630720" imgH="279000" progId="Equation.AxMath">
                  <p:embed/>
                </p:oleObj>
              </mc:Choice>
              <mc:Fallback>
                <p:oleObj name="AxMath" r:id="rId64" imgW="630720" imgH="279000" progId="Equation.AxMath">
                  <p:embed/>
                  <p:pic>
                    <p:nvPicPr>
                      <p:cNvPr id="144" name="对象 143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3009571" y="5951528"/>
                        <a:ext cx="903287" cy="4016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5" name="矩形 144"/>
          <p:cNvSpPr/>
          <p:nvPr/>
        </p:nvSpPr>
        <p:spPr>
          <a:xfrm>
            <a:off x="10035606" y="5932704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46" name="对象 145"/>
          <p:cNvGraphicFramePr>
            <a:graphicFrameLocks noChangeAspect="1"/>
          </p:cNvGraphicFramePr>
          <p:nvPr>
            <p:extLst/>
          </p:nvPr>
        </p:nvGraphicFramePr>
        <p:xfrm>
          <a:off x="10245733" y="5948353"/>
          <a:ext cx="87312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90" name="AxMath" r:id="rId65" imgW="606240" imgH="279000" progId="Equation.AxMath">
                  <p:embed/>
                </p:oleObj>
              </mc:Choice>
              <mc:Fallback>
                <p:oleObj name="AxMath" r:id="rId65" imgW="606240" imgH="279000" progId="Equation.AxMath">
                  <p:embed/>
                  <p:pic>
                    <p:nvPicPr>
                      <p:cNvPr id="146" name="对象 145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10245733" y="5948353"/>
                        <a:ext cx="87312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7" name="矩形 146"/>
          <p:cNvSpPr/>
          <p:nvPr/>
        </p:nvSpPr>
        <p:spPr>
          <a:xfrm>
            <a:off x="11426949" y="6543253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48" name="对象 147"/>
          <p:cNvGraphicFramePr>
            <a:graphicFrameLocks noChangeAspect="1"/>
          </p:cNvGraphicFramePr>
          <p:nvPr>
            <p:extLst/>
          </p:nvPr>
        </p:nvGraphicFramePr>
        <p:xfrm>
          <a:off x="11639558" y="6559541"/>
          <a:ext cx="866775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91" name="AxMath" r:id="rId66" imgW="604080" imgH="279000" progId="Equation.AxMath">
                  <p:embed/>
                </p:oleObj>
              </mc:Choice>
              <mc:Fallback>
                <p:oleObj name="AxMath" r:id="rId66" imgW="604080" imgH="279000" progId="Equation.AxMath">
                  <p:embed/>
                  <p:pic>
                    <p:nvPicPr>
                      <p:cNvPr id="148" name="对象 147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11639558" y="6559541"/>
                        <a:ext cx="866775" cy="4016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9" name="矩形 148"/>
          <p:cNvSpPr/>
          <p:nvPr/>
        </p:nvSpPr>
        <p:spPr>
          <a:xfrm>
            <a:off x="10035606" y="6543253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50" name="对象 149"/>
          <p:cNvGraphicFramePr>
            <a:graphicFrameLocks noChangeAspect="1"/>
          </p:cNvGraphicFramePr>
          <p:nvPr>
            <p:extLst/>
          </p:nvPr>
        </p:nvGraphicFramePr>
        <p:xfrm>
          <a:off x="10250496" y="6559541"/>
          <a:ext cx="866775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92" name="AxMath" r:id="rId67" imgW="606240" imgH="279000" progId="Equation.AxMath">
                  <p:embed/>
                </p:oleObj>
              </mc:Choice>
              <mc:Fallback>
                <p:oleObj name="AxMath" r:id="rId67" imgW="606240" imgH="279000" progId="Equation.AxMath">
                  <p:embed/>
                  <p:pic>
                    <p:nvPicPr>
                      <p:cNvPr id="150" name="对象 149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10250496" y="6559541"/>
                        <a:ext cx="866775" cy="4016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1" name="矩形 150"/>
          <p:cNvSpPr/>
          <p:nvPr/>
        </p:nvSpPr>
        <p:spPr>
          <a:xfrm>
            <a:off x="12825146" y="7623530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52" name="对象 151"/>
          <p:cNvGraphicFramePr>
            <a:graphicFrameLocks noChangeAspect="1"/>
          </p:cNvGraphicFramePr>
          <p:nvPr>
            <p:extLst/>
          </p:nvPr>
        </p:nvGraphicFramePr>
        <p:xfrm>
          <a:off x="13015921" y="7639041"/>
          <a:ext cx="91440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93" name="AxMath" r:id="rId68" imgW="637920" imgH="279000" progId="Equation.AxMath">
                  <p:embed/>
                </p:oleObj>
              </mc:Choice>
              <mc:Fallback>
                <p:oleObj name="AxMath" r:id="rId68" imgW="637920" imgH="279000" progId="Equation.AxMath">
                  <p:embed/>
                  <p:pic>
                    <p:nvPicPr>
                      <p:cNvPr id="152" name="对象 151"/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13015921" y="7639041"/>
                        <a:ext cx="914400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" name="矩形 152"/>
          <p:cNvSpPr/>
          <p:nvPr/>
        </p:nvSpPr>
        <p:spPr>
          <a:xfrm>
            <a:off x="11418422" y="7619648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54" name="对象 153"/>
          <p:cNvGraphicFramePr>
            <a:graphicFrameLocks noChangeAspect="1"/>
          </p:cNvGraphicFramePr>
          <p:nvPr>
            <p:extLst/>
          </p:nvPr>
        </p:nvGraphicFramePr>
        <p:xfrm>
          <a:off x="11610983" y="7635866"/>
          <a:ext cx="911225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94" name="AxMath" r:id="rId69" imgW="636480" imgH="279000" progId="Equation.AxMath">
                  <p:embed/>
                </p:oleObj>
              </mc:Choice>
              <mc:Fallback>
                <p:oleObj name="AxMath" r:id="rId69" imgW="636480" imgH="279000" progId="Equation.AxMath">
                  <p:embed/>
                  <p:pic>
                    <p:nvPicPr>
                      <p:cNvPr id="154" name="对象 153"/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11610983" y="7635866"/>
                        <a:ext cx="911225" cy="4016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5" name="矩形 154"/>
          <p:cNvSpPr/>
          <p:nvPr/>
        </p:nvSpPr>
        <p:spPr>
          <a:xfrm>
            <a:off x="10033017" y="7623530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56" name="对象 155"/>
          <p:cNvGraphicFramePr>
            <a:graphicFrameLocks noChangeAspect="1"/>
          </p:cNvGraphicFramePr>
          <p:nvPr>
            <p:extLst/>
          </p:nvPr>
        </p:nvGraphicFramePr>
        <p:xfrm>
          <a:off x="10231446" y="7639041"/>
          <a:ext cx="89852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95" name="AxMath" r:id="rId70" imgW="629280" imgH="279000" progId="Equation.AxMath">
                  <p:embed/>
                </p:oleObj>
              </mc:Choice>
              <mc:Fallback>
                <p:oleObj name="AxMath" r:id="rId70" imgW="629280" imgH="279000" progId="Equation.AxMath">
                  <p:embed/>
                  <p:pic>
                    <p:nvPicPr>
                      <p:cNvPr id="156" name="对象 155"/>
                      <p:cNvPicPr/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10231446" y="7639041"/>
                        <a:ext cx="89852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7" name="圆角矩形 156"/>
          <p:cNvSpPr/>
          <p:nvPr/>
        </p:nvSpPr>
        <p:spPr>
          <a:xfrm>
            <a:off x="8751838" y="5324263"/>
            <a:ext cx="1126057" cy="432262"/>
          </a:xfrm>
          <a:prstGeom prst="roundRect">
            <a:avLst/>
          </a:prstGeom>
          <a:solidFill>
            <a:srgbClr val="BDD7EE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0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8" name="圆角矩形 157"/>
          <p:cNvSpPr/>
          <p:nvPr/>
        </p:nvSpPr>
        <p:spPr>
          <a:xfrm>
            <a:off x="8738936" y="5936111"/>
            <a:ext cx="1138959" cy="432262"/>
          </a:xfrm>
          <a:prstGeom prst="roundRect">
            <a:avLst/>
          </a:prstGeom>
          <a:solidFill>
            <a:srgbClr val="BDD7EE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9" name="圆角矩形 158"/>
          <p:cNvSpPr/>
          <p:nvPr/>
        </p:nvSpPr>
        <p:spPr>
          <a:xfrm>
            <a:off x="8738936" y="6547958"/>
            <a:ext cx="1138959" cy="432262"/>
          </a:xfrm>
          <a:prstGeom prst="roundRect">
            <a:avLst/>
          </a:prstGeom>
          <a:solidFill>
            <a:srgbClr val="BDD7EE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0" name="圆角矩形 159"/>
          <p:cNvSpPr/>
          <p:nvPr/>
        </p:nvSpPr>
        <p:spPr>
          <a:xfrm>
            <a:off x="8739052" y="7623531"/>
            <a:ext cx="1138843" cy="432262"/>
          </a:xfrm>
          <a:prstGeom prst="roundRect">
            <a:avLst/>
          </a:prstGeom>
          <a:solidFill>
            <a:srgbClr val="BDD7EE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n-2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61" name="对象 160"/>
          <p:cNvGraphicFramePr>
            <a:graphicFrameLocks noChangeAspect="1"/>
          </p:cNvGraphicFramePr>
          <p:nvPr>
            <p:extLst/>
          </p:nvPr>
        </p:nvGraphicFramePr>
        <p:xfrm>
          <a:off x="14210787" y="8059284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96" name="AxMath" r:id="rId7" imgW="151920" imgH="226800" progId="Equation.AxMath">
                  <p:embed/>
                </p:oleObj>
              </mc:Choice>
              <mc:Fallback>
                <p:oleObj name="AxMath" r:id="rId7" imgW="151920" imgH="226800" progId="Equation.AxMath">
                  <p:embed/>
                  <p:pic>
                    <p:nvPicPr>
                      <p:cNvPr id="161" name="对象 16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210787" y="8059284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2" name="矩形 161"/>
          <p:cNvSpPr/>
          <p:nvPr/>
        </p:nvSpPr>
        <p:spPr>
          <a:xfrm>
            <a:off x="14760120" y="8203523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63" name="对象 162"/>
          <p:cNvGraphicFramePr>
            <a:graphicFrameLocks noChangeAspect="1"/>
          </p:cNvGraphicFramePr>
          <p:nvPr>
            <p:extLst/>
          </p:nvPr>
        </p:nvGraphicFramePr>
        <p:xfrm>
          <a:off x="14970133" y="8234353"/>
          <a:ext cx="84455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97" name="AxMath" r:id="rId71" imgW="637560" imgH="279000" progId="Equation.AxMath">
                  <p:embed/>
                </p:oleObj>
              </mc:Choice>
              <mc:Fallback>
                <p:oleObj name="AxMath" r:id="rId71" imgW="637560" imgH="279000" progId="Equation.AxMath">
                  <p:embed/>
                  <p:pic>
                    <p:nvPicPr>
                      <p:cNvPr id="163" name="对象 162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4970133" y="8234353"/>
                        <a:ext cx="84455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" name="矩形 163"/>
          <p:cNvSpPr/>
          <p:nvPr/>
        </p:nvSpPr>
        <p:spPr>
          <a:xfrm>
            <a:off x="12825030" y="8207405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65" name="对象 164"/>
          <p:cNvGraphicFramePr>
            <a:graphicFrameLocks noChangeAspect="1"/>
          </p:cNvGraphicFramePr>
          <p:nvPr>
            <p:extLst/>
          </p:nvPr>
        </p:nvGraphicFramePr>
        <p:xfrm>
          <a:off x="13020683" y="8223241"/>
          <a:ext cx="903288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98" name="AxMath" r:id="rId72" imgW="630720" imgH="279000" progId="Equation.AxMath">
                  <p:embed/>
                </p:oleObj>
              </mc:Choice>
              <mc:Fallback>
                <p:oleObj name="AxMath" r:id="rId72" imgW="630720" imgH="279000" progId="Equation.AxMath">
                  <p:embed/>
                  <p:pic>
                    <p:nvPicPr>
                      <p:cNvPr id="165" name="对象 164"/>
                      <p:cNvPicPr/>
                      <p:nvPr/>
                    </p:nvPicPr>
                    <p:blipFill>
                      <a:blip r:embed="rId48"/>
                      <a:stretch>
                        <a:fillRect/>
                      </a:stretch>
                    </p:blipFill>
                    <p:spPr>
                      <a:xfrm>
                        <a:off x="13020683" y="8223241"/>
                        <a:ext cx="903288" cy="4016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6" name="矩形 165"/>
          <p:cNvSpPr/>
          <p:nvPr/>
        </p:nvSpPr>
        <p:spPr>
          <a:xfrm>
            <a:off x="11418306" y="8203523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67" name="对象 166"/>
          <p:cNvGraphicFramePr>
            <a:graphicFrameLocks noChangeAspect="1"/>
          </p:cNvGraphicFramePr>
          <p:nvPr>
            <p:extLst/>
          </p:nvPr>
        </p:nvGraphicFramePr>
        <p:xfrm>
          <a:off x="11615746" y="8220066"/>
          <a:ext cx="900112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99" name="AxMath" r:id="rId73" imgW="629280" imgH="279000" progId="Equation.AxMath">
                  <p:embed/>
                </p:oleObj>
              </mc:Choice>
              <mc:Fallback>
                <p:oleObj name="AxMath" r:id="rId73" imgW="629280" imgH="279000" progId="Equation.AxMath">
                  <p:embed/>
                  <p:pic>
                    <p:nvPicPr>
                      <p:cNvPr id="167" name="对象 166"/>
                      <p:cNvPicPr/>
                      <p:nvPr/>
                    </p:nvPicPr>
                    <p:blipFill>
                      <a:blip r:embed="rId50"/>
                      <a:stretch>
                        <a:fillRect/>
                      </a:stretch>
                    </p:blipFill>
                    <p:spPr>
                      <a:xfrm>
                        <a:off x="11615746" y="8220066"/>
                        <a:ext cx="900112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8" name="矩形 167"/>
          <p:cNvSpPr/>
          <p:nvPr/>
        </p:nvSpPr>
        <p:spPr>
          <a:xfrm>
            <a:off x="10032901" y="8207405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69" name="对象 168"/>
          <p:cNvGraphicFramePr>
            <a:graphicFrameLocks noChangeAspect="1"/>
          </p:cNvGraphicFramePr>
          <p:nvPr>
            <p:extLst/>
          </p:nvPr>
        </p:nvGraphicFramePr>
        <p:xfrm>
          <a:off x="10236092" y="8222916"/>
          <a:ext cx="88900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00" name="AxMath" r:id="rId74" imgW="622080" imgH="279000" progId="Equation.AxMath">
                  <p:embed/>
                </p:oleObj>
              </mc:Choice>
              <mc:Fallback>
                <p:oleObj name="AxMath" r:id="rId74" imgW="622080" imgH="279000" progId="Equation.AxMath">
                  <p:embed/>
                  <p:pic>
                    <p:nvPicPr>
                      <p:cNvPr id="169" name="对象 168"/>
                      <p:cNvPicPr/>
                      <p:nvPr/>
                    </p:nvPicPr>
                    <p:blipFill>
                      <a:blip r:embed="rId52"/>
                      <a:stretch>
                        <a:fillRect/>
                      </a:stretch>
                    </p:blipFill>
                    <p:spPr>
                      <a:xfrm>
                        <a:off x="10236092" y="8222916"/>
                        <a:ext cx="889000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0" name="圆角矩形 169"/>
          <p:cNvSpPr/>
          <p:nvPr/>
        </p:nvSpPr>
        <p:spPr>
          <a:xfrm>
            <a:off x="8738936" y="8207406"/>
            <a:ext cx="1138843" cy="432262"/>
          </a:xfrm>
          <a:prstGeom prst="roundRect">
            <a:avLst/>
          </a:prstGeom>
          <a:solidFill>
            <a:srgbClr val="BDD7EE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n-1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1" name="直接箭头连接符 170"/>
          <p:cNvCxnSpPr/>
          <p:nvPr/>
        </p:nvCxnSpPr>
        <p:spPr>
          <a:xfrm flipH="1">
            <a:off x="11163108" y="8518198"/>
            <a:ext cx="1" cy="43226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肘形连接符 171"/>
          <p:cNvCxnSpPr/>
          <p:nvPr/>
        </p:nvCxnSpPr>
        <p:spPr>
          <a:xfrm flipV="1">
            <a:off x="11163107" y="5004747"/>
            <a:ext cx="5040773" cy="3945717"/>
          </a:xfrm>
          <a:prstGeom prst="bentConnector3">
            <a:avLst>
              <a:gd name="adj1" fmla="val 101782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3" name="肘形连接符 172"/>
          <p:cNvCxnSpPr/>
          <p:nvPr/>
        </p:nvCxnSpPr>
        <p:spPr>
          <a:xfrm rot="10800000" flipV="1">
            <a:off x="11125092" y="5002424"/>
            <a:ext cx="5151920" cy="505872"/>
          </a:xfrm>
          <a:prstGeom prst="bentConnector3">
            <a:avLst>
              <a:gd name="adj1" fmla="val 100019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4" name="直接箭头连接符 173"/>
          <p:cNvCxnSpPr/>
          <p:nvPr/>
        </p:nvCxnSpPr>
        <p:spPr>
          <a:xfrm flipH="1">
            <a:off x="12522207" y="5654383"/>
            <a:ext cx="1" cy="43226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接箭头连接符 174"/>
          <p:cNvCxnSpPr/>
          <p:nvPr/>
        </p:nvCxnSpPr>
        <p:spPr>
          <a:xfrm flipH="1">
            <a:off x="13930320" y="6256020"/>
            <a:ext cx="1" cy="43226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直接箭头连接符 175"/>
          <p:cNvCxnSpPr/>
          <p:nvPr/>
        </p:nvCxnSpPr>
        <p:spPr>
          <a:xfrm flipH="1">
            <a:off x="15861386" y="7951851"/>
            <a:ext cx="1" cy="43226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2" name="右箭头 231"/>
          <p:cNvSpPr/>
          <p:nvPr/>
        </p:nvSpPr>
        <p:spPr>
          <a:xfrm rot="5400000">
            <a:off x="12403980" y="4249295"/>
            <a:ext cx="609600" cy="356111"/>
          </a:xfrm>
          <a:prstGeom prst="rightArrow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6" name="右箭头 235"/>
          <p:cNvSpPr/>
          <p:nvPr/>
        </p:nvSpPr>
        <p:spPr>
          <a:xfrm>
            <a:off x="7709012" y="1854758"/>
            <a:ext cx="677465" cy="356111"/>
          </a:xfrm>
          <a:prstGeom prst="rightArrow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7" name="文本框 236"/>
          <p:cNvSpPr txBox="1"/>
          <p:nvPr/>
        </p:nvSpPr>
        <p:spPr>
          <a:xfrm>
            <a:off x="-3640317" y="1654651"/>
            <a:ext cx="2187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scatter-reduce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8" name="左大括号 237"/>
          <p:cNvSpPr/>
          <p:nvPr/>
        </p:nvSpPr>
        <p:spPr>
          <a:xfrm>
            <a:off x="-1301470" y="174625"/>
            <a:ext cx="806001" cy="3581872"/>
          </a:xfrm>
          <a:prstGeom prst="leftBrace">
            <a:avLst>
              <a:gd name="adj1" fmla="val 23587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9" name="文本框 238"/>
          <p:cNvSpPr txBox="1"/>
          <p:nvPr/>
        </p:nvSpPr>
        <p:spPr>
          <a:xfrm>
            <a:off x="-3066546" y="6713905"/>
            <a:ext cx="15584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all-gather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0" name="左大括号 239"/>
          <p:cNvSpPr/>
          <p:nvPr/>
        </p:nvSpPr>
        <p:spPr>
          <a:xfrm>
            <a:off x="-1312386" y="5317812"/>
            <a:ext cx="816601" cy="3463527"/>
          </a:xfrm>
          <a:prstGeom prst="leftBrace">
            <a:avLst>
              <a:gd name="adj1" fmla="val 23587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7" name="矩形 176"/>
          <p:cNvSpPr/>
          <p:nvPr/>
        </p:nvSpPr>
        <p:spPr>
          <a:xfrm>
            <a:off x="939192" y="5317813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8" name="矩形 177"/>
          <p:cNvSpPr/>
          <p:nvPr/>
        </p:nvSpPr>
        <p:spPr>
          <a:xfrm>
            <a:off x="2327417" y="5317813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79" name="对象 178"/>
          <p:cNvGraphicFramePr>
            <a:graphicFrameLocks noChangeAspect="1"/>
          </p:cNvGraphicFramePr>
          <p:nvPr>
            <p:extLst/>
          </p:nvPr>
        </p:nvGraphicFramePr>
        <p:xfrm>
          <a:off x="5114258" y="5169691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01" name="AxMath" r:id="rId3" imgW="151920" imgH="226800" progId="Equation.AxMath">
                  <p:embed/>
                </p:oleObj>
              </mc:Choice>
              <mc:Fallback>
                <p:oleObj name="AxMath" r:id="rId3" imgW="151920" imgH="226800" progId="Equation.AxMath">
                  <p:embed/>
                  <p:pic>
                    <p:nvPicPr>
                      <p:cNvPr id="179" name="对象 17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14258" y="5169691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0" name="对象 179"/>
          <p:cNvGraphicFramePr>
            <a:graphicFrameLocks noChangeAspect="1"/>
          </p:cNvGraphicFramePr>
          <p:nvPr>
            <p:extLst/>
          </p:nvPr>
        </p:nvGraphicFramePr>
        <p:xfrm>
          <a:off x="5114258" y="5781539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02" name="AxMath" r:id="rId5" imgW="151920" imgH="226800" progId="Equation.AxMath">
                  <p:embed/>
                </p:oleObj>
              </mc:Choice>
              <mc:Fallback>
                <p:oleObj name="AxMath" r:id="rId5" imgW="151920" imgH="226800" progId="Equation.AxMath">
                  <p:embed/>
                  <p:pic>
                    <p:nvPicPr>
                      <p:cNvPr id="180" name="对象 17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14258" y="5781539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" name="对象 180"/>
          <p:cNvGraphicFramePr>
            <a:graphicFrameLocks noChangeAspect="1"/>
          </p:cNvGraphicFramePr>
          <p:nvPr>
            <p:extLst/>
          </p:nvPr>
        </p:nvGraphicFramePr>
        <p:xfrm>
          <a:off x="5114258" y="6393386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03" name="AxMath" r:id="rId6" imgW="151920" imgH="226800" progId="Equation.AxMath">
                  <p:embed/>
                </p:oleObj>
              </mc:Choice>
              <mc:Fallback>
                <p:oleObj name="AxMath" r:id="rId6" imgW="151920" imgH="226800" progId="Equation.AxMath">
                  <p:embed/>
                  <p:pic>
                    <p:nvPicPr>
                      <p:cNvPr id="181" name="对象 18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14258" y="6393386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2" name="对象 181"/>
          <p:cNvGraphicFramePr>
            <a:graphicFrameLocks noChangeAspect="1"/>
          </p:cNvGraphicFramePr>
          <p:nvPr>
            <p:extLst/>
          </p:nvPr>
        </p:nvGraphicFramePr>
        <p:xfrm>
          <a:off x="5114258" y="7468959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04" name="AxMath" r:id="rId7" imgW="151920" imgH="226800" progId="Equation.AxMath">
                  <p:embed/>
                </p:oleObj>
              </mc:Choice>
              <mc:Fallback>
                <p:oleObj name="AxMath" r:id="rId7" imgW="151920" imgH="226800" progId="Equation.AxMath">
                  <p:embed/>
                  <p:pic>
                    <p:nvPicPr>
                      <p:cNvPr id="182" name="对象 18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14258" y="7468959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3" name="对象 182"/>
          <p:cNvGraphicFramePr>
            <a:graphicFrameLocks noChangeAspect="1"/>
          </p:cNvGraphicFramePr>
          <p:nvPr>
            <p:extLst/>
          </p:nvPr>
        </p:nvGraphicFramePr>
        <p:xfrm>
          <a:off x="2705646" y="6939314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05" name="AxMath" r:id="rId8" imgW="151920" imgH="226800" progId="Equation.AxMath">
                  <p:embed/>
                </p:oleObj>
              </mc:Choice>
              <mc:Fallback>
                <p:oleObj name="AxMath" r:id="rId8" imgW="151920" imgH="226800" progId="Equation.AxMath">
                  <p:embed/>
                  <p:pic>
                    <p:nvPicPr>
                      <p:cNvPr id="183" name="对象 182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705646" y="6939314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" name="对象 183"/>
          <p:cNvGraphicFramePr>
            <a:graphicFrameLocks noChangeAspect="1"/>
          </p:cNvGraphicFramePr>
          <p:nvPr>
            <p:extLst/>
          </p:nvPr>
        </p:nvGraphicFramePr>
        <p:xfrm>
          <a:off x="1327812" y="6943965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06" name="AxMath" r:id="rId10" imgW="151920" imgH="226800" progId="Equation.AxMath">
                  <p:embed/>
                </p:oleObj>
              </mc:Choice>
              <mc:Fallback>
                <p:oleObj name="AxMath" r:id="rId10" imgW="151920" imgH="226800" progId="Equation.AxMath">
                  <p:embed/>
                  <p:pic>
                    <p:nvPicPr>
                      <p:cNvPr id="184" name="对象 183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327812" y="6943965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" name="对象 184"/>
          <p:cNvGraphicFramePr>
            <a:graphicFrameLocks noChangeAspect="1"/>
          </p:cNvGraphicFramePr>
          <p:nvPr>
            <p:extLst/>
          </p:nvPr>
        </p:nvGraphicFramePr>
        <p:xfrm>
          <a:off x="4096988" y="6939314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07" name="AxMath" r:id="rId11" imgW="151920" imgH="226800" progId="Equation.AxMath">
                  <p:embed/>
                </p:oleObj>
              </mc:Choice>
              <mc:Fallback>
                <p:oleObj name="AxMath" r:id="rId11" imgW="151920" imgH="226800" progId="Equation.AxMath">
                  <p:embed/>
                  <p:pic>
                    <p:nvPicPr>
                      <p:cNvPr id="185" name="对象 184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096988" y="6939314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" name="对象 185"/>
          <p:cNvGraphicFramePr>
            <a:graphicFrameLocks noChangeAspect="1"/>
          </p:cNvGraphicFramePr>
          <p:nvPr>
            <p:extLst/>
          </p:nvPr>
        </p:nvGraphicFramePr>
        <p:xfrm>
          <a:off x="6113863" y="6943990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08" name="AxMath" r:id="rId12" imgW="151920" imgH="226800" progId="Equation.AxMath">
                  <p:embed/>
                </p:oleObj>
              </mc:Choice>
              <mc:Fallback>
                <p:oleObj name="AxMath" r:id="rId12" imgW="151920" imgH="226800" progId="Equation.AxMath">
                  <p:embed/>
                  <p:pic>
                    <p:nvPicPr>
                      <p:cNvPr id="186" name="对象 185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113863" y="6943990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" name="对象 186"/>
          <p:cNvGraphicFramePr>
            <a:graphicFrameLocks noChangeAspect="1"/>
          </p:cNvGraphicFramePr>
          <p:nvPr>
            <p:extLst/>
          </p:nvPr>
        </p:nvGraphicFramePr>
        <p:xfrm>
          <a:off x="1171313" y="5349766"/>
          <a:ext cx="820738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09" name="AxMath" r:id="rId75" imgW="622080" imgH="279000" progId="Equation.AxMath">
                  <p:embed/>
                </p:oleObj>
              </mc:Choice>
              <mc:Fallback>
                <p:oleObj name="AxMath" r:id="rId75" imgW="622080" imgH="279000" progId="Equation.AxMath">
                  <p:embed/>
                  <p:pic>
                    <p:nvPicPr>
                      <p:cNvPr id="187" name="对象 186"/>
                      <p:cNvPicPr/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1171313" y="5349766"/>
                        <a:ext cx="820738" cy="3667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8" name="矩形 187"/>
          <p:cNvSpPr/>
          <p:nvPr/>
        </p:nvSpPr>
        <p:spPr>
          <a:xfrm>
            <a:off x="2327417" y="5929660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89" name="对象 188"/>
          <p:cNvGraphicFramePr>
            <a:graphicFrameLocks noChangeAspect="1"/>
          </p:cNvGraphicFramePr>
          <p:nvPr>
            <p:extLst/>
          </p:nvPr>
        </p:nvGraphicFramePr>
        <p:xfrm>
          <a:off x="2554026" y="5960953"/>
          <a:ext cx="830262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10" name="AxMath" r:id="rId76" imgW="629280" imgH="279000" progId="Equation.AxMath">
                  <p:embed/>
                </p:oleObj>
              </mc:Choice>
              <mc:Fallback>
                <p:oleObj name="AxMath" r:id="rId76" imgW="629280" imgH="279000" progId="Equation.AxMath">
                  <p:embed/>
                  <p:pic>
                    <p:nvPicPr>
                      <p:cNvPr id="189" name="对象 188"/>
                      <p:cNvPicPr/>
                      <p:nvPr/>
                    </p:nvPicPr>
                    <p:blipFill>
                      <a:blip r:embed="rId56"/>
                      <a:stretch>
                        <a:fillRect/>
                      </a:stretch>
                    </p:blipFill>
                    <p:spPr>
                      <a:xfrm>
                        <a:off x="2554026" y="5960953"/>
                        <a:ext cx="830262" cy="369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0" name="矩形 189"/>
          <p:cNvSpPr/>
          <p:nvPr/>
        </p:nvSpPr>
        <p:spPr>
          <a:xfrm>
            <a:off x="3722397" y="6541507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91" name="对象 190"/>
          <p:cNvGraphicFramePr>
            <a:graphicFrameLocks noChangeAspect="1"/>
          </p:cNvGraphicFramePr>
          <p:nvPr>
            <p:extLst/>
          </p:nvPr>
        </p:nvGraphicFramePr>
        <p:xfrm>
          <a:off x="3947851" y="6573728"/>
          <a:ext cx="830262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11" name="AxMath" r:id="rId77" imgW="630720" imgH="279000" progId="Equation.AxMath">
                  <p:embed/>
                </p:oleObj>
              </mc:Choice>
              <mc:Fallback>
                <p:oleObj name="AxMath" r:id="rId77" imgW="630720" imgH="279000" progId="Equation.AxMath">
                  <p:embed/>
                  <p:pic>
                    <p:nvPicPr>
                      <p:cNvPr id="191" name="对象 190"/>
                      <p:cNvPicPr/>
                      <p:nvPr/>
                    </p:nvPicPr>
                    <p:blipFill>
                      <a:blip r:embed="rId58"/>
                      <a:stretch>
                        <a:fillRect/>
                      </a:stretch>
                    </p:blipFill>
                    <p:spPr>
                      <a:xfrm>
                        <a:off x="3947851" y="6573728"/>
                        <a:ext cx="830262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2" name="矩形 191"/>
          <p:cNvSpPr/>
          <p:nvPr/>
        </p:nvSpPr>
        <p:spPr>
          <a:xfrm>
            <a:off x="5663591" y="7613198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93" name="对象 192"/>
          <p:cNvGraphicFramePr>
            <a:graphicFrameLocks noChangeAspect="1"/>
          </p:cNvGraphicFramePr>
          <p:nvPr>
            <p:extLst/>
          </p:nvPr>
        </p:nvGraphicFramePr>
        <p:xfrm>
          <a:off x="5873488" y="7643703"/>
          <a:ext cx="846138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12" name="AxMath" r:id="rId19" imgW="637560" imgH="279000" progId="Equation.AxMath">
                  <p:embed/>
                </p:oleObj>
              </mc:Choice>
              <mc:Fallback>
                <p:oleObj name="AxMath" r:id="rId19" imgW="637560" imgH="279000" progId="Equation.AxMath">
                  <p:embed/>
                  <p:pic>
                    <p:nvPicPr>
                      <p:cNvPr id="193" name="对象 192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873488" y="7643703"/>
                        <a:ext cx="846138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" name="对象 193"/>
          <p:cNvGraphicFramePr>
            <a:graphicFrameLocks noChangeAspect="1"/>
          </p:cNvGraphicFramePr>
          <p:nvPr>
            <p:extLst/>
          </p:nvPr>
        </p:nvGraphicFramePr>
        <p:xfrm>
          <a:off x="2525451" y="5333891"/>
          <a:ext cx="89852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13" name="AxMath" r:id="rId59" imgW="629280" imgH="279000" progId="Equation.AxMath">
                  <p:embed/>
                </p:oleObj>
              </mc:Choice>
              <mc:Fallback>
                <p:oleObj name="AxMath" r:id="rId59" imgW="629280" imgH="279000" progId="Equation.AxMath">
                  <p:embed/>
                  <p:pic>
                    <p:nvPicPr>
                      <p:cNvPr id="194" name="对象 193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525451" y="5333891"/>
                        <a:ext cx="89852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5" name="矩形 194"/>
          <p:cNvSpPr/>
          <p:nvPr/>
        </p:nvSpPr>
        <p:spPr>
          <a:xfrm>
            <a:off x="3722397" y="5317812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96" name="对象 195"/>
          <p:cNvGraphicFramePr>
            <a:graphicFrameLocks noChangeAspect="1"/>
          </p:cNvGraphicFramePr>
          <p:nvPr>
            <p:extLst/>
          </p:nvPr>
        </p:nvGraphicFramePr>
        <p:xfrm>
          <a:off x="3916101" y="5333891"/>
          <a:ext cx="9048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14" name="AxMath" r:id="rId78" imgW="630720" imgH="279000" progId="Equation.AxMath">
                  <p:embed/>
                </p:oleObj>
              </mc:Choice>
              <mc:Fallback>
                <p:oleObj name="AxMath" r:id="rId78" imgW="630720" imgH="279000" progId="Equation.AxMath">
                  <p:embed/>
                  <p:pic>
                    <p:nvPicPr>
                      <p:cNvPr id="196" name="对象 195"/>
                      <p:cNvPicPr/>
                      <p:nvPr/>
                    </p:nvPicPr>
                    <p:blipFill>
                      <a:blip r:embed="rId79"/>
                      <a:stretch>
                        <a:fillRect/>
                      </a:stretch>
                    </p:blipFill>
                    <p:spPr>
                      <a:xfrm>
                        <a:off x="3916101" y="5333891"/>
                        <a:ext cx="90487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7" name="矩形 196"/>
          <p:cNvSpPr/>
          <p:nvPr/>
        </p:nvSpPr>
        <p:spPr>
          <a:xfrm>
            <a:off x="3715642" y="5929660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98" name="对象 197"/>
          <p:cNvGraphicFramePr>
            <a:graphicFrameLocks noChangeAspect="1"/>
          </p:cNvGraphicFramePr>
          <p:nvPr>
            <p:extLst/>
          </p:nvPr>
        </p:nvGraphicFramePr>
        <p:xfrm>
          <a:off x="3912926" y="5945078"/>
          <a:ext cx="903287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15" name="AxMath" r:id="rId64" imgW="630720" imgH="279000" progId="Equation.AxMath">
                  <p:embed/>
                </p:oleObj>
              </mc:Choice>
              <mc:Fallback>
                <p:oleObj name="AxMath" r:id="rId64" imgW="630720" imgH="279000" progId="Equation.AxMath">
                  <p:embed/>
                  <p:pic>
                    <p:nvPicPr>
                      <p:cNvPr id="198" name="对象 197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3912926" y="5945078"/>
                        <a:ext cx="903287" cy="4016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9" name="矩形 198"/>
          <p:cNvSpPr/>
          <p:nvPr/>
        </p:nvSpPr>
        <p:spPr>
          <a:xfrm>
            <a:off x="938961" y="5926254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00" name="对象 199"/>
          <p:cNvGraphicFramePr>
            <a:graphicFrameLocks noChangeAspect="1"/>
          </p:cNvGraphicFramePr>
          <p:nvPr>
            <p:extLst/>
          </p:nvPr>
        </p:nvGraphicFramePr>
        <p:xfrm>
          <a:off x="1137976" y="5941903"/>
          <a:ext cx="896937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16" name="AxMath" r:id="rId80" imgW="622080" imgH="279000" progId="Equation.AxMath">
                  <p:embed/>
                </p:oleObj>
              </mc:Choice>
              <mc:Fallback>
                <p:oleObj name="AxMath" r:id="rId80" imgW="622080" imgH="279000" progId="Equation.AxMath">
                  <p:embed/>
                  <p:pic>
                    <p:nvPicPr>
                      <p:cNvPr id="200" name="对象 199"/>
                      <p:cNvPicPr/>
                      <p:nvPr/>
                    </p:nvPicPr>
                    <p:blipFill>
                      <a:blip r:embed="rId81"/>
                      <a:stretch>
                        <a:fillRect/>
                      </a:stretch>
                    </p:blipFill>
                    <p:spPr>
                      <a:xfrm>
                        <a:off x="1137976" y="5941903"/>
                        <a:ext cx="896937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1" name="矩形 200"/>
          <p:cNvSpPr/>
          <p:nvPr/>
        </p:nvSpPr>
        <p:spPr>
          <a:xfrm>
            <a:off x="2330304" y="6536803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02" name="对象 201"/>
          <p:cNvGraphicFramePr>
            <a:graphicFrameLocks noChangeAspect="1"/>
          </p:cNvGraphicFramePr>
          <p:nvPr>
            <p:extLst/>
          </p:nvPr>
        </p:nvGraphicFramePr>
        <p:xfrm>
          <a:off x="2527038" y="6553091"/>
          <a:ext cx="900113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17" name="AxMath" r:id="rId82" imgW="629280" imgH="279000" progId="Equation.AxMath">
                  <p:embed/>
                </p:oleObj>
              </mc:Choice>
              <mc:Fallback>
                <p:oleObj name="AxMath" r:id="rId82" imgW="629280" imgH="279000" progId="Equation.AxMath">
                  <p:embed/>
                  <p:pic>
                    <p:nvPicPr>
                      <p:cNvPr id="202" name="对象 201"/>
                      <p:cNvPicPr/>
                      <p:nvPr/>
                    </p:nvPicPr>
                    <p:blipFill>
                      <a:blip r:embed="rId83"/>
                      <a:stretch>
                        <a:fillRect/>
                      </a:stretch>
                    </p:blipFill>
                    <p:spPr>
                      <a:xfrm>
                        <a:off x="2527038" y="6553091"/>
                        <a:ext cx="900113" cy="4016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3" name="矩形 202"/>
          <p:cNvSpPr/>
          <p:nvPr/>
        </p:nvSpPr>
        <p:spPr>
          <a:xfrm>
            <a:off x="938961" y="6536803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04" name="对象 203"/>
          <p:cNvGraphicFramePr>
            <a:graphicFrameLocks noChangeAspect="1"/>
          </p:cNvGraphicFramePr>
          <p:nvPr>
            <p:extLst/>
          </p:nvPr>
        </p:nvGraphicFramePr>
        <p:xfrm>
          <a:off x="1142738" y="6553091"/>
          <a:ext cx="890588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18" name="AxMath" r:id="rId84" imgW="622080" imgH="279000" progId="Equation.AxMath">
                  <p:embed/>
                </p:oleObj>
              </mc:Choice>
              <mc:Fallback>
                <p:oleObj name="AxMath" r:id="rId84" imgW="622080" imgH="279000" progId="Equation.AxMath">
                  <p:embed/>
                  <p:pic>
                    <p:nvPicPr>
                      <p:cNvPr id="204" name="对象 203"/>
                      <p:cNvPicPr/>
                      <p:nvPr/>
                    </p:nvPicPr>
                    <p:blipFill>
                      <a:blip r:embed="rId81"/>
                      <a:stretch>
                        <a:fillRect/>
                      </a:stretch>
                    </p:blipFill>
                    <p:spPr>
                      <a:xfrm>
                        <a:off x="1142738" y="6553091"/>
                        <a:ext cx="890588" cy="4016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" name="矩形 204"/>
          <p:cNvSpPr/>
          <p:nvPr/>
        </p:nvSpPr>
        <p:spPr>
          <a:xfrm>
            <a:off x="3728501" y="7617080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06" name="对象 205"/>
          <p:cNvGraphicFramePr>
            <a:graphicFrameLocks noChangeAspect="1"/>
          </p:cNvGraphicFramePr>
          <p:nvPr>
            <p:extLst/>
          </p:nvPr>
        </p:nvGraphicFramePr>
        <p:xfrm>
          <a:off x="3924038" y="7632591"/>
          <a:ext cx="903288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19" name="AxMath" r:id="rId85" imgW="630720" imgH="279000" progId="Equation.AxMath">
                  <p:embed/>
                </p:oleObj>
              </mc:Choice>
              <mc:Fallback>
                <p:oleObj name="AxMath" r:id="rId85" imgW="630720" imgH="279000" progId="Equation.AxMath">
                  <p:embed/>
                  <p:pic>
                    <p:nvPicPr>
                      <p:cNvPr id="206" name="对象 205"/>
                      <p:cNvPicPr/>
                      <p:nvPr/>
                    </p:nvPicPr>
                    <p:blipFill>
                      <a:blip r:embed="rId86"/>
                      <a:stretch>
                        <a:fillRect/>
                      </a:stretch>
                    </p:blipFill>
                    <p:spPr>
                      <a:xfrm>
                        <a:off x="3924038" y="7632591"/>
                        <a:ext cx="903288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7" name="矩形 206"/>
          <p:cNvSpPr/>
          <p:nvPr/>
        </p:nvSpPr>
        <p:spPr>
          <a:xfrm>
            <a:off x="2321777" y="7613198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08" name="对象 207"/>
          <p:cNvGraphicFramePr>
            <a:graphicFrameLocks noChangeAspect="1"/>
          </p:cNvGraphicFramePr>
          <p:nvPr>
            <p:extLst/>
          </p:nvPr>
        </p:nvGraphicFramePr>
        <p:xfrm>
          <a:off x="2520688" y="7629416"/>
          <a:ext cx="898525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20" name="AxMath" r:id="rId87" imgW="629280" imgH="279000" progId="Equation.AxMath">
                  <p:embed/>
                </p:oleObj>
              </mc:Choice>
              <mc:Fallback>
                <p:oleObj name="AxMath" r:id="rId87" imgW="629280" imgH="279000" progId="Equation.AxMath">
                  <p:embed/>
                  <p:pic>
                    <p:nvPicPr>
                      <p:cNvPr id="208" name="对象 207"/>
                      <p:cNvPicPr/>
                      <p:nvPr/>
                    </p:nvPicPr>
                    <p:blipFill>
                      <a:blip r:embed="rId88"/>
                      <a:stretch>
                        <a:fillRect/>
                      </a:stretch>
                    </p:blipFill>
                    <p:spPr>
                      <a:xfrm>
                        <a:off x="2520688" y="7629416"/>
                        <a:ext cx="898525" cy="4016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9" name="矩形 208"/>
          <p:cNvSpPr/>
          <p:nvPr/>
        </p:nvSpPr>
        <p:spPr>
          <a:xfrm>
            <a:off x="936372" y="7617080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10" name="对象 209"/>
          <p:cNvGraphicFramePr>
            <a:graphicFrameLocks noChangeAspect="1"/>
          </p:cNvGraphicFramePr>
          <p:nvPr>
            <p:extLst/>
          </p:nvPr>
        </p:nvGraphicFramePr>
        <p:xfrm>
          <a:off x="1137976" y="7632591"/>
          <a:ext cx="890587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21" name="AxMath" r:id="rId89" imgW="622080" imgH="279000" progId="Equation.AxMath">
                  <p:embed/>
                </p:oleObj>
              </mc:Choice>
              <mc:Fallback>
                <p:oleObj name="AxMath" r:id="rId89" imgW="622080" imgH="279000" progId="Equation.AxMath">
                  <p:embed/>
                  <p:pic>
                    <p:nvPicPr>
                      <p:cNvPr id="210" name="对象 209"/>
                      <p:cNvPicPr/>
                      <p:nvPr/>
                    </p:nvPicPr>
                    <p:blipFill>
                      <a:blip r:embed="rId90"/>
                      <a:stretch>
                        <a:fillRect/>
                      </a:stretch>
                    </p:blipFill>
                    <p:spPr>
                      <a:xfrm>
                        <a:off x="1137976" y="7632591"/>
                        <a:ext cx="890587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1" name="圆角矩形 210"/>
          <p:cNvSpPr/>
          <p:nvPr/>
        </p:nvSpPr>
        <p:spPr>
          <a:xfrm>
            <a:off x="-344807" y="5317813"/>
            <a:ext cx="1126057" cy="432262"/>
          </a:xfrm>
          <a:prstGeom prst="roundRect">
            <a:avLst/>
          </a:prstGeom>
          <a:solidFill>
            <a:srgbClr val="BDD7EE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0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2" name="圆角矩形 211"/>
          <p:cNvSpPr/>
          <p:nvPr/>
        </p:nvSpPr>
        <p:spPr>
          <a:xfrm>
            <a:off x="-357709" y="5929661"/>
            <a:ext cx="1138959" cy="432262"/>
          </a:xfrm>
          <a:prstGeom prst="roundRect">
            <a:avLst/>
          </a:prstGeom>
          <a:solidFill>
            <a:srgbClr val="BDD7EE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3" name="圆角矩形 212"/>
          <p:cNvSpPr/>
          <p:nvPr/>
        </p:nvSpPr>
        <p:spPr>
          <a:xfrm>
            <a:off x="-357709" y="6541508"/>
            <a:ext cx="1138959" cy="432262"/>
          </a:xfrm>
          <a:prstGeom prst="roundRect">
            <a:avLst/>
          </a:prstGeom>
          <a:solidFill>
            <a:srgbClr val="BDD7EE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4" name="圆角矩形 213"/>
          <p:cNvSpPr/>
          <p:nvPr/>
        </p:nvSpPr>
        <p:spPr>
          <a:xfrm>
            <a:off x="-357593" y="7617081"/>
            <a:ext cx="1138843" cy="432262"/>
          </a:xfrm>
          <a:prstGeom prst="roundRect">
            <a:avLst/>
          </a:prstGeom>
          <a:solidFill>
            <a:srgbClr val="BDD7EE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n-2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15" name="对象 214"/>
          <p:cNvGraphicFramePr>
            <a:graphicFrameLocks noChangeAspect="1"/>
          </p:cNvGraphicFramePr>
          <p:nvPr>
            <p:extLst/>
          </p:nvPr>
        </p:nvGraphicFramePr>
        <p:xfrm>
          <a:off x="5114142" y="8052834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22" name="AxMath" r:id="rId7" imgW="151920" imgH="226800" progId="Equation.AxMath">
                  <p:embed/>
                </p:oleObj>
              </mc:Choice>
              <mc:Fallback>
                <p:oleObj name="AxMath" r:id="rId7" imgW="151920" imgH="226800" progId="Equation.AxMath">
                  <p:embed/>
                  <p:pic>
                    <p:nvPicPr>
                      <p:cNvPr id="215" name="对象 21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14142" y="8052834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6" name="矩形 215"/>
          <p:cNvSpPr/>
          <p:nvPr/>
        </p:nvSpPr>
        <p:spPr>
          <a:xfrm>
            <a:off x="5663475" y="8197073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17" name="矩形 216"/>
          <p:cNvSpPr/>
          <p:nvPr/>
        </p:nvSpPr>
        <p:spPr>
          <a:xfrm>
            <a:off x="3728385" y="8200955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18" name="对象 217"/>
          <p:cNvGraphicFramePr>
            <a:graphicFrameLocks noChangeAspect="1"/>
          </p:cNvGraphicFramePr>
          <p:nvPr>
            <p:extLst/>
          </p:nvPr>
        </p:nvGraphicFramePr>
        <p:xfrm>
          <a:off x="3924038" y="8216791"/>
          <a:ext cx="903288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23" name="AxMath" r:id="rId91" imgW="630720" imgH="279000" progId="Equation.AxMath">
                  <p:embed/>
                </p:oleObj>
              </mc:Choice>
              <mc:Fallback>
                <p:oleObj name="AxMath" r:id="rId91" imgW="630720" imgH="279000" progId="Equation.AxMath">
                  <p:embed/>
                  <p:pic>
                    <p:nvPicPr>
                      <p:cNvPr id="218" name="对象 217"/>
                      <p:cNvPicPr/>
                      <p:nvPr/>
                    </p:nvPicPr>
                    <p:blipFill>
                      <a:blip r:embed="rId92"/>
                      <a:stretch>
                        <a:fillRect/>
                      </a:stretch>
                    </p:blipFill>
                    <p:spPr>
                      <a:xfrm>
                        <a:off x="3924038" y="8216791"/>
                        <a:ext cx="903288" cy="4016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9" name="矩形 218"/>
          <p:cNvSpPr/>
          <p:nvPr/>
        </p:nvSpPr>
        <p:spPr>
          <a:xfrm>
            <a:off x="2321661" y="8197073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20" name="对象 219"/>
          <p:cNvGraphicFramePr>
            <a:graphicFrameLocks noChangeAspect="1"/>
          </p:cNvGraphicFramePr>
          <p:nvPr>
            <p:extLst/>
          </p:nvPr>
        </p:nvGraphicFramePr>
        <p:xfrm>
          <a:off x="2519101" y="8213616"/>
          <a:ext cx="900112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24" name="AxMath" r:id="rId93" imgW="629280" imgH="279000" progId="Equation.AxMath">
                  <p:embed/>
                </p:oleObj>
              </mc:Choice>
              <mc:Fallback>
                <p:oleObj name="AxMath" r:id="rId93" imgW="629280" imgH="279000" progId="Equation.AxMath">
                  <p:embed/>
                  <p:pic>
                    <p:nvPicPr>
                      <p:cNvPr id="220" name="对象 219"/>
                      <p:cNvPicPr/>
                      <p:nvPr/>
                    </p:nvPicPr>
                    <p:blipFill>
                      <a:blip r:embed="rId88"/>
                      <a:stretch>
                        <a:fillRect/>
                      </a:stretch>
                    </p:blipFill>
                    <p:spPr>
                      <a:xfrm>
                        <a:off x="2519101" y="8213616"/>
                        <a:ext cx="900112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1" name="矩形 220"/>
          <p:cNvSpPr/>
          <p:nvPr/>
        </p:nvSpPr>
        <p:spPr>
          <a:xfrm>
            <a:off x="936256" y="8200955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22" name="对象 221"/>
          <p:cNvGraphicFramePr>
            <a:graphicFrameLocks noChangeAspect="1"/>
          </p:cNvGraphicFramePr>
          <p:nvPr>
            <p:extLst/>
          </p:nvPr>
        </p:nvGraphicFramePr>
        <p:xfrm>
          <a:off x="1139447" y="8216466"/>
          <a:ext cx="88900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25" name="AxMath" r:id="rId74" imgW="622080" imgH="279000" progId="Equation.AxMath">
                  <p:embed/>
                </p:oleObj>
              </mc:Choice>
              <mc:Fallback>
                <p:oleObj name="AxMath" r:id="rId74" imgW="622080" imgH="279000" progId="Equation.AxMath">
                  <p:embed/>
                  <p:pic>
                    <p:nvPicPr>
                      <p:cNvPr id="222" name="对象 221"/>
                      <p:cNvPicPr/>
                      <p:nvPr/>
                    </p:nvPicPr>
                    <p:blipFill>
                      <a:blip r:embed="rId52"/>
                      <a:stretch>
                        <a:fillRect/>
                      </a:stretch>
                    </p:blipFill>
                    <p:spPr>
                      <a:xfrm>
                        <a:off x="1139447" y="8216466"/>
                        <a:ext cx="889000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3" name="圆角矩形 222"/>
          <p:cNvSpPr/>
          <p:nvPr/>
        </p:nvSpPr>
        <p:spPr>
          <a:xfrm>
            <a:off x="-357709" y="8200956"/>
            <a:ext cx="1138843" cy="432262"/>
          </a:xfrm>
          <a:prstGeom prst="roundRect">
            <a:avLst/>
          </a:prstGeom>
          <a:solidFill>
            <a:srgbClr val="BDD7EE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n-1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24" name="对象 223"/>
          <p:cNvGraphicFramePr>
            <a:graphicFrameLocks noChangeAspect="1"/>
          </p:cNvGraphicFramePr>
          <p:nvPr>
            <p:extLst/>
          </p:nvPr>
        </p:nvGraphicFramePr>
        <p:xfrm>
          <a:off x="5871900" y="8230380"/>
          <a:ext cx="846138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26" name="AxMath" r:id="rId19" imgW="637560" imgH="279000" progId="Equation.AxMath">
                  <p:embed/>
                </p:oleObj>
              </mc:Choice>
              <mc:Fallback>
                <p:oleObj name="AxMath" r:id="rId19" imgW="637560" imgH="279000" progId="Equation.AxMath">
                  <p:embed/>
                  <p:pic>
                    <p:nvPicPr>
                      <p:cNvPr id="224" name="对象 223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871900" y="8230380"/>
                        <a:ext cx="846138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" name="矩形 224"/>
          <p:cNvSpPr/>
          <p:nvPr/>
        </p:nvSpPr>
        <p:spPr>
          <a:xfrm>
            <a:off x="5663591" y="5322517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26" name="对象 225"/>
          <p:cNvGraphicFramePr>
            <a:graphicFrameLocks noChangeAspect="1"/>
          </p:cNvGraphicFramePr>
          <p:nvPr>
            <p:extLst/>
          </p:nvPr>
        </p:nvGraphicFramePr>
        <p:xfrm>
          <a:off x="5854438" y="5338653"/>
          <a:ext cx="91440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27" name="AxMath" r:id="rId94" imgW="637560" imgH="279000" progId="Equation.AxMath">
                  <p:embed/>
                </p:oleObj>
              </mc:Choice>
              <mc:Fallback>
                <p:oleObj name="AxMath" r:id="rId94" imgW="637560" imgH="279000" progId="Equation.AxMath">
                  <p:embed/>
                  <p:pic>
                    <p:nvPicPr>
                      <p:cNvPr id="226" name="对象 225"/>
                      <p:cNvPicPr/>
                      <p:nvPr/>
                    </p:nvPicPr>
                    <p:blipFill>
                      <a:blip r:embed="rId95"/>
                      <a:stretch>
                        <a:fillRect/>
                      </a:stretch>
                    </p:blipFill>
                    <p:spPr>
                      <a:xfrm>
                        <a:off x="5854438" y="5338653"/>
                        <a:ext cx="914400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7" name="矩形 226"/>
          <p:cNvSpPr/>
          <p:nvPr/>
        </p:nvSpPr>
        <p:spPr>
          <a:xfrm>
            <a:off x="5669016" y="5929660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28" name="对象 227"/>
          <p:cNvGraphicFramePr>
            <a:graphicFrameLocks noChangeAspect="1"/>
          </p:cNvGraphicFramePr>
          <p:nvPr>
            <p:extLst/>
          </p:nvPr>
        </p:nvGraphicFramePr>
        <p:xfrm>
          <a:off x="5857613" y="5945078"/>
          <a:ext cx="917575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28" name="AxMath" r:id="rId96" imgW="637560" imgH="279000" progId="Equation.AxMath">
                  <p:embed/>
                </p:oleObj>
              </mc:Choice>
              <mc:Fallback>
                <p:oleObj name="AxMath" r:id="rId96" imgW="637560" imgH="279000" progId="Equation.AxMath">
                  <p:embed/>
                  <p:pic>
                    <p:nvPicPr>
                      <p:cNvPr id="228" name="对象 227"/>
                      <p:cNvPicPr/>
                      <p:nvPr/>
                    </p:nvPicPr>
                    <p:blipFill>
                      <a:blip r:embed="rId97"/>
                      <a:stretch>
                        <a:fillRect/>
                      </a:stretch>
                    </p:blipFill>
                    <p:spPr>
                      <a:xfrm>
                        <a:off x="5857613" y="5945078"/>
                        <a:ext cx="917575" cy="4016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9" name="矩形 228"/>
          <p:cNvSpPr/>
          <p:nvPr/>
        </p:nvSpPr>
        <p:spPr>
          <a:xfrm>
            <a:off x="5663591" y="6536803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30" name="对象 229"/>
          <p:cNvGraphicFramePr>
            <a:graphicFrameLocks noChangeAspect="1"/>
          </p:cNvGraphicFramePr>
          <p:nvPr>
            <p:extLst/>
          </p:nvPr>
        </p:nvGraphicFramePr>
        <p:xfrm>
          <a:off x="5854438" y="6553091"/>
          <a:ext cx="912813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29" name="AxMath" r:id="rId98" imgW="637560" imgH="279000" progId="Equation.AxMath">
                  <p:embed/>
                </p:oleObj>
              </mc:Choice>
              <mc:Fallback>
                <p:oleObj name="AxMath" r:id="rId98" imgW="637560" imgH="279000" progId="Equation.AxMath">
                  <p:embed/>
                  <p:pic>
                    <p:nvPicPr>
                      <p:cNvPr id="230" name="对象 229"/>
                      <p:cNvPicPr/>
                      <p:nvPr/>
                    </p:nvPicPr>
                    <p:blipFill>
                      <a:blip r:embed="rId99"/>
                      <a:stretch>
                        <a:fillRect/>
                      </a:stretch>
                    </p:blipFill>
                    <p:spPr>
                      <a:xfrm>
                        <a:off x="5854438" y="6553091"/>
                        <a:ext cx="912813" cy="4016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4" name="圆角矩形 243"/>
          <p:cNvSpPr/>
          <p:nvPr/>
        </p:nvSpPr>
        <p:spPr>
          <a:xfrm>
            <a:off x="-334042" y="315858"/>
            <a:ext cx="1126057" cy="432262"/>
          </a:xfrm>
          <a:prstGeom prst="roundRect">
            <a:avLst/>
          </a:prstGeom>
          <a:solidFill>
            <a:srgbClr val="BDD7EE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0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5" name="矩形 244"/>
          <p:cNvSpPr/>
          <p:nvPr/>
        </p:nvSpPr>
        <p:spPr>
          <a:xfrm>
            <a:off x="949957" y="315858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46" name="矩形 245"/>
          <p:cNvSpPr/>
          <p:nvPr/>
        </p:nvSpPr>
        <p:spPr>
          <a:xfrm>
            <a:off x="2338182" y="315858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47" name="对象 246"/>
          <p:cNvGraphicFramePr>
            <a:graphicFrameLocks noChangeAspect="1"/>
          </p:cNvGraphicFramePr>
          <p:nvPr>
            <p:extLst/>
          </p:nvPr>
        </p:nvGraphicFramePr>
        <p:xfrm>
          <a:off x="5125023" y="167736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30" name="AxMath" r:id="rId100" imgW="151920" imgH="226800" progId="Equation.AxMath">
                  <p:embed/>
                </p:oleObj>
              </mc:Choice>
              <mc:Fallback>
                <p:oleObj name="AxMath" r:id="rId100" imgW="151920" imgH="226800" progId="Equation.AxMath">
                  <p:embed/>
                  <p:pic>
                    <p:nvPicPr>
                      <p:cNvPr id="247" name="对象 24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25023" y="167736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8" name="圆角矩形 247"/>
          <p:cNvSpPr/>
          <p:nvPr/>
        </p:nvSpPr>
        <p:spPr>
          <a:xfrm>
            <a:off x="-346944" y="927706"/>
            <a:ext cx="1138959" cy="432262"/>
          </a:xfrm>
          <a:prstGeom prst="roundRect">
            <a:avLst/>
          </a:prstGeom>
          <a:solidFill>
            <a:srgbClr val="BDD7EE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49" name="对象 248"/>
          <p:cNvGraphicFramePr>
            <a:graphicFrameLocks noChangeAspect="1"/>
          </p:cNvGraphicFramePr>
          <p:nvPr>
            <p:extLst/>
          </p:nvPr>
        </p:nvGraphicFramePr>
        <p:xfrm>
          <a:off x="5125023" y="779584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31" name="AxMath" r:id="rId101" imgW="151920" imgH="226800" progId="Equation.AxMath">
                  <p:embed/>
                </p:oleObj>
              </mc:Choice>
              <mc:Fallback>
                <p:oleObj name="AxMath" r:id="rId101" imgW="151920" imgH="226800" progId="Equation.AxMath">
                  <p:embed/>
                  <p:pic>
                    <p:nvPicPr>
                      <p:cNvPr id="249" name="对象 24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25023" y="779584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0" name="圆角矩形 249"/>
          <p:cNvSpPr/>
          <p:nvPr/>
        </p:nvSpPr>
        <p:spPr>
          <a:xfrm>
            <a:off x="-346944" y="1539553"/>
            <a:ext cx="1138959" cy="432262"/>
          </a:xfrm>
          <a:prstGeom prst="roundRect">
            <a:avLst/>
          </a:prstGeom>
          <a:solidFill>
            <a:srgbClr val="BDD7EE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51" name="对象 250"/>
          <p:cNvGraphicFramePr>
            <a:graphicFrameLocks noChangeAspect="1"/>
          </p:cNvGraphicFramePr>
          <p:nvPr>
            <p:extLst/>
          </p:nvPr>
        </p:nvGraphicFramePr>
        <p:xfrm>
          <a:off x="5125023" y="1391431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32" name="AxMath" r:id="rId102" imgW="151920" imgH="226800" progId="Equation.AxMath">
                  <p:embed/>
                </p:oleObj>
              </mc:Choice>
              <mc:Fallback>
                <p:oleObj name="AxMath" r:id="rId102" imgW="151920" imgH="226800" progId="Equation.AxMath">
                  <p:embed/>
                  <p:pic>
                    <p:nvPicPr>
                      <p:cNvPr id="251" name="对象 25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25023" y="1391431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2" name="圆角矩形 251"/>
          <p:cNvSpPr/>
          <p:nvPr/>
        </p:nvSpPr>
        <p:spPr>
          <a:xfrm>
            <a:off x="-346944" y="3176114"/>
            <a:ext cx="1138843" cy="432262"/>
          </a:xfrm>
          <a:prstGeom prst="roundRect">
            <a:avLst/>
          </a:prstGeom>
          <a:solidFill>
            <a:srgbClr val="BDD7EE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n-1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53" name="对象 252"/>
          <p:cNvGraphicFramePr>
            <a:graphicFrameLocks noChangeAspect="1"/>
          </p:cNvGraphicFramePr>
          <p:nvPr>
            <p:extLst/>
          </p:nvPr>
        </p:nvGraphicFramePr>
        <p:xfrm>
          <a:off x="5124907" y="3027992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33" name="AxMath" r:id="rId103" imgW="151920" imgH="226800" progId="Equation.AxMath">
                  <p:embed/>
                </p:oleObj>
              </mc:Choice>
              <mc:Fallback>
                <p:oleObj name="AxMath" r:id="rId103" imgW="151920" imgH="226800" progId="Equation.AxMath">
                  <p:embed/>
                  <p:pic>
                    <p:nvPicPr>
                      <p:cNvPr id="253" name="对象 25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24907" y="3027992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4" name="对象 253"/>
          <p:cNvGraphicFramePr>
            <a:graphicFrameLocks noChangeAspect="1"/>
          </p:cNvGraphicFramePr>
          <p:nvPr>
            <p:extLst/>
          </p:nvPr>
        </p:nvGraphicFramePr>
        <p:xfrm>
          <a:off x="2716411" y="1937359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34" name="AxMath" r:id="rId104" imgW="151920" imgH="226800" progId="Equation.AxMath">
                  <p:embed/>
                </p:oleObj>
              </mc:Choice>
              <mc:Fallback>
                <p:oleObj name="AxMath" r:id="rId104" imgW="151920" imgH="226800" progId="Equation.AxMath">
                  <p:embed/>
                  <p:pic>
                    <p:nvPicPr>
                      <p:cNvPr id="254" name="对象 253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716411" y="1937359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5" name="对象 254"/>
          <p:cNvGraphicFramePr>
            <a:graphicFrameLocks noChangeAspect="1"/>
          </p:cNvGraphicFramePr>
          <p:nvPr>
            <p:extLst/>
          </p:nvPr>
        </p:nvGraphicFramePr>
        <p:xfrm>
          <a:off x="1338577" y="1942010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35" name="AxMath" r:id="rId105" imgW="151920" imgH="226800" progId="Equation.AxMath">
                  <p:embed/>
                </p:oleObj>
              </mc:Choice>
              <mc:Fallback>
                <p:oleObj name="AxMath" r:id="rId105" imgW="151920" imgH="226800" progId="Equation.AxMath">
                  <p:embed/>
                  <p:pic>
                    <p:nvPicPr>
                      <p:cNvPr id="255" name="对象 254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338577" y="1942010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" name="对象 255"/>
          <p:cNvGraphicFramePr>
            <a:graphicFrameLocks noChangeAspect="1"/>
          </p:cNvGraphicFramePr>
          <p:nvPr>
            <p:extLst/>
          </p:nvPr>
        </p:nvGraphicFramePr>
        <p:xfrm>
          <a:off x="4107753" y="1937359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36" name="AxMath" r:id="rId106" imgW="151920" imgH="226800" progId="Equation.AxMath">
                  <p:embed/>
                </p:oleObj>
              </mc:Choice>
              <mc:Fallback>
                <p:oleObj name="AxMath" r:id="rId106" imgW="151920" imgH="226800" progId="Equation.AxMath">
                  <p:embed/>
                  <p:pic>
                    <p:nvPicPr>
                      <p:cNvPr id="256" name="对象 255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107753" y="1937359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7" name="对象 256"/>
          <p:cNvGraphicFramePr>
            <a:graphicFrameLocks noChangeAspect="1"/>
          </p:cNvGraphicFramePr>
          <p:nvPr>
            <p:extLst/>
          </p:nvPr>
        </p:nvGraphicFramePr>
        <p:xfrm>
          <a:off x="6124628" y="1942035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37" name="AxMath" r:id="rId107" imgW="151920" imgH="226800" progId="Equation.AxMath">
                  <p:embed/>
                </p:oleObj>
              </mc:Choice>
              <mc:Fallback>
                <p:oleObj name="AxMath" r:id="rId107" imgW="151920" imgH="226800" progId="Equation.AxMath">
                  <p:embed/>
                  <p:pic>
                    <p:nvPicPr>
                      <p:cNvPr id="257" name="对象 256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124628" y="1942035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58" name="直接箭头连接符 257"/>
          <p:cNvCxnSpPr/>
          <p:nvPr/>
        </p:nvCxnSpPr>
        <p:spPr>
          <a:xfrm flipH="1">
            <a:off x="1880982" y="648368"/>
            <a:ext cx="1" cy="43226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直接箭头连接符 258"/>
          <p:cNvCxnSpPr/>
          <p:nvPr/>
        </p:nvCxnSpPr>
        <p:spPr>
          <a:xfrm flipH="1">
            <a:off x="3321854" y="1249362"/>
            <a:ext cx="1" cy="43226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直接箭头连接符 259"/>
          <p:cNvCxnSpPr/>
          <p:nvPr/>
        </p:nvCxnSpPr>
        <p:spPr>
          <a:xfrm flipH="1">
            <a:off x="4729129" y="1861209"/>
            <a:ext cx="1" cy="43226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直接箭头连接符 260"/>
          <p:cNvCxnSpPr/>
          <p:nvPr/>
        </p:nvCxnSpPr>
        <p:spPr>
          <a:xfrm flipH="1">
            <a:off x="6696474" y="3540366"/>
            <a:ext cx="234" cy="30647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肘形连接符 262"/>
          <p:cNvCxnSpPr/>
          <p:nvPr/>
        </p:nvCxnSpPr>
        <p:spPr>
          <a:xfrm rot="16200000" flipV="1">
            <a:off x="5266821" y="1804913"/>
            <a:ext cx="3384604" cy="705218"/>
          </a:xfrm>
          <a:prstGeom prst="bentConnector3">
            <a:avLst>
              <a:gd name="adj1" fmla="val 109943"/>
            </a:avLst>
          </a:prstGeom>
          <a:ln w="28575" cap="sq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64" name="对象 263"/>
          <p:cNvGraphicFramePr>
            <a:graphicFrameLocks noChangeAspect="1"/>
          </p:cNvGraphicFramePr>
          <p:nvPr>
            <p:extLst/>
          </p:nvPr>
        </p:nvGraphicFramePr>
        <p:xfrm>
          <a:off x="1447191" y="379561"/>
          <a:ext cx="288925" cy="303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38" name="AxMath" r:id="rId108" imgW="218880" imgH="230400" progId="Equation.AxMath">
                  <p:embed/>
                </p:oleObj>
              </mc:Choice>
              <mc:Fallback>
                <p:oleObj name="AxMath" r:id="rId108" imgW="218880" imgH="230400" progId="Equation.AxMath">
                  <p:embed/>
                  <p:pic>
                    <p:nvPicPr>
                      <p:cNvPr id="264" name="对象 263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447191" y="379561"/>
                        <a:ext cx="288925" cy="3032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5" name="矩形 264"/>
          <p:cNvSpPr/>
          <p:nvPr/>
        </p:nvSpPr>
        <p:spPr>
          <a:xfrm>
            <a:off x="2338182" y="927705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66" name="对象 265"/>
          <p:cNvGraphicFramePr>
            <a:graphicFrameLocks noChangeAspect="1"/>
          </p:cNvGraphicFramePr>
          <p:nvPr>
            <p:extLst/>
          </p:nvPr>
        </p:nvGraphicFramePr>
        <p:xfrm>
          <a:off x="2836253" y="990748"/>
          <a:ext cx="287338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39" name="AxMath" r:id="rId109" imgW="217080" imgH="230400" progId="Equation.AxMath">
                  <p:embed/>
                </p:oleObj>
              </mc:Choice>
              <mc:Fallback>
                <p:oleObj name="AxMath" r:id="rId109" imgW="217080" imgH="230400" progId="Equation.AxMath">
                  <p:embed/>
                  <p:pic>
                    <p:nvPicPr>
                      <p:cNvPr id="266" name="对象 265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836253" y="990748"/>
                        <a:ext cx="287338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7" name="矩形 266"/>
          <p:cNvSpPr/>
          <p:nvPr/>
        </p:nvSpPr>
        <p:spPr>
          <a:xfrm>
            <a:off x="3733162" y="1539552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68" name="对象 267"/>
          <p:cNvGraphicFramePr>
            <a:graphicFrameLocks noChangeAspect="1"/>
          </p:cNvGraphicFramePr>
          <p:nvPr>
            <p:extLst/>
          </p:nvPr>
        </p:nvGraphicFramePr>
        <p:xfrm>
          <a:off x="4225316" y="1603523"/>
          <a:ext cx="296862" cy="303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40" name="AxMath" r:id="rId110" imgW="225360" imgH="230400" progId="Equation.AxMath">
                  <p:embed/>
                </p:oleObj>
              </mc:Choice>
              <mc:Fallback>
                <p:oleObj name="AxMath" r:id="rId110" imgW="225360" imgH="230400" progId="Equation.AxMath">
                  <p:embed/>
                  <p:pic>
                    <p:nvPicPr>
                      <p:cNvPr id="268" name="对象 267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225316" y="1603523"/>
                        <a:ext cx="296862" cy="3032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9" name="矩形 268"/>
          <p:cNvSpPr/>
          <p:nvPr/>
        </p:nvSpPr>
        <p:spPr>
          <a:xfrm>
            <a:off x="5674240" y="3172231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70" name="对象 269"/>
          <p:cNvGraphicFramePr>
            <a:graphicFrameLocks noChangeAspect="1"/>
          </p:cNvGraphicFramePr>
          <p:nvPr>
            <p:extLst/>
          </p:nvPr>
        </p:nvGraphicFramePr>
        <p:xfrm>
          <a:off x="6050825" y="3234486"/>
          <a:ext cx="511175" cy="303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41" name="AxMath" r:id="rId111" imgW="385200" imgH="230400" progId="Equation.AxMath">
                  <p:embed/>
                </p:oleObj>
              </mc:Choice>
              <mc:Fallback>
                <p:oleObj name="AxMath" r:id="rId111" imgW="385200" imgH="230400" progId="Equation.AxMath">
                  <p:embed/>
                  <p:pic>
                    <p:nvPicPr>
                      <p:cNvPr id="270" name="对象 269"/>
                      <p:cNvPicPr/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6050825" y="3234486"/>
                        <a:ext cx="511175" cy="3032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1" name="对象 270"/>
          <p:cNvGraphicFramePr>
            <a:graphicFrameLocks noChangeAspect="1"/>
          </p:cNvGraphicFramePr>
          <p:nvPr>
            <p:extLst/>
          </p:nvPr>
        </p:nvGraphicFramePr>
        <p:xfrm>
          <a:off x="2823553" y="366861"/>
          <a:ext cx="322263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42" name="AxMath" r:id="rId112" imgW="226080" imgH="230400" progId="Equation.AxMath">
                  <p:embed/>
                </p:oleObj>
              </mc:Choice>
              <mc:Fallback>
                <p:oleObj name="AxMath" r:id="rId112" imgW="226080" imgH="230400" progId="Equation.AxMath">
                  <p:embed/>
                  <p:pic>
                    <p:nvPicPr>
                      <p:cNvPr id="271" name="对象 270"/>
                      <p:cNvPicPr/>
                      <p:nvPr/>
                    </p:nvPicPr>
                    <p:blipFill>
                      <a:blip r:embed="rId113"/>
                      <a:stretch>
                        <a:fillRect/>
                      </a:stretch>
                    </p:blipFill>
                    <p:spPr>
                      <a:xfrm>
                        <a:off x="2823553" y="366861"/>
                        <a:ext cx="322263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2" name="矩形 271"/>
          <p:cNvSpPr/>
          <p:nvPr/>
        </p:nvSpPr>
        <p:spPr>
          <a:xfrm>
            <a:off x="3733162" y="315857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73" name="对象 272"/>
          <p:cNvGraphicFramePr>
            <a:graphicFrameLocks noChangeAspect="1"/>
          </p:cNvGraphicFramePr>
          <p:nvPr>
            <p:extLst/>
          </p:nvPr>
        </p:nvGraphicFramePr>
        <p:xfrm>
          <a:off x="4217378" y="366861"/>
          <a:ext cx="325438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43" name="AxMath" r:id="rId114" imgW="227520" imgH="230400" progId="Equation.AxMath">
                  <p:embed/>
                </p:oleObj>
              </mc:Choice>
              <mc:Fallback>
                <p:oleObj name="AxMath" r:id="rId114" imgW="227520" imgH="230400" progId="Equation.AxMath">
                  <p:embed/>
                  <p:pic>
                    <p:nvPicPr>
                      <p:cNvPr id="273" name="对象 272"/>
                      <p:cNvPicPr/>
                      <p:nvPr/>
                    </p:nvPicPr>
                    <p:blipFill>
                      <a:blip r:embed="rId115"/>
                      <a:stretch>
                        <a:fillRect/>
                      </a:stretch>
                    </p:blipFill>
                    <p:spPr>
                      <a:xfrm>
                        <a:off x="4217378" y="366861"/>
                        <a:ext cx="325438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4" name="矩形 273"/>
          <p:cNvSpPr/>
          <p:nvPr/>
        </p:nvSpPr>
        <p:spPr>
          <a:xfrm>
            <a:off x="5674356" y="320562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75" name="对象 274"/>
          <p:cNvGraphicFramePr>
            <a:graphicFrameLocks noChangeAspect="1"/>
          </p:cNvGraphicFramePr>
          <p:nvPr>
            <p:extLst/>
          </p:nvPr>
        </p:nvGraphicFramePr>
        <p:xfrm>
          <a:off x="5768366" y="371623"/>
          <a:ext cx="1108075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44" name="AxMath" r:id="rId116" imgW="773640" imgH="230400" progId="Equation.AxMath">
                  <p:embed/>
                </p:oleObj>
              </mc:Choice>
              <mc:Fallback>
                <p:oleObj name="AxMath" r:id="rId116" imgW="773640" imgH="230400" progId="Equation.AxMath">
                  <p:embed/>
                  <p:pic>
                    <p:nvPicPr>
                      <p:cNvPr id="275" name="对象 274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5768366" y="371623"/>
                        <a:ext cx="1108075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" name="矩形 275"/>
          <p:cNvSpPr/>
          <p:nvPr/>
        </p:nvSpPr>
        <p:spPr>
          <a:xfrm>
            <a:off x="5679781" y="927705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77" name="对象 276"/>
          <p:cNvGraphicFramePr>
            <a:graphicFrameLocks noChangeAspect="1"/>
          </p:cNvGraphicFramePr>
          <p:nvPr>
            <p:extLst/>
          </p:nvPr>
        </p:nvGraphicFramePr>
        <p:xfrm>
          <a:off x="6165241" y="978048"/>
          <a:ext cx="32385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45" name="AxMath" r:id="rId117" imgW="225360" imgH="230400" progId="Equation.AxMath">
                  <p:embed/>
                </p:oleObj>
              </mc:Choice>
              <mc:Fallback>
                <p:oleObj name="AxMath" r:id="rId117" imgW="225360" imgH="230400" progId="Equation.AxMath">
                  <p:embed/>
                  <p:pic>
                    <p:nvPicPr>
                      <p:cNvPr id="277" name="对象 276"/>
                      <p:cNvPicPr/>
                      <p:nvPr/>
                    </p:nvPicPr>
                    <p:blipFill>
                      <a:blip r:embed="rId118"/>
                      <a:stretch>
                        <a:fillRect/>
                      </a:stretch>
                    </p:blipFill>
                    <p:spPr>
                      <a:xfrm>
                        <a:off x="6165241" y="978048"/>
                        <a:ext cx="32385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8" name="矩形 277"/>
          <p:cNvSpPr/>
          <p:nvPr/>
        </p:nvSpPr>
        <p:spPr>
          <a:xfrm>
            <a:off x="5674356" y="1534848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79" name="对象 278"/>
          <p:cNvGraphicFramePr>
            <a:graphicFrameLocks noChangeAspect="1"/>
          </p:cNvGraphicFramePr>
          <p:nvPr>
            <p:extLst/>
          </p:nvPr>
        </p:nvGraphicFramePr>
        <p:xfrm>
          <a:off x="6155716" y="1586061"/>
          <a:ext cx="331787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46" name="AxMath" r:id="rId119" imgW="232200" imgH="230400" progId="Equation.AxMath">
                  <p:embed/>
                </p:oleObj>
              </mc:Choice>
              <mc:Fallback>
                <p:oleObj name="AxMath" r:id="rId119" imgW="232200" imgH="230400" progId="Equation.AxMath">
                  <p:embed/>
                  <p:pic>
                    <p:nvPicPr>
                      <p:cNvPr id="279" name="对象 278"/>
                      <p:cNvPicPr/>
                      <p:nvPr/>
                    </p:nvPicPr>
                    <p:blipFill>
                      <a:blip r:embed="rId120"/>
                      <a:stretch>
                        <a:fillRect/>
                      </a:stretch>
                    </p:blipFill>
                    <p:spPr>
                      <a:xfrm>
                        <a:off x="6155716" y="1586061"/>
                        <a:ext cx="331787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0" name="矩形 279"/>
          <p:cNvSpPr/>
          <p:nvPr/>
        </p:nvSpPr>
        <p:spPr>
          <a:xfrm>
            <a:off x="3726407" y="927705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81" name="对象 280"/>
          <p:cNvGraphicFramePr>
            <a:graphicFrameLocks noChangeAspect="1"/>
          </p:cNvGraphicFramePr>
          <p:nvPr>
            <p:extLst/>
          </p:nvPr>
        </p:nvGraphicFramePr>
        <p:xfrm>
          <a:off x="4217378" y="978048"/>
          <a:ext cx="314325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47" name="AxMath" r:id="rId121" imgW="218520" imgH="230400" progId="Equation.AxMath">
                  <p:embed/>
                </p:oleObj>
              </mc:Choice>
              <mc:Fallback>
                <p:oleObj name="AxMath" r:id="rId121" imgW="218520" imgH="230400" progId="Equation.AxMath">
                  <p:embed/>
                  <p:pic>
                    <p:nvPicPr>
                      <p:cNvPr id="281" name="对象 280"/>
                      <p:cNvPicPr/>
                      <p:nvPr/>
                    </p:nvPicPr>
                    <p:blipFill>
                      <a:blip r:embed="rId122"/>
                      <a:stretch>
                        <a:fillRect/>
                      </a:stretch>
                    </p:blipFill>
                    <p:spPr>
                      <a:xfrm>
                        <a:off x="4217378" y="978048"/>
                        <a:ext cx="314325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2" name="矩形 281"/>
          <p:cNvSpPr/>
          <p:nvPr/>
        </p:nvSpPr>
        <p:spPr>
          <a:xfrm>
            <a:off x="949726" y="924299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83" name="对象 282"/>
          <p:cNvGraphicFramePr>
            <a:graphicFrameLocks noChangeAspect="1"/>
          </p:cNvGraphicFramePr>
          <p:nvPr>
            <p:extLst/>
          </p:nvPr>
        </p:nvGraphicFramePr>
        <p:xfrm>
          <a:off x="1177316" y="974873"/>
          <a:ext cx="8382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48" name="AxMath" r:id="rId123" imgW="583200" imgH="230400" progId="Equation.AxMath">
                  <p:embed/>
                </p:oleObj>
              </mc:Choice>
              <mc:Fallback>
                <p:oleObj name="AxMath" r:id="rId123" imgW="583200" imgH="230400" progId="Equation.AxMath">
                  <p:embed/>
                  <p:pic>
                    <p:nvPicPr>
                      <p:cNvPr id="283" name="对象 282"/>
                      <p:cNvPicPr/>
                      <p:nvPr/>
                    </p:nvPicPr>
                    <p:blipFill>
                      <a:blip r:embed="rId124"/>
                      <a:stretch>
                        <a:fillRect/>
                      </a:stretch>
                    </p:blipFill>
                    <p:spPr>
                      <a:xfrm>
                        <a:off x="1177316" y="974873"/>
                        <a:ext cx="8382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4" name="矩形 283"/>
          <p:cNvSpPr/>
          <p:nvPr/>
        </p:nvSpPr>
        <p:spPr>
          <a:xfrm>
            <a:off x="2341069" y="1534848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85" name="对象 284"/>
          <p:cNvGraphicFramePr>
            <a:graphicFrameLocks noChangeAspect="1"/>
          </p:cNvGraphicFramePr>
          <p:nvPr>
            <p:extLst/>
          </p:nvPr>
        </p:nvGraphicFramePr>
        <p:xfrm>
          <a:off x="2561616" y="1586061"/>
          <a:ext cx="852487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49" name="AxMath" r:id="rId125" imgW="595080" imgH="230400" progId="Equation.AxMath">
                  <p:embed/>
                </p:oleObj>
              </mc:Choice>
              <mc:Fallback>
                <p:oleObj name="AxMath" r:id="rId125" imgW="595080" imgH="230400" progId="Equation.AxMath">
                  <p:embed/>
                  <p:pic>
                    <p:nvPicPr>
                      <p:cNvPr id="285" name="对象 284"/>
                      <p:cNvPicPr/>
                      <p:nvPr/>
                    </p:nvPicPr>
                    <p:blipFill>
                      <a:blip r:embed="rId126"/>
                      <a:stretch>
                        <a:fillRect/>
                      </a:stretch>
                    </p:blipFill>
                    <p:spPr>
                      <a:xfrm>
                        <a:off x="2561616" y="1586061"/>
                        <a:ext cx="852487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" name="矩形 285"/>
          <p:cNvSpPr/>
          <p:nvPr/>
        </p:nvSpPr>
        <p:spPr>
          <a:xfrm>
            <a:off x="949726" y="1534848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87" name="对象 286"/>
          <p:cNvGraphicFramePr>
            <a:graphicFrameLocks noChangeAspect="1"/>
          </p:cNvGraphicFramePr>
          <p:nvPr>
            <p:extLst/>
          </p:nvPr>
        </p:nvGraphicFramePr>
        <p:xfrm>
          <a:off x="1431316" y="1586061"/>
          <a:ext cx="333375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50" name="AxMath" r:id="rId127" imgW="234000" imgH="230400" progId="Equation.AxMath">
                  <p:embed/>
                </p:oleObj>
              </mc:Choice>
              <mc:Fallback>
                <p:oleObj name="AxMath" r:id="rId127" imgW="234000" imgH="230400" progId="Equation.AxMath">
                  <p:embed/>
                  <p:pic>
                    <p:nvPicPr>
                      <p:cNvPr id="287" name="对象 286"/>
                      <p:cNvPicPr/>
                      <p:nvPr/>
                    </p:nvPicPr>
                    <p:blipFill>
                      <a:blip r:embed="rId128"/>
                      <a:stretch>
                        <a:fillRect/>
                      </a:stretch>
                    </p:blipFill>
                    <p:spPr>
                      <a:xfrm>
                        <a:off x="1431316" y="1586061"/>
                        <a:ext cx="333375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8" name="矩形 287"/>
          <p:cNvSpPr/>
          <p:nvPr/>
        </p:nvSpPr>
        <p:spPr>
          <a:xfrm>
            <a:off x="3739150" y="3176113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89" name="对象 288"/>
          <p:cNvGraphicFramePr>
            <a:graphicFrameLocks noChangeAspect="1"/>
          </p:cNvGraphicFramePr>
          <p:nvPr>
            <p:extLst/>
          </p:nvPr>
        </p:nvGraphicFramePr>
        <p:xfrm>
          <a:off x="4115662" y="3226549"/>
          <a:ext cx="541338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51" name="AxMath" r:id="rId129" imgW="378360" imgH="230400" progId="Equation.AxMath">
                  <p:embed/>
                </p:oleObj>
              </mc:Choice>
              <mc:Fallback>
                <p:oleObj name="AxMath" r:id="rId129" imgW="378360" imgH="230400" progId="Equation.AxMath">
                  <p:embed/>
                  <p:pic>
                    <p:nvPicPr>
                      <p:cNvPr id="289" name="对象 288"/>
                      <p:cNvPicPr/>
                      <p:nvPr/>
                    </p:nvPicPr>
                    <p:blipFill>
                      <a:blip r:embed="rId130"/>
                      <a:stretch>
                        <a:fillRect/>
                      </a:stretch>
                    </p:blipFill>
                    <p:spPr>
                      <a:xfrm>
                        <a:off x="4115662" y="3226549"/>
                        <a:ext cx="541338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0" name="矩形 289"/>
          <p:cNvSpPr/>
          <p:nvPr/>
        </p:nvSpPr>
        <p:spPr>
          <a:xfrm>
            <a:off x="2332426" y="3172231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91" name="对象 290"/>
          <p:cNvGraphicFramePr>
            <a:graphicFrameLocks noChangeAspect="1"/>
          </p:cNvGraphicFramePr>
          <p:nvPr>
            <p:extLst/>
          </p:nvPr>
        </p:nvGraphicFramePr>
        <p:xfrm>
          <a:off x="2710725" y="3223374"/>
          <a:ext cx="538162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52" name="AxMath" r:id="rId131" imgW="376560" imgH="230400" progId="Equation.AxMath">
                  <p:embed/>
                </p:oleObj>
              </mc:Choice>
              <mc:Fallback>
                <p:oleObj name="AxMath" r:id="rId131" imgW="376560" imgH="230400" progId="Equation.AxMath">
                  <p:embed/>
                  <p:pic>
                    <p:nvPicPr>
                      <p:cNvPr id="291" name="对象 290"/>
                      <p:cNvPicPr/>
                      <p:nvPr/>
                    </p:nvPicPr>
                    <p:blipFill>
                      <a:blip r:embed="rId132"/>
                      <a:stretch>
                        <a:fillRect/>
                      </a:stretch>
                    </p:blipFill>
                    <p:spPr>
                      <a:xfrm>
                        <a:off x="2710725" y="3223374"/>
                        <a:ext cx="538162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2" name="矩形 291"/>
          <p:cNvSpPr/>
          <p:nvPr/>
        </p:nvSpPr>
        <p:spPr>
          <a:xfrm>
            <a:off x="947021" y="3176113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93" name="对象 292"/>
          <p:cNvGraphicFramePr>
            <a:graphicFrameLocks noChangeAspect="1"/>
          </p:cNvGraphicFramePr>
          <p:nvPr>
            <p:extLst/>
          </p:nvPr>
        </p:nvGraphicFramePr>
        <p:xfrm>
          <a:off x="1329600" y="3226549"/>
          <a:ext cx="528637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53" name="AxMath" r:id="rId133" imgW="369720" imgH="230400" progId="Equation.AxMath">
                  <p:embed/>
                </p:oleObj>
              </mc:Choice>
              <mc:Fallback>
                <p:oleObj name="AxMath" r:id="rId133" imgW="369720" imgH="230400" progId="Equation.AxMath">
                  <p:embed/>
                  <p:pic>
                    <p:nvPicPr>
                      <p:cNvPr id="293" name="对象 292"/>
                      <p:cNvPicPr/>
                      <p:nvPr/>
                    </p:nvPicPr>
                    <p:blipFill>
                      <a:blip r:embed="rId134"/>
                      <a:stretch>
                        <a:fillRect/>
                      </a:stretch>
                    </p:blipFill>
                    <p:spPr>
                      <a:xfrm>
                        <a:off x="1329600" y="3226549"/>
                        <a:ext cx="528637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4" name="圆角矩形 293"/>
          <p:cNvSpPr/>
          <p:nvPr/>
        </p:nvSpPr>
        <p:spPr>
          <a:xfrm>
            <a:off x="-346944" y="2597469"/>
            <a:ext cx="1138843" cy="432262"/>
          </a:xfrm>
          <a:prstGeom prst="roundRect">
            <a:avLst/>
          </a:prstGeom>
          <a:solidFill>
            <a:srgbClr val="BDD7EE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n-2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5" name="矩形 294"/>
          <p:cNvSpPr/>
          <p:nvPr/>
        </p:nvSpPr>
        <p:spPr>
          <a:xfrm>
            <a:off x="5674240" y="2593586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96" name="对象 295"/>
          <p:cNvGraphicFramePr>
            <a:graphicFrameLocks noChangeAspect="1"/>
          </p:cNvGraphicFramePr>
          <p:nvPr>
            <p:extLst/>
          </p:nvPr>
        </p:nvGraphicFramePr>
        <p:xfrm>
          <a:off x="6047766" y="2656036"/>
          <a:ext cx="519112" cy="303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54" name="AxMath" r:id="rId135" imgW="392040" imgH="230400" progId="Equation.AxMath">
                  <p:embed/>
                </p:oleObj>
              </mc:Choice>
              <mc:Fallback>
                <p:oleObj name="AxMath" r:id="rId135" imgW="392040" imgH="230400" progId="Equation.AxMath">
                  <p:embed/>
                  <p:pic>
                    <p:nvPicPr>
                      <p:cNvPr id="296" name="对象 295"/>
                      <p:cNvPicPr/>
                      <p:nvPr/>
                    </p:nvPicPr>
                    <p:blipFill>
                      <a:blip r:embed="rId136"/>
                      <a:stretch>
                        <a:fillRect/>
                      </a:stretch>
                    </p:blipFill>
                    <p:spPr>
                      <a:xfrm>
                        <a:off x="6047766" y="2656036"/>
                        <a:ext cx="519112" cy="3032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" name="矩形 296"/>
          <p:cNvSpPr/>
          <p:nvPr/>
        </p:nvSpPr>
        <p:spPr>
          <a:xfrm>
            <a:off x="3739150" y="2597468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98" name="对象 297"/>
          <p:cNvGraphicFramePr>
            <a:graphicFrameLocks noChangeAspect="1"/>
          </p:cNvGraphicFramePr>
          <p:nvPr>
            <p:extLst/>
          </p:nvPr>
        </p:nvGraphicFramePr>
        <p:xfrm>
          <a:off x="4111016" y="2648098"/>
          <a:ext cx="55245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55" name="AxMath" r:id="rId137" imgW="385200" imgH="230400" progId="Equation.AxMath">
                  <p:embed/>
                </p:oleObj>
              </mc:Choice>
              <mc:Fallback>
                <p:oleObj name="AxMath" r:id="rId137" imgW="385200" imgH="230400" progId="Equation.AxMath">
                  <p:embed/>
                  <p:pic>
                    <p:nvPicPr>
                      <p:cNvPr id="298" name="对象 297"/>
                      <p:cNvPicPr/>
                      <p:nvPr/>
                    </p:nvPicPr>
                    <p:blipFill>
                      <a:blip r:embed="rId138"/>
                      <a:stretch>
                        <a:fillRect/>
                      </a:stretch>
                    </p:blipFill>
                    <p:spPr>
                      <a:xfrm>
                        <a:off x="4111016" y="2648098"/>
                        <a:ext cx="55245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9" name="矩形 298"/>
          <p:cNvSpPr/>
          <p:nvPr/>
        </p:nvSpPr>
        <p:spPr>
          <a:xfrm>
            <a:off x="2332426" y="2593586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300" name="对象 299"/>
          <p:cNvGraphicFramePr>
            <a:graphicFrameLocks noChangeAspect="1"/>
          </p:cNvGraphicFramePr>
          <p:nvPr>
            <p:extLst/>
          </p:nvPr>
        </p:nvGraphicFramePr>
        <p:xfrm>
          <a:off x="2706078" y="2644923"/>
          <a:ext cx="549275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56" name="AxMath" r:id="rId139" imgW="383760" imgH="230400" progId="Equation.AxMath">
                  <p:embed/>
                </p:oleObj>
              </mc:Choice>
              <mc:Fallback>
                <p:oleObj name="AxMath" r:id="rId139" imgW="383760" imgH="230400" progId="Equation.AxMath">
                  <p:embed/>
                  <p:pic>
                    <p:nvPicPr>
                      <p:cNvPr id="300" name="对象 299"/>
                      <p:cNvPicPr/>
                      <p:nvPr/>
                    </p:nvPicPr>
                    <p:blipFill>
                      <a:blip r:embed="rId140"/>
                      <a:stretch>
                        <a:fillRect/>
                      </a:stretch>
                    </p:blipFill>
                    <p:spPr>
                      <a:xfrm>
                        <a:off x="2706078" y="2644923"/>
                        <a:ext cx="549275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1" name="矩形 300"/>
          <p:cNvSpPr/>
          <p:nvPr/>
        </p:nvSpPr>
        <p:spPr>
          <a:xfrm>
            <a:off x="947021" y="2597468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302" name="对象 301"/>
          <p:cNvGraphicFramePr>
            <a:graphicFrameLocks noChangeAspect="1"/>
          </p:cNvGraphicFramePr>
          <p:nvPr>
            <p:extLst/>
          </p:nvPr>
        </p:nvGraphicFramePr>
        <p:xfrm>
          <a:off x="1324953" y="2648098"/>
          <a:ext cx="538163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57" name="AxMath" r:id="rId141" imgW="376560" imgH="230400" progId="Equation.AxMath">
                  <p:embed/>
                </p:oleObj>
              </mc:Choice>
              <mc:Fallback>
                <p:oleObj name="AxMath" r:id="rId141" imgW="376560" imgH="230400" progId="Equation.AxMath">
                  <p:embed/>
                  <p:pic>
                    <p:nvPicPr>
                      <p:cNvPr id="302" name="对象 301"/>
                      <p:cNvPicPr/>
                      <p:nvPr/>
                    </p:nvPicPr>
                    <p:blipFill>
                      <a:blip r:embed="rId142"/>
                      <a:stretch>
                        <a:fillRect/>
                      </a:stretch>
                    </p:blipFill>
                    <p:spPr>
                      <a:xfrm>
                        <a:off x="1324953" y="2648098"/>
                        <a:ext cx="538163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" name="直接连接符 5"/>
          <p:cNvCxnSpPr/>
          <p:nvPr/>
        </p:nvCxnSpPr>
        <p:spPr>
          <a:xfrm>
            <a:off x="6696474" y="3848332"/>
            <a:ext cx="615258" cy="1492"/>
          </a:xfrm>
          <a:prstGeom prst="line">
            <a:avLst/>
          </a:prstGeom>
          <a:ln w="28575" cap="sq">
            <a:solidFill>
              <a:schemeClr val="tx1"/>
            </a:solidFill>
            <a:miter lim="800000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78185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圆角矩形 243"/>
          <p:cNvSpPr/>
          <p:nvPr/>
        </p:nvSpPr>
        <p:spPr>
          <a:xfrm>
            <a:off x="2414238" y="214258"/>
            <a:ext cx="1126057" cy="432262"/>
          </a:xfrm>
          <a:prstGeom prst="roundRect">
            <a:avLst/>
          </a:prstGeom>
          <a:solidFill>
            <a:srgbClr val="BDD7EE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0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5" name="矩形 244"/>
          <p:cNvSpPr/>
          <p:nvPr/>
        </p:nvSpPr>
        <p:spPr>
          <a:xfrm>
            <a:off x="3698237" y="214258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46" name="矩形 245"/>
          <p:cNvSpPr/>
          <p:nvPr/>
        </p:nvSpPr>
        <p:spPr>
          <a:xfrm>
            <a:off x="5086462" y="214258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47" name="对象 24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3611678"/>
              </p:ext>
            </p:extLst>
          </p:nvPr>
        </p:nvGraphicFramePr>
        <p:xfrm>
          <a:off x="7873303" y="66136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38" name="AxMath" r:id="rId3" imgW="151920" imgH="226800" progId="Equation.AxMath">
                  <p:embed/>
                </p:oleObj>
              </mc:Choice>
              <mc:Fallback>
                <p:oleObj name="AxMath" r:id="rId3" imgW="151920" imgH="226800" progId="Equation.AxMath">
                  <p:embed/>
                  <p:pic>
                    <p:nvPicPr>
                      <p:cNvPr id="247" name="对象 24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873303" y="66136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8" name="圆角矩形 247"/>
          <p:cNvSpPr/>
          <p:nvPr/>
        </p:nvSpPr>
        <p:spPr>
          <a:xfrm>
            <a:off x="2401336" y="826106"/>
            <a:ext cx="1138959" cy="432262"/>
          </a:xfrm>
          <a:prstGeom prst="roundRect">
            <a:avLst/>
          </a:prstGeom>
          <a:solidFill>
            <a:srgbClr val="BDD7EE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49" name="对象 2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8030247"/>
              </p:ext>
            </p:extLst>
          </p:nvPr>
        </p:nvGraphicFramePr>
        <p:xfrm>
          <a:off x="7873303" y="677984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39" name="AxMath" r:id="rId5" imgW="151920" imgH="226800" progId="Equation.AxMath">
                  <p:embed/>
                </p:oleObj>
              </mc:Choice>
              <mc:Fallback>
                <p:oleObj name="AxMath" r:id="rId5" imgW="151920" imgH="226800" progId="Equation.AxMath">
                  <p:embed/>
                  <p:pic>
                    <p:nvPicPr>
                      <p:cNvPr id="249" name="对象 24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873303" y="677984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0" name="圆角矩形 249"/>
          <p:cNvSpPr/>
          <p:nvPr/>
        </p:nvSpPr>
        <p:spPr>
          <a:xfrm>
            <a:off x="2401336" y="1437953"/>
            <a:ext cx="1138959" cy="432262"/>
          </a:xfrm>
          <a:prstGeom prst="roundRect">
            <a:avLst/>
          </a:prstGeom>
          <a:solidFill>
            <a:srgbClr val="BDD7EE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51" name="对象 25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4861302"/>
              </p:ext>
            </p:extLst>
          </p:nvPr>
        </p:nvGraphicFramePr>
        <p:xfrm>
          <a:off x="7873303" y="1289831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40" name="AxMath" r:id="rId6" imgW="151920" imgH="226800" progId="Equation.AxMath">
                  <p:embed/>
                </p:oleObj>
              </mc:Choice>
              <mc:Fallback>
                <p:oleObj name="AxMath" r:id="rId6" imgW="151920" imgH="226800" progId="Equation.AxMath">
                  <p:embed/>
                  <p:pic>
                    <p:nvPicPr>
                      <p:cNvPr id="251" name="对象 25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873303" y="1289831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2" name="圆角矩形 251"/>
          <p:cNvSpPr/>
          <p:nvPr/>
        </p:nvSpPr>
        <p:spPr>
          <a:xfrm>
            <a:off x="2401336" y="3074514"/>
            <a:ext cx="1138843" cy="432262"/>
          </a:xfrm>
          <a:prstGeom prst="roundRect">
            <a:avLst/>
          </a:prstGeom>
          <a:solidFill>
            <a:srgbClr val="BDD7EE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n-1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53" name="对象 25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3554477"/>
              </p:ext>
            </p:extLst>
          </p:nvPr>
        </p:nvGraphicFramePr>
        <p:xfrm>
          <a:off x="7873187" y="2926392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41" name="AxMath" r:id="rId7" imgW="151920" imgH="226800" progId="Equation.AxMath">
                  <p:embed/>
                </p:oleObj>
              </mc:Choice>
              <mc:Fallback>
                <p:oleObj name="AxMath" r:id="rId7" imgW="151920" imgH="226800" progId="Equation.AxMath">
                  <p:embed/>
                  <p:pic>
                    <p:nvPicPr>
                      <p:cNvPr id="253" name="对象 25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873187" y="2926392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4" name="对象 25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967791"/>
              </p:ext>
            </p:extLst>
          </p:nvPr>
        </p:nvGraphicFramePr>
        <p:xfrm>
          <a:off x="5464691" y="1835759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42" name="AxMath" r:id="rId8" imgW="151920" imgH="226800" progId="Equation.AxMath">
                  <p:embed/>
                </p:oleObj>
              </mc:Choice>
              <mc:Fallback>
                <p:oleObj name="AxMath" r:id="rId8" imgW="151920" imgH="226800" progId="Equation.AxMath">
                  <p:embed/>
                  <p:pic>
                    <p:nvPicPr>
                      <p:cNvPr id="254" name="对象 253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464691" y="1835759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5" name="对象 25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7800795"/>
              </p:ext>
            </p:extLst>
          </p:nvPr>
        </p:nvGraphicFramePr>
        <p:xfrm>
          <a:off x="4086857" y="1840410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43" name="AxMath" r:id="rId10" imgW="151920" imgH="226800" progId="Equation.AxMath">
                  <p:embed/>
                </p:oleObj>
              </mc:Choice>
              <mc:Fallback>
                <p:oleObj name="AxMath" r:id="rId10" imgW="151920" imgH="226800" progId="Equation.AxMath">
                  <p:embed/>
                  <p:pic>
                    <p:nvPicPr>
                      <p:cNvPr id="255" name="对象 254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086857" y="1840410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" name="对象 25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4284702"/>
              </p:ext>
            </p:extLst>
          </p:nvPr>
        </p:nvGraphicFramePr>
        <p:xfrm>
          <a:off x="6856033" y="1835759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44" name="AxMath" r:id="rId11" imgW="151920" imgH="226800" progId="Equation.AxMath">
                  <p:embed/>
                </p:oleObj>
              </mc:Choice>
              <mc:Fallback>
                <p:oleObj name="AxMath" r:id="rId11" imgW="151920" imgH="226800" progId="Equation.AxMath">
                  <p:embed/>
                  <p:pic>
                    <p:nvPicPr>
                      <p:cNvPr id="256" name="对象 255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856033" y="1835759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7" name="对象 25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9198044"/>
              </p:ext>
            </p:extLst>
          </p:nvPr>
        </p:nvGraphicFramePr>
        <p:xfrm>
          <a:off x="8872908" y="1840435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45" name="AxMath" r:id="rId12" imgW="151920" imgH="226800" progId="Equation.AxMath">
                  <p:embed/>
                </p:oleObj>
              </mc:Choice>
              <mc:Fallback>
                <p:oleObj name="AxMath" r:id="rId12" imgW="151920" imgH="226800" progId="Equation.AxMath">
                  <p:embed/>
                  <p:pic>
                    <p:nvPicPr>
                      <p:cNvPr id="257" name="对象 256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872908" y="1840435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5" name="矩形 264"/>
          <p:cNvSpPr/>
          <p:nvPr/>
        </p:nvSpPr>
        <p:spPr>
          <a:xfrm>
            <a:off x="5086462" y="826105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67" name="矩形 266"/>
          <p:cNvSpPr/>
          <p:nvPr/>
        </p:nvSpPr>
        <p:spPr>
          <a:xfrm>
            <a:off x="6481442" y="1437952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69" name="矩形 268"/>
          <p:cNvSpPr/>
          <p:nvPr/>
        </p:nvSpPr>
        <p:spPr>
          <a:xfrm>
            <a:off x="8422520" y="3070631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72" name="矩形 271"/>
          <p:cNvSpPr/>
          <p:nvPr/>
        </p:nvSpPr>
        <p:spPr>
          <a:xfrm>
            <a:off x="6481442" y="214257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74" name="矩形 273"/>
          <p:cNvSpPr/>
          <p:nvPr/>
        </p:nvSpPr>
        <p:spPr>
          <a:xfrm>
            <a:off x="8422636" y="218962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76" name="矩形 275"/>
          <p:cNvSpPr/>
          <p:nvPr/>
        </p:nvSpPr>
        <p:spPr>
          <a:xfrm>
            <a:off x="8428061" y="826105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78" name="矩形 277"/>
          <p:cNvSpPr/>
          <p:nvPr/>
        </p:nvSpPr>
        <p:spPr>
          <a:xfrm>
            <a:off x="8422636" y="1433248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80" name="矩形 279"/>
          <p:cNvSpPr/>
          <p:nvPr/>
        </p:nvSpPr>
        <p:spPr>
          <a:xfrm>
            <a:off x="6474687" y="826105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82" name="矩形 281"/>
          <p:cNvSpPr/>
          <p:nvPr/>
        </p:nvSpPr>
        <p:spPr>
          <a:xfrm>
            <a:off x="3698006" y="822699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84" name="矩形 283"/>
          <p:cNvSpPr/>
          <p:nvPr/>
        </p:nvSpPr>
        <p:spPr>
          <a:xfrm>
            <a:off x="5089349" y="1433248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86" name="矩形 285"/>
          <p:cNvSpPr/>
          <p:nvPr/>
        </p:nvSpPr>
        <p:spPr>
          <a:xfrm>
            <a:off x="3698006" y="1433248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88" name="矩形 287"/>
          <p:cNvSpPr/>
          <p:nvPr/>
        </p:nvSpPr>
        <p:spPr>
          <a:xfrm>
            <a:off x="6487430" y="3074513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90" name="矩形 289"/>
          <p:cNvSpPr/>
          <p:nvPr/>
        </p:nvSpPr>
        <p:spPr>
          <a:xfrm>
            <a:off x="5080706" y="3070631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92" name="矩形 291"/>
          <p:cNvSpPr/>
          <p:nvPr/>
        </p:nvSpPr>
        <p:spPr>
          <a:xfrm>
            <a:off x="3695301" y="3074513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94" name="圆角矩形 293"/>
          <p:cNvSpPr/>
          <p:nvPr/>
        </p:nvSpPr>
        <p:spPr>
          <a:xfrm>
            <a:off x="2401336" y="2495869"/>
            <a:ext cx="1138843" cy="432262"/>
          </a:xfrm>
          <a:prstGeom prst="roundRect">
            <a:avLst/>
          </a:prstGeom>
          <a:solidFill>
            <a:srgbClr val="BDD7EE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n-2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5" name="矩形 294"/>
          <p:cNvSpPr/>
          <p:nvPr/>
        </p:nvSpPr>
        <p:spPr>
          <a:xfrm>
            <a:off x="8422520" y="2491986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97" name="矩形 296"/>
          <p:cNvSpPr/>
          <p:nvPr/>
        </p:nvSpPr>
        <p:spPr>
          <a:xfrm>
            <a:off x="6487430" y="2495868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99" name="矩形 298"/>
          <p:cNvSpPr/>
          <p:nvPr/>
        </p:nvSpPr>
        <p:spPr>
          <a:xfrm>
            <a:off x="5080706" y="2491986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01" name="矩形 300"/>
          <p:cNvSpPr/>
          <p:nvPr/>
        </p:nvSpPr>
        <p:spPr>
          <a:xfrm>
            <a:off x="3695301" y="2495868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41" name="对象 2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7052299"/>
              </p:ext>
            </p:extLst>
          </p:nvPr>
        </p:nvGraphicFramePr>
        <p:xfrm>
          <a:off x="4174111" y="288038"/>
          <a:ext cx="288925" cy="303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46" name="AxMath" r:id="rId13" imgW="218880" imgH="230400" progId="Equation.AxMath">
                  <p:embed/>
                </p:oleObj>
              </mc:Choice>
              <mc:Fallback>
                <p:oleObj name="AxMath" r:id="rId13" imgW="218880" imgH="230400" progId="Equation.AxMath">
                  <p:embed/>
                  <p:pic>
                    <p:nvPicPr>
                      <p:cNvPr id="264" name="对象 263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174111" y="288038"/>
                        <a:ext cx="288925" cy="3032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2" name="对象 2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1110228"/>
              </p:ext>
            </p:extLst>
          </p:nvPr>
        </p:nvGraphicFramePr>
        <p:xfrm>
          <a:off x="5543358" y="281154"/>
          <a:ext cx="322263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47" name="AxMath" r:id="rId15" imgW="226080" imgH="230400" progId="Equation.AxMath">
                  <p:embed/>
                </p:oleObj>
              </mc:Choice>
              <mc:Fallback>
                <p:oleObj name="AxMath" r:id="rId15" imgW="226080" imgH="230400" progId="Equation.AxMath">
                  <p:embed/>
                  <p:pic>
                    <p:nvPicPr>
                      <p:cNvPr id="271" name="对象 270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543358" y="281154"/>
                        <a:ext cx="322263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3" name="对象 2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6495133"/>
              </p:ext>
            </p:extLst>
          </p:nvPr>
        </p:nvGraphicFramePr>
        <p:xfrm>
          <a:off x="6933864" y="277828"/>
          <a:ext cx="325438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48" name="AxMath" r:id="rId17" imgW="227520" imgH="230400" progId="Equation.AxMath">
                  <p:embed/>
                </p:oleObj>
              </mc:Choice>
              <mc:Fallback>
                <p:oleObj name="AxMath" r:id="rId17" imgW="227520" imgH="230400" progId="Equation.AxMath">
                  <p:embed/>
                  <p:pic>
                    <p:nvPicPr>
                      <p:cNvPr id="273" name="对象 272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933864" y="277828"/>
                        <a:ext cx="325438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3" name="对象 30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9271159"/>
              </p:ext>
            </p:extLst>
          </p:nvPr>
        </p:nvGraphicFramePr>
        <p:xfrm>
          <a:off x="8932863" y="279400"/>
          <a:ext cx="344487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49" name="AxMath" r:id="rId19" imgW="239760" imgH="228960" progId="Equation.AxMath">
                  <p:embed/>
                </p:oleObj>
              </mc:Choice>
              <mc:Fallback>
                <p:oleObj name="AxMath" r:id="rId19" imgW="239760" imgH="228960" progId="Equation.AxMath">
                  <p:embed/>
                  <p:pic>
                    <p:nvPicPr>
                      <p:cNvPr id="243" name="对象 242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8932863" y="279400"/>
                        <a:ext cx="344487" cy="327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5" name="圆角矩形 304"/>
          <p:cNvSpPr/>
          <p:nvPr/>
        </p:nvSpPr>
        <p:spPr>
          <a:xfrm>
            <a:off x="2408250" y="4550445"/>
            <a:ext cx="1126057" cy="432262"/>
          </a:xfrm>
          <a:prstGeom prst="roundRect">
            <a:avLst/>
          </a:prstGeom>
          <a:solidFill>
            <a:srgbClr val="BDD7EE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0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6" name="矩形 305"/>
          <p:cNvSpPr/>
          <p:nvPr/>
        </p:nvSpPr>
        <p:spPr>
          <a:xfrm>
            <a:off x="3692249" y="4550445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07" name="矩形 306"/>
          <p:cNvSpPr/>
          <p:nvPr/>
        </p:nvSpPr>
        <p:spPr>
          <a:xfrm>
            <a:off x="5080474" y="4550445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308" name="对象 30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7418667"/>
              </p:ext>
            </p:extLst>
          </p:nvPr>
        </p:nvGraphicFramePr>
        <p:xfrm>
          <a:off x="7867315" y="4402323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50" name="AxMath" r:id="rId3" imgW="151920" imgH="226800" progId="Equation.AxMath">
                  <p:embed/>
                </p:oleObj>
              </mc:Choice>
              <mc:Fallback>
                <p:oleObj name="AxMath" r:id="rId3" imgW="151920" imgH="226800" progId="Equation.AxMath">
                  <p:embed/>
                  <p:pic>
                    <p:nvPicPr>
                      <p:cNvPr id="247" name="对象 24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867315" y="4402323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9" name="圆角矩形 308"/>
          <p:cNvSpPr/>
          <p:nvPr/>
        </p:nvSpPr>
        <p:spPr>
          <a:xfrm>
            <a:off x="2395348" y="5162293"/>
            <a:ext cx="1138959" cy="432262"/>
          </a:xfrm>
          <a:prstGeom prst="roundRect">
            <a:avLst/>
          </a:prstGeom>
          <a:solidFill>
            <a:srgbClr val="BDD7EE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10" name="对象 30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9573776"/>
              </p:ext>
            </p:extLst>
          </p:nvPr>
        </p:nvGraphicFramePr>
        <p:xfrm>
          <a:off x="7867315" y="5014171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51" name="AxMath" r:id="rId5" imgW="151920" imgH="226800" progId="Equation.AxMath">
                  <p:embed/>
                </p:oleObj>
              </mc:Choice>
              <mc:Fallback>
                <p:oleObj name="AxMath" r:id="rId5" imgW="151920" imgH="226800" progId="Equation.AxMath">
                  <p:embed/>
                  <p:pic>
                    <p:nvPicPr>
                      <p:cNvPr id="249" name="对象 24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867315" y="5014171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1" name="圆角矩形 310"/>
          <p:cNvSpPr/>
          <p:nvPr/>
        </p:nvSpPr>
        <p:spPr>
          <a:xfrm>
            <a:off x="2395348" y="5774140"/>
            <a:ext cx="1138959" cy="432262"/>
          </a:xfrm>
          <a:prstGeom prst="roundRect">
            <a:avLst/>
          </a:prstGeom>
          <a:solidFill>
            <a:srgbClr val="BDD7EE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12" name="对象 3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8750311"/>
              </p:ext>
            </p:extLst>
          </p:nvPr>
        </p:nvGraphicFramePr>
        <p:xfrm>
          <a:off x="7867315" y="5626018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52" name="AxMath" r:id="rId6" imgW="151920" imgH="226800" progId="Equation.AxMath">
                  <p:embed/>
                </p:oleObj>
              </mc:Choice>
              <mc:Fallback>
                <p:oleObj name="AxMath" r:id="rId6" imgW="151920" imgH="226800" progId="Equation.AxMath">
                  <p:embed/>
                  <p:pic>
                    <p:nvPicPr>
                      <p:cNvPr id="251" name="对象 25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867315" y="5626018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3" name="圆角矩形 312"/>
          <p:cNvSpPr/>
          <p:nvPr/>
        </p:nvSpPr>
        <p:spPr>
          <a:xfrm>
            <a:off x="2395348" y="7410701"/>
            <a:ext cx="1138843" cy="432262"/>
          </a:xfrm>
          <a:prstGeom prst="roundRect">
            <a:avLst/>
          </a:prstGeom>
          <a:solidFill>
            <a:srgbClr val="BDD7EE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n-1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14" name="对象 3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6882007"/>
              </p:ext>
            </p:extLst>
          </p:nvPr>
        </p:nvGraphicFramePr>
        <p:xfrm>
          <a:off x="7867199" y="7262579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53" name="AxMath" r:id="rId7" imgW="151920" imgH="226800" progId="Equation.AxMath">
                  <p:embed/>
                </p:oleObj>
              </mc:Choice>
              <mc:Fallback>
                <p:oleObj name="AxMath" r:id="rId7" imgW="151920" imgH="226800" progId="Equation.AxMath">
                  <p:embed/>
                  <p:pic>
                    <p:nvPicPr>
                      <p:cNvPr id="253" name="对象 25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867199" y="7262579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5" name="对象 3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6578742"/>
              </p:ext>
            </p:extLst>
          </p:nvPr>
        </p:nvGraphicFramePr>
        <p:xfrm>
          <a:off x="5458703" y="6171946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54" name="AxMath" r:id="rId8" imgW="151920" imgH="226800" progId="Equation.AxMath">
                  <p:embed/>
                </p:oleObj>
              </mc:Choice>
              <mc:Fallback>
                <p:oleObj name="AxMath" r:id="rId8" imgW="151920" imgH="226800" progId="Equation.AxMath">
                  <p:embed/>
                  <p:pic>
                    <p:nvPicPr>
                      <p:cNvPr id="254" name="对象 253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458703" y="6171946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6" name="对象 3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6894402"/>
              </p:ext>
            </p:extLst>
          </p:nvPr>
        </p:nvGraphicFramePr>
        <p:xfrm>
          <a:off x="4080869" y="6176597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55" name="AxMath" r:id="rId10" imgW="151920" imgH="226800" progId="Equation.AxMath">
                  <p:embed/>
                </p:oleObj>
              </mc:Choice>
              <mc:Fallback>
                <p:oleObj name="AxMath" r:id="rId10" imgW="151920" imgH="226800" progId="Equation.AxMath">
                  <p:embed/>
                  <p:pic>
                    <p:nvPicPr>
                      <p:cNvPr id="255" name="对象 254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080869" y="6176597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" name="对象 3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512175"/>
              </p:ext>
            </p:extLst>
          </p:nvPr>
        </p:nvGraphicFramePr>
        <p:xfrm>
          <a:off x="6850045" y="6171946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56" name="AxMath" r:id="rId11" imgW="151920" imgH="226800" progId="Equation.AxMath">
                  <p:embed/>
                </p:oleObj>
              </mc:Choice>
              <mc:Fallback>
                <p:oleObj name="AxMath" r:id="rId11" imgW="151920" imgH="226800" progId="Equation.AxMath">
                  <p:embed/>
                  <p:pic>
                    <p:nvPicPr>
                      <p:cNvPr id="256" name="对象 255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850045" y="6171946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8" name="对象 3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3689075"/>
              </p:ext>
            </p:extLst>
          </p:nvPr>
        </p:nvGraphicFramePr>
        <p:xfrm>
          <a:off x="8866920" y="6176622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57" name="AxMath" r:id="rId12" imgW="151920" imgH="226800" progId="Equation.AxMath">
                  <p:embed/>
                </p:oleObj>
              </mc:Choice>
              <mc:Fallback>
                <p:oleObj name="AxMath" r:id="rId12" imgW="151920" imgH="226800" progId="Equation.AxMath">
                  <p:embed/>
                  <p:pic>
                    <p:nvPicPr>
                      <p:cNvPr id="257" name="对象 256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866920" y="6176622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9" name="矩形 318"/>
          <p:cNvSpPr/>
          <p:nvPr/>
        </p:nvSpPr>
        <p:spPr>
          <a:xfrm>
            <a:off x="5080474" y="5162292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20" name="矩形 319"/>
          <p:cNvSpPr/>
          <p:nvPr/>
        </p:nvSpPr>
        <p:spPr>
          <a:xfrm>
            <a:off x="6475454" y="5774139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21" name="矩形 320"/>
          <p:cNvSpPr/>
          <p:nvPr/>
        </p:nvSpPr>
        <p:spPr>
          <a:xfrm>
            <a:off x="8416532" y="7406818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22" name="矩形 321"/>
          <p:cNvSpPr/>
          <p:nvPr/>
        </p:nvSpPr>
        <p:spPr>
          <a:xfrm>
            <a:off x="6475454" y="4550444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23" name="矩形 322"/>
          <p:cNvSpPr/>
          <p:nvPr/>
        </p:nvSpPr>
        <p:spPr>
          <a:xfrm>
            <a:off x="8416648" y="4555149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24" name="矩形 323"/>
          <p:cNvSpPr/>
          <p:nvPr/>
        </p:nvSpPr>
        <p:spPr>
          <a:xfrm>
            <a:off x="8422073" y="5162292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25" name="矩形 324"/>
          <p:cNvSpPr/>
          <p:nvPr/>
        </p:nvSpPr>
        <p:spPr>
          <a:xfrm>
            <a:off x="8416648" y="5769435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26" name="矩形 325"/>
          <p:cNvSpPr/>
          <p:nvPr/>
        </p:nvSpPr>
        <p:spPr>
          <a:xfrm>
            <a:off x="6468699" y="5162292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27" name="矩形 326"/>
          <p:cNvSpPr/>
          <p:nvPr/>
        </p:nvSpPr>
        <p:spPr>
          <a:xfrm>
            <a:off x="3692018" y="5158886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28" name="矩形 327"/>
          <p:cNvSpPr/>
          <p:nvPr/>
        </p:nvSpPr>
        <p:spPr>
          <a:xfrm>
            <a:off x="5083361" y="5769435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29" name="矩形 328"/>
          <p:cNvSpPr/>
          <p:nvPr/>
        </p:nvSpPr>
        <p:spPr>
          <a:xfrm>
            <a:off x="3692018" y="5769435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30" name="矩形 329"/>
          <p:cNvSpPr/>
          <p:nvPr/>
        </p:nvSpPr>
        <p:spPr>
          <a:xfrm>
            <a:off x="6481442" y="7410700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31" name="矩形 330"/>
          <p:cNvSpPr/>
          <p:nvPr/>
        </p:nvSpPr>
        <p:spPr>
          <a:xfrm>
            <a:off x="5074718" y="7406818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32" name="矩形 331"/>
          <p:cNvSpPr/>
          <p:nvPr/>
        </p:nvSpPr>
        <p:spPr>
          <a:xfrm>
            <a:off x="3689313" y="7410700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33" name="圆角矩形 332"/>
          <p:cNvSpPr/>
          <p:nvPr/>
        </p:nvSpPr>
        <p:spPr>
          <a:xfrm>
            <a:off x="2395348" y="6832056"/>
            <a:ext cx="1138843" cy="432262"/>
          </a:xfrm>
          <a:prstGeom prst="roundRect">
            <a:avLst/>
          </a:prstGeom>
          <a:solidFill>
            <a:srgbClr val="BDD7EE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n-2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4" name="矩形 333"/>
          <p:cNvSpPr/>
          <p:nvPr/>
        </p:nvSpPr>
        <p:spPr>
          <a:xfrm>
            <a:off x="8416532" y="6828173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35" name="矩形 334"/>
          <p:cNvSpPr/>
          <p:nvPr/>
        </p:nvSpPr>
        <p:spPr>
          <a:xfrm>
            <a:off x="6481442" y="6832055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36" name="矩形 335"/>
          <p:cNvSpPr/>
          <p:nvPr/>
        </p:nvSpPr>
        <p:spPr>
          <a:xfrm>
            <a:off x="5074718" y="6828173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37" name="矩形 336"/>
          <p:cNvSpPr/>
          <p:nvPr/>
        </p:nvSpPr>
        <p:spPr>
          <a:xfrm>
            <a:off x="3689313" y="6832055"/>
            <a:ext cx="1230283" cy="43226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338" name="对象 3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4505630"/>
              </p:ext>
            </p:extLst>
          </p:nvPr>
        </p:nvGraphicFramePr>
        <p:xfrm>
          <a:off x="4168123" y="4624225"/>
          <a:ext cx="288925" cy="303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58" name="AxMath" r:id="rId13" imgW="218880" imgH="230400" progId="Equation.AxMath">
                  <p:embed/>
                </p:oleObj>
              </mc:Choice>
              <mc:Fallback>
                <p:oleObj name="AxMath" r:id="rId13" imgW="218880" imgH="230400" progId="Equation.AxMath">
                  <p:embed/>
                  <p:pic>
                    <p:nvPicPr>
                      <p:cNvPr id="241" name="对象 240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168123" y="4624225"/>
                        <a:ext cx="288925" cy="3032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9" name="对象 3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7661719"/>
              </p:ext>
            </p:extLst>
          </p:nvPr>
        </p:nvGraphicFramePr>
        <p:xfrm>
          <a:off x="5537370" y="4617341"/>
          <a:ext cx="322263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59" name="AxMath" r:id="rId15" imgW="226080" imgH="230400" progId="Equation.AxMath">
                  <p:embed/>
                </p:oleObj>
              </mc:Choice>
              <mc:Fallback>
                <p:oleObj name="AxMath" r:id="rId15" imgW="226080" imgH="230400" progId="Equation.AxMath">
                  <p:embed/>
                  <p:pic>
                    <p:nvPicPr>
                      <p:cNvPr id="242" name="对象 241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537370" y="4617341"/>
                        <a:ext cx="322263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0" name="对象 3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2241621"/>
              </p:ext>
            </p:extLst>
          </p:nvPr>
        </p:nvGraphicFramePr>
        <p:xfrm>
          <a:off x="6927876" y="4614015"/>
          <a:ext cx="325438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60" name="AxMath" r:id="rId17" imgW="227520" imgH="230400" progId="Equation.AxMath">
                  <p:embed/>
                </p:oleObj>
              </mc:Choice>
              <mc:Fallback>
                <p:oleObj name="AxMath" r:id="rId17" imgW="227520" imgH="230400" progId="Equation.AxMath">
                  <p:embed/>
                  <p:pic>
                    <p:nvPicPr>
                      <p:cNvPr id="243" name="对象 242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927876" y="4614015"/>
                        <a:ext cx="325438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1" name="对象 3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595886"/>
              </p:ext>
            </p:extLst>
          </p:nvPr>
        </p:nvGraphicFramePr>
        <p:xfrm>
          <a:off x="8926875" y="4615587"/>
          <a:ext cx="344487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61" name="AxMath" r:id="rId21" imgW="239760" imgH="228960" progId="Equation.AxMath">
                  <p:embed/>
                </p:oleObj>
              </mc:Choice>
              <mc:Fallback>
                <p:oleObj name="AxMath" r:id="rId21" imgW="239760" imgH="228960" progId="Equation.AxMath">
                  <p:embed/>
                  <p:pic>
                    <p:nvPicPr>
                      <p:cNvPr id="303" name="对象 302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8926875" y="4615587"/>
                        <a:ext cx="344487" cy="327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虚尾箭头 1"/>
          <p:cNvSpPr/>
          <p:nvPr/>
        </p:nvSpPr>
        <p:spPr>
          <a:xfrm rot="5400000">
            <a:off x="6181265" y="3810415"/>
            <a:ext cx="414751" cy="409575"/>
          </a:xfrm>
          <a:prstGeom prst="stripedRightArrow">
            <a:avLst>
              <a:gd name="adj1" fmla="val 50000"/>
              <a:gd name="adj2" fmla="val 50000"/>
            </a:avLst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42" name="对象 3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5051017"/>
              </p:ext>
            </p:extLst>
          </p:nvPr>
        </p:nvGraphicFramePr>
        <p:xfrm>
          <a:off x="4157733" y="5226903"/>
          <a:ext cx="288925" cy="303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62" name="AxMath" r:id="rId13" imgW="218880" imgH="230400" progId="Equation.AxMath">
                  <p:embed/>
                </p:oleObj>
              </mc:Choice>
              <mc:Fallback>
                <p:oleObj name="AxMath" r:id="rId13" imgW="218880" imgH="230400" progId="Equation.AxMath">
                  <p:embed/>
                  <p:pic>
                    <p:nvPicPr>
                      <p:cNvPr id="338" name="对象 337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157733" y="5226903"/>
                        <a:ext cx="288925" cy="3032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3" name="对象 3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0399672"/>
              </p:ext>
            </p:extLst>
          </p:nvPr>
        </p:nvGraphicFramePr>
        <p:xfrm>
          <a:off x="4157081" y="5831404"/>
          <a:ext cx="288925" cy="303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63" name="AxMath" r:id="rId13" imgW="218880" imgH="230400" progId="Equation.AxMath">
                  <p:embed/>
                </p:oleObj>
              </mc:Choice>
              <mc:Fallback>
                <p:oleObj name="AxMath" r:id="rId13" imgW="218880" imgH="230400" progId="Equation.AxMath">
                  <p:embed/>
                  <p:pic>
                    <p:nvPicPr>
                      <p:cNvPr id="338" name="对象 337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157081" y="5831404"/>
                        <a:ext cx="288925" cy="3032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4" name="对象 3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2629141"/>
              </p:ext>
            </p:extLst>
          </p:nvPr>
        </p:nvGraphicFramePr>
        <p:xfrm>
          <a:off x="5528727" y="5219901"/>
          <a:ext cx="322263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64" name="AxMath" r:id="rId15" imgW="226080" imgH="230400" progId="Equation.AxMath">
                  <p:embed/>
                </p:oleObj>
              </mc:Choice>
              <mc:Fallback>
                <p:oleObj name="AxMath" r:id="rId15" imgW="226080" imgH="230400" progId="Equation.AxMath">
                  <p:embed/>
                  <p:pic>
                    <p:nvPicPr>
                      <p:cNvPr id="339" name="对象 338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528727" y="5219901"/>
                        <a:ext cx="322263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5" name="对象 3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3410202"/>
              </p:ext>
            </p:extLst>
          </p:nvPr>
        </p:nvGraphicFramePr>
        <p:xfrm>
          <a:off x="6919588" y="5221370"/>
          <a:ext cx="325438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65" name="AxMath" r:id="rId17" imgW="227520" imgH="230400" progId="Equation.AxMath">
                  <p:embed/>
                </p:oleObj>
              </mc:Choice>
              <mc:Fallback>
                <p:oleObj name="AxMath" r:id="rId17" imgW="227520" imgH="230400" progId="Equation.AxMath">
                  <p:embed/>
                  <p:pic>
                    <p:nvPicPr>
                      <p:cNvPr id="340" name="对象 339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919588" y="5221370"/>
                        <a:ext cx="325438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9" name="对象 3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6668308"/>
              </p:ext>
            </p:extLst>
          </p:nvPr>
        </p:nvGraphicFramePr>
        <p:xfrm>
          <a:off x="5543357" y="5831404"/>
          <a:ext cx="322263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66" name="AxMath" r:id="rId15" imgW="226080" imgH="230400" progId="Equation.AxMath">
                  <p:embed/>
                </p:oleObj>
              </mc:Choice>
              <mc:Fallback>
                <p:oleObj name="AxMath" r:id="rId15" imgW="226080" imgH="230400" progId="Equation.AxMath">
                  <p:embed/>
                  <p:pic>
                    <p:nvPicPr>
                      <p:cNvPr id="344" name="对象 343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543357" y="5831404"/>
                        <a:ext cx="322263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53" name="直接箭头连接符 352"/>
          <p:cNvCxnSpPr/>
          <p:nvPr/>
        </p:nvCxnSpPr>
        <p:spPr>
          <a:xfrm flipH="1">
            <a:off x="6141308" y="5480799"/>
            <a:ext cx="1" cy="43226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4" name="直接箭头连接符 353"/>
          <p:cNvCxnSpPr/>
          <p:nvPr/>
        </p:nvCxnSpPr>
        <p:spPr>
          <a:xfrm flipH="1">
            <a:off x="4766521" y="6084614"/>
            <a:ext cx="1" cy="43226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5" name="直接箭头连接符 354"/>
          <p:cNvCxnSpPr/>
          <p:nvPr/>
        </p:nvCxnSpPr>
        <p:spPr>
          <a:xfrm flipH="1">
            <a:off x="7576995" y="4902098"/>
            <a:ext cx="1" cy="43226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6" name="圆角矩形 355"/>
          <p:cNvSpPr/>
          <p:nvPr/>
        </p:nvSpPr>
        <p:spPr>
          <a:xfrm>
            <a:off x="2401495" y="8893653"/>
            <a:ext cx="1126057" cy="432262"/>
          </a:xfrm>
          <a:prstGeom prst="roundRect">
            <a:avLst/>
          </a:prstGeom>
          <a:solidFill>
            <a:srgbClr val="BDD7EE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0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7" name="矩形 356"/>
          <p:cNvSpPr/>
          <p:nvPr/>
        </p:nvSpPr>
        <p:spPr>
          <a:xfrm>
            <a:off x="3685494" y="8893653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8" name="矩形 357"/>
          <p:cNvSpPr/>
          <p:nvPr/>
        </p:nvSpPr>
        <p:spPr>
          <a:xfrm>
            <a:off x="5073719" y="8893653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359" name="对象 35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7795869"/>
              </p:ext>
            </p:extLst>
          </p:nvPr>
        </p:nvGraphicFramePr>
        <p:xfrm>
          <a:off x="7860560" y="8745531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67" name="AxMath" r:id="rId3" imgW="151920" imgH="226800" progId="Equation.AxMath">
                  <p:embed/>
                </p:oleObj>
              </mc:Choice>
              <mc:Fallback>
                <p:oleObj name="AxMath" r:id="rId3" imgW="151920" imgH="226800" progId="Equation.AxMath">
                  <p:embed/>
                  <p:pic>
                    <p:nvPicPr>
                      <p:cNvPr id="308" name="对象 30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860560" y="8745531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0" name="圆角矩形 359"/>
          <p:cNvSpPr/>
          <p:nvPr/>
        </p:nvSpPr>
        <p:spPr>
          <a:xfrm>
            <a:off x="2388593" y="9505501"/>
            <a:ext cx="1138959" cy="432262"/>
          </a:xfrm>
          <a:prstGeom prst="roundRect">
            <a:avLst/>
          </a:prstGeom>
          <a:solidFill>
            <a:srgbClr val="BDD7EE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61" name="对象 36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3338014"/>
              </p:ext>
            </p:extLst>
          </p:nvPr>
        </p:nvGraphicFramePr>
        <p:xfrm>
          <a:off x="7860560" y="9357379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68" name="AxMath" r:id="rId5" imgW="151920" imgH="226800" progId="Equation.AxMath">
                  <p:embed/>
                </p:oleObj>
              </mc:Choice>
              <mc:Fallback>
                <p:oleObj name="AxMath" r:id="rId5" imgW="151920" imgH="226800" progId="Equation.AxMath">
                  <p:embed/>
                  <p:pic>
                    <p:nvPicPr>
                      <p:cNvPr id="310" name="对象 30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860560" y="9357379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2" name="圆角矩形 361"/>
          <p:cNvSpPr/>
          <p:nvPr/>
        </p:nvSpPr>
        <p:spPr>
          <a:xfrm>
            <a:off x="2388593" y="10117348"/>
            <a:ext cx="1138959" cy="432262"/>
          </a:xfrm>
          <a:prstGeom prst="roundRect">
            <a:avLst/>
          </a:prstGeom>
          <a:solidFill>
            <a:srgbClr val="BDD7EE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63" name="对象 36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2616039"/>
              </p:ext>
            </p:extLst>
          </p:nvPr>
        </p:nvGraphicFramePr>
        <p:xfrm>
          <a:off x="7860560" y="9969226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69" name="AxMath" r:id="rId6" imgW="151920" imgH="226800" progId="Equation.AxMath">
                  <p:embed/>
                </p:oleObj>
              </mc:Choice>
              <mc:Fallback>
                <p:oleObj name="AxMath" r:id="rId6" imgW="151920" imgH="226800" progId="Equation.AxMath">
                  <p:embed/>
                  <p:pic>
                    <p:nvPicPr>
                      <p:cNvPr id="312" name="对象 31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860560" y="9969226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4" name="圆角矩形 363"/>
          <p:cNvSpPr/>
          <p:nvPr/>
        </p:nvSpPr>
        <p:spPr>
          <a:xfrm>
            <a:off x="2388593" y="11753909"/>
            <a:ext cx="1138843" cy="432262"/>
          </a:xfrm>
          <a:prstGeom prst="roundRect">
            <a:avLst/>
          </a:prstGeom>
          <a:solidFill>
            <a:srgbClr val="BDD7EE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n-1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65" name="对象 36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231191"/>
              </p:ext>
            </p:extLst>
          </p:nvPr>
        </p:nvGraphicFramePr>
        <p:xfrm>
          <a:off x="7860444" y="11605787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70" name="AxMath" r:id="rId7" imgW="151920" imgH="226800" progId="Equation.AxMath">
                  <p:embed/>
                </p:oleObj>
              </mc:Choice>
              <mc:Fallback>
                <p:oleObj name="AxMath" r:id="rId7" imgW="151920" imgH="226800" progId="Equation.AxMath">
                  <p:embed/>
                  <p:pic>
                    <p:nvPicPr>
                      <p:cNvPr id="314" name="对象 31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860444" y="11605787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6" name="对象 36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8321140"/>
              </p:ext>
            </p:extLst>
          </p:nvPr>
        </p:nvGraphicFramePr>
        <p:xfrm>
          <a:off x="5451948" y="10515154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71" name="AxMath" r:id="rId8" imgW="151920" imgH="226800" progId="Equation.AxMath">
                  <p:embed/>
                </p:oleObj>
              </mc:Choice>
              <mc:Fallback>
                <p:oleObj name="AxMath" r:id="rId8" imgW="151920" imgH="226800" progId="Equation.AxMath">
                  <p:embed/>
                  <p:pic>
                    <p:nvPicPr>
                      <p:cNvPr id="315" name="对象 314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451948" y="10515154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7" name="对象 36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1567437"/>
              </p:ext>
            </p:extLst>
          </p:nvPr>
        </p:nvGraphicFramePr>
        <p:xfrm>
          <a:off x="4074114" y="10519805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72" name="AxMath" r:id="rId10" imgW="151920" imgH="226800" progId="Equation.AxMath">
                  <p:embed/>
                </p:oleObj>
              </mc:Choice>
              <mc:Fallback>
                <p:oleObj name="AxMath" r:id="rId10" imgW="151920" imgH="226800" progId="Equation.AxMath">
                  <p:embed/>
                  <p:pic>
                    <p:nvPicPr>
                      <p:cNvPr id="316" name="对象 315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074114" y="10519805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" name="对象 36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8437497"/>
              </p:ext>
            </p:extLst>
          </p:nvPr>
        </p:nvGraphicFramePr>
        <p:xfrm>
          <a:off x="6843290" y="10515154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73" name="AxMath" r:id="rId11" imgW="151920" imgH="226800" progId="Equation.AxMath">
                  <p:embed/>
                </p:oleObj>
              </mc:Choice>
              <mc:Fallback>
                <p:oleObj name="AxMath" r:id="rId11" imgW="151920" imgH="226800" progId="Equation.AxMath">
                  <p:embed/>
                  <p:pic>
                    <p:nvPicPr>
                      <p:cNvPr id="317" name="对象 316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843290" y="10515154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9" name="对象 36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6673867"/>
              </p:ext>
            </p:extLst>
          </p:nvPr>
        </p:nvGraphicFramePr>
        <p:xfrm>
          <a:off x="8860165" y="10519830"/>
          <a:ext cx="463435" cy="7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74" name="AxMath" r:id="rId12" imgW="151920" imgH="226800" progId="Equation.AxMath">
                  <p:embed/>
                </p:oleObj>
              </mc:Choice>
              <mc:Fallback>
                <p:oleObj name="AxMath" r:id="rId12" imgW="151920" imgH="226800" progId="Equation.AxMath">
                  <p:embed/>
                  <p:pic>
                    <p:nvPicPr>
                      <p:cNvPr id="318" name="对象 317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860165" y="10519830"/>
                        <a:ext cx="463435" cy="7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0" name="矩形 369"/>
          <p:cNvSpPr/>
          <p:nvPr/>
        </p:nvSpPr>
        <p:spPr>
          <a:xfrm>
            <a:off x="5073719" y="9505500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71" name="矩形 370"/>
          <p:cNvSpPr/>
          <p:nvPr/>
        </p:nvSpPr>
        <p:spPr>
          <a:xfrm>
            <a:off x="6468699" y="10117347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72" name="矩形 371"/>
          <p:cNvSpPr/>
          <p:nvPr/>
        </p:nvSpPr>
        <p:spPr>
          <a:xfrm>
            <a:off x="8409777" y="11750026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73" name="矩形 372"/>
          <p:cNvSpPr/>
          <p:nvPr/>
        </p:nvSpPr>
        <p:spPr>
          <a:xfrm>
            <a:off x="6468699" y="8893652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74" name="矩形 373"/>
          <p:cNvSpPr/>
          <p:nvPr/>
        </p:nvSpPr>
        <p:spPr>
          <a:xfrm>
            <a:off x="8409893" y="8898357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75" name="矩形 374"/>
          <p:cNvSpPr/>
          <p:nvPr/>
        </p:nvSpPr>
        <p:spPr>
          <a:xfrm>
            <a:off x="8415318" y="9505500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76" name="矩形 375"/>
          <p:cNvSpPr/>
          <p:nvPr/>
        </p:nvSpPr>
        <p:spPr>
          <a:xfrm>
            <a:off x="8409893" y="10112643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77" name="矩形 376"/>
          <p:cNvSpPr/>
          <p:nvPr/>
        </p:nvSpPr>
        <p:spPr>
          <a:xfrm>
            <a:off x="6461944" y="9505500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78" name="矩形 377"/>
          <p:cNvSpPr/>
          <p:nvPr/>
        </p:nvSpPr>
        <p:spPr>
          <a:xfrm>
            <a:off x="3685263" y="9502094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79" name="矩形 378"/>
          <p:cNvSpPr/>
          <p:nvPr/>
        </p:nvSpPr>
        <p:spPr>
          <a:xfrm>
            <a:off x="5076606" y="10112643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80" name="矩形 379"/>
          <p:cNvSpPr/>
          <p:nvPr/>
        </p:nvSpPr>
        <p:spPr>
          <a:xfrm>
            <a:off x="3685263" y="10112643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81" name="矩形 380"/>
          <p:cNvSpPr/>
          <p:nvPr/>
        </p:nvSpPr>
        <p:spPr>
          <a:xfrm>
            <a:off x="6474687" y="11753908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82" name="矩形 381"/>
          <p:cNvSpPr/>
          <p:nvPr/>
        </p:nvSpPr>
        <p:spPr>
          <a:xfrm>
            <a:off x="5067963" y="11750026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83" name="矩形 382"/>
          <p:cNvSpPr/>
          <p:nvPr/>
        </p:nvSpPr>
        <p:spPr>
          <a:xfrm>
            <a:off x="3682558" y="11753908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84" name="圆角矩形 383"/>
          <p:cNvSpPr/>
          <p:nvPr/>
        </p:nvSpPr>
        <p:spPr>
          <a:xfrm>
            <a:off x="2388593" y="11175264"/>
            <a:ext cx="1138843" cy="432262"/>
          </a:xfrm>
          <a:prstGeom prst="roundRect">
            <a:avLst/>
          </a:prstGeom>
          <a:solidFill>
            <a:srgbClr val="BDD7EE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n-2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5" name="矩形 384"/>
          <p:cNvSpPr/>
          <p:nvPr/>
        </p:nvSpPr>
        <p:spPr>
          <a:xfrm>
            <a:off x="8409777" y="11171381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86" name="矩形 385"/>
          <p:cNvSpPr/>
          <p:nvPr/>
        </p:nvSpPr>
        <p:spPr>
          <a:xfrm>
            <a:off x="6474687" y="11175263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87" name="矩形 386"/>
          <p:cNvSpPr/>
          <p:nvPr/>
        </p:nvSpPr>
        <p:spPr>
          <a:xfrm>
            <a:off x="5067963" y="11171381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88" name="矩形 387"/>
          <p:cNvSpPr/>
          <p:nvPr/>
        </p:nvSpPr>
        <p:spPr>
          <a:xfrm>
            <a:off x="3682558" y="11175263"/>
            <a:ext cx="1230283" cy="432262"/>
          </a:xfrm>
          <a:prstGeom prst="rect">
            <a:avLst/>
          </a:prstGeom>
          <a:solidFill>
            <a:srgbClr val="E2F0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389" name="对象 38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0186552"/>
              </p:ext>
            </p:extLst>
          </p:nvPr>
        </p:nvGraphicFramePr>
        <p:xfrm>
          <a:off x="4161368" y="8967433"/>
          <a:ext cx="288925" cy="303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75" name="AxMath" r:id="rId13" imgW="218880" imgH="230400" progId="Equation.AxMath">
                  <p:embed/>
                </p:oleObj>
              </mc:Choice>
              <mc:Fallback>
                <p:oleObj name="AxMath" r:id="rId13" imgW="218880" imgH="230400" progId="Equation.AxMath">
                  <p:embed/>
                  <p:pic>
                    <p:nvPicPr>
                      <p:cNvPr id="338" name="对象 337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161368" y="8967433"/>
                        <a:ext cx="288925" cy="3032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0" name="对象 38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426849"/>
              </p:ext>
            </p:extLst>
          </p:nvPr>
        </p:nvGraphicFramePr>
        <p:xfrm>
          <a:off x="5530615" y="8960549"/>
          <a:ext cx="322263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76" name="AxMath" r:id="rId15" imgW="226080" imgH="230400" progId="Equation.AxMath">
                  <p:embed/>
                </p:oleObj>
              </mc:Choice>
              <mc:Fallback>
                <p:oleObj name="AxMath" r:id="rId15" imgW="226080" imgH="230400" progId="Equation.AxMath">
                  <p:embed/>
                  <p:pic>
                    <p:nvPicPr>
                      <p:cNvPr id="339" name="对象 338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530615" y="8960549"/>
                        <a:ext cx="322263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1" name="对象 39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5530017"/>
              </p:ext>
            </p:extLst>
          </p:nvPr>
        </p:nvGraphicFramePr>
        <p:xfrm>
          <a:off x="6921121" y="8957223"/>
          <a:ext cx="325438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77" name="AxMath" r:id="rId17" imgW="227520" imgH="230400" progId="Equation.AxMath">
                  <p:embed/>
                </p:oleObj>
              </mc:Choice>
              <mc:Fallback>
                <p:oleObj name="AxMath" r:id="rId17" imgW="227520" imgH="230400" progId="Equation.AxMath">
                  <p:embed/>
                  <p:pic>
                    <p:nvPicPr>
                      <p:cNvPr id="340" name="对象 339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921121" y="8957223"/>
                        <a:ext cx="325438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2" name="对象 39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0253902"/>
              </p:ext>
            </p:extLst>
          </p:nvPr>
        </p:nvGraphicFramePr>
        <p:xfrm>
          <a:off x="8920120" y="8958795"/>
          <a:ext cx="344487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78" name="AxMath" r:id="rId22" imgW="239760" imgH="228960" progId="Equation.AxMath">
                  <p:embed/>
                </p:oleObj>
              </mc:Choice>
              <mc:Fallback>
                <p:oleObj name="AxMath" r:id="rId22" imgW="239760" imgH="228960" progId="Equation.AxMath">
                  <p:embed/>
                  <p:pic>
                    <p:nvPicPr>
                      <p:cNvPr id="341" name="对象 340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8920120" y="8958795"/>
                        <a:ext cx="344487" cy="327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3" name="虚尾箭头 392"/>
          <p:cNvSpPr/>
          <p:nvPr/>
        </p:nvSpPr>
        <p:spPr>
          <a:xfrm rot="5400000">
            <a:off x="6174510" y="8153623"/>
            <a:ext cx="414751" cy="409575"/>
          </a:xfrm>
          <a:prstGeom prst="stripedRightArrow">
            <a:avLst>
              <a:gd name="adj1" fmla="val 50000"/>
              <a:gd name="adj2" fmla="val 50000"/>
            </a:avLst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402" name="对象 40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978475"/>
              </p:ext>
            </p:extLst>
          </p:nvPr>
        </p:nvGraphicFramePr>
        <p:xfrm>
          <a:off x="4161368" y="9560847"/>
          <a:ext cx="288925" cy="303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79" name="AxMath" r:id="rId13" imgW="218880" imgH="230400" progId="Equation.AxMath">
                  <p:embed/>
                </p:oleObj>
              </mc:Choice>
              <mc:Fallback>
                <p:oleObj name="AxMath" r:id="rId13" imgW="218880" imgH="230400" progId="Equation.AxMath">
                  <p:embed/>
                  <p:pic>
                    <p:nvPicPr>
                      <p:cNvPr id="389" name="对象 388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161368" y="9560847"/>
                        <a:ext cx="288925" cy="3032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3" name="对象 40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2487652"/>
              </p:ext>
            </p:extLst>
          </p:nvPr>
        </p:nvGraphicFramePr>
        <p:xfrm>
          <a:off x="5530615" y="9553963"/>
          <a:ext cx="322263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80" name="AxMath" r:id="rId15" imgW="226080" imgH="230400" progId="Equation.AxMath">
                  <p:embed/>
                </p:oleObj>
              </mc:Choice>
              <mc:Fallback>
                <p:oleObj name="AxMath" r:id="rId15" imgW="226080" imgH="230400" progId="Equation.AxMath">
                  <p:embed/>
                  <p:pic>
                    <p:nvPicPr>
                      <p:cNvPr id="390" name="对象 389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530615" y="9553963"/>
                        <a:ext cx="322263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4" name="对象 40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1519649"/>
              </p:ext>
            </p:extLst>
          </p:nvPr>
        </p:nvGraphicFramePr>
        <p:xfrm>
          <a:off x="6921121" y="9550637"/>
          <a:ext cx="325438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81" name="AxMath" r:id="rId17" imgW="227520" imgH="230400" progId="Equation.AxMath">
                  <p:embed/>
                </p:oleObj>
              </mc:Choice>
              <mc:Fallback>
                <p:oleObj name="AxMath" r:id="rId17" imgW="227520" imgH="230400" progId="Equation.AxMath">
                  <p:embed/>
                  <p:pic>
                    <p:nvPicPr>
                      <p:cNvPr id="391" name="对象 390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921121" y="9550637"/>
                        <a:ext cx="325438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5" name="对象 40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7614852"/>
              </p:ext>
            </p:extLst>
          </p:nvPr>
        </p:nvGraphicFramePr>
        <p:xfrm>
          <a:off x="8920120" y="9552209"/>
          <a:ext cx="344487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82" name="AxMath" r:id="rId23" imgW="239760" imgH="228960" progId="Equation.AxMath">
                  <p:embed/>
                </p:oleObj>
              </mc:Choice>
              <mc:Fallback>
                <p:oleObj name="AxMath" r:id="rId23" imgW="239760" imgH="228960" progId="Equation.AxMath">
                  <p:embed/>
                  <p:pic>
                    <p:nvPicPr>
                      <p:cNvPr id="392" name="对象 391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8920120" y="9552209"/>
                        <a:ext cx="344487" cy="327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6" name="对象 40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1272037"/>
              </p:ext>
            </p:extLst>
          </p:nvPr>
        </p:nvGraphicFramePr>
        <p:xfrm>
          <a:off x="4161368" y="10178856"/>
          <a:ext cx="288925" cy="303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83" name="AxMath" r:id="rId13" imgW="218880" imgH="230400" progId="Equation.AxMath">
                  <p:embed/>
                </p:oleObj>
              </mc:Choice>
              <mc:Fallback>
                <p:oleObj name="AxMath" r:id="rId13" imgW="218880" imgH="230400" progId="Equation.AxMath">
                  <p:embed/>
                  <p:pic>
                    <p:nvPicPr>
                      <p:cNvPr id="402" name="对象 401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161368" y="10178856"/>
                        <a:ext cx="288925" cy="3032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7" name="对象 40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101906"/>
              </p:ext>
            </p:extLst>
          </p:nvPr>
        </p:nvGraphicFramePr>
        <p:xfrm>
          <a:off x="5530615" y="10171972"/>
          <a:ext cx="322263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84" name="AxMath" r:id="rId15" imgW="226080" imgH="230400" progId="Equation.AxMath">
                  <p:embed/>
                </p:oleObj>
              </mc:Choice>
              <mc:Fallback>
                <p:oleObj name="AxMath" r:id="rId15" imgW="226080" imgH="230400" progId="Equation.AxMath">
                  <p:embed/>
                  <p:pic>
                    <p:nvPicPr>
                      <p:cNvPr id="403" name="对象 402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530615" y="10171972"/>
                        <a:ext cx="322263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8" name="对象 40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2662681"/>
              </p:ext>
            </p:extLst>
          </p:nvPr>
        </p:nvGraphicFramePr>
        <p:xfrm>
          <a:off x="6921121" y="10168646"/>
          <a:ext cx="325438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85" name="AxMath" r:id="rId17" imgW="227520" imgH="230400" progId="Equation.AxMath">
                  <p:embed/>
                </p:oleObj>
              </mc:Choice>
              <mc:Fallback>
                <p:oleObj name="AxMath" r:id="rId17" imgW="227520" imgH="230400" progId="Equation.AxMath">
                  <p:embed/>
                  <p:pic>
                    <p:nvPicPr>
                      <p:cNvPr id="404" name="对象 403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921121" y="10168646"/>
                        <a:ext cx="325438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" name="对象 40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5761599"/>
              </p:ext>
            </p:extLst>
          </p:nvPr>
        </p:nvGraphicFramePr>
        <p:xfrm>
          <a:off x="8920120" y="10170218"/>
          <a:ext cx="344487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86" name="AxMath" r:id="rId24" imgW="239760" imgH="228960" progId="Equation.AxMath">
                  <p:embed/>
                </p:oleObj>
              </mc:Choice>
              <mc:Fallback>
                <p:oleObj name="AxMath" r:id="rId24" imgW="239760" imgH="228960" progId="Equation.AxMath">
                  <p:embed/>
                  <p:pic>
                    <p:nvPicPr>
                      <p:cNvPr id="405" name="对象 404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8920120" y="10170218"/>
                        <a:ext cx="344487" cy="327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" name="对象 40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6373533"/>
              </p:ext>
            </p:extLst>
          </p:nvPr>
        </p:nvGraphicFramePr>
        <p:xfrm>
          <a:off x="4161368" y="11239471"/>
          <a:ext cx="288925" cy="303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87" name="AxMath" r:id="rId13" imgW="218880" imgH="230400" progId="Equation.AxMath">
                  <p:embed/>
                </p:oleObj>
              </mc:Choice>
              <mc:Fallback>
                <p:oleObj name="AxMath" r:id="rId13" imgW="218880" imgH="230400" progId="Equation.AxMath">
                  <p:embed/>
                  <p:pic>
                    <p:nvPicPr>
                      <p:cNvPr id="406" name="对象 405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161368" y="11239471"/>
                        <a:ext cx="288925" cy="3032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" name="对象 4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0516404"/>
              </p:ext>
            </p:extLst>
          </p:nvPr>
        </p:nvGraphicFramePr>
        <p:xfrm>
          <a:off x="5530615" y="11232587"/>
          <a:ext cx="322263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88" name="AxMath" r:id="rId15" imgW="226080" imgH="230400" progId="Equation.AxMath">
                  <p:embed/>
                </p:oleObj>
              </mc:Choice>
              <mc:Fallback>
                <p:oleObj name="AxMath" r:id="rId15" imgW="226080" imgH="230400" progId="Equation.AxMath">
                  <p:embed/>
                  <p:pic>
                    <p:nvPicPr>
                      <p:cNvPr id="407" name="对象 406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530615" y="11232587"/>
                        <a:ext cx="322263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2" name="对象 4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7783834"/>
              </p:ext>
            </p:extLst>
          </p:nvPr>
        </p:nvGraphicFramePr>
        <p:xfrm>
          <a:off x="6921121" y="11229261"/>
          <a:ext cx="325438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89" name="AxMath" r:id="rId17" imgW="227520" imgH="230400" progId="Equation.AxMath">
                  <p:embed/>
                </p:oleObj>
              </mc:Choice>
              <mc:Fallback>
                <p:oleObj name="AxMath" r:id="rId17" imgW="227520" imgH="230400" progId="Equation.AxMath">
                  <p:embed/>
                  <p:pic>
                    <p:nvPicPr>
                      <p:cNvPr id="408" name="对象 407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921121" y="11229261"/>
                        <a:ext cx="325438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3" name="对象 4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7062143"/>
              </p:ext>
            </p:extLst>
          </p:nvPr>
        </p:nvGraphicFramePr>
        <p:xfrm>
          <a:off x="8920120" y="11230833"/>
          <a:ext cx="344487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0" name="AxMath" r:id="rId25" imgW="239760" imgH="228960" progId="Equation.AxMath">
                  <p:embed/>
                </p:oleObj>
              </mc:Choice>
              <mc:Fallback>
                <p:oleObj name="AxMath" r:id="rId25" imgW="239760" imgH="228960" progId="Equation.AxMath">
                  <p:embed/>
                  <p:pic>
                    <p:nvPicPr>
                      <p:cNvPr id="409" name="对象 408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8920120" y="11230833"/>
                        <a:ext cx="344487" cy="327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4" name="对象 4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3829801"/>
              </p:ext>
            </p:extLst>
          </p:nvPr>
        </p:nvGraphicFramePr>
        <p:xfrm>
          <a:off x="4161368" y="11810935"/>
          <a:ext cx="288925" cy="303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1" name="AxMath" r:id="rId13" imgW="218880" imgH="230400" progId="Equation.AxMath">
                  <p:embed/>
                </p:oleObj>
              </mc:Choice>
              <mc:Fallback>
                <p:oleObj name="AxMath" r:id="rId13" imgW="218880" imgH="230400" progId="Equation.AxMath">
                  <p:embed/>
                  <p:pic>
                    <p:nvPicPr>
                      <p:cNvPr id="410" name="对象 409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161368" y="11810935"/>
                        <a:ext cx="288925" cy="3032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5" name="对象 4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6084419"/>
              </p:ext>
            </p:extLst>
          </p:nvPr>
        </p:nvGraphicFramePr>
        <p:xfrm>
          <a:off x="5530615" y="11804051"/>
          <a:ext cx="322263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0" name="AxMath" r:id="rId15" imgW="226080" imgH="230400" progId="Equation.AxMath">
                  <p:embed/>
                </p:oleObj>
              </mc:Choice>
              <mc:Fallback>
                <p:oleObj name="AxMath" r:id="rId15" imgW="226080" imgH="230400" progId="Equation.AxMath">
                  <p:embed/>
                  <p:pic>
                    <p:nvPicPr>
                      <p:cNvPr id="411" name="对象 410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530615" y="11804051"/>
                        <a:ext cx="322263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6" name="对象 4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4934330"/>
              </p:ext>
            </p:extLst>
          </p:nvPr>
        </p:nvGraphicFramePr>
        <p:xfrm>
          <a:off x="6921121" y="11800725"/>
          <a:ext cx="325438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1" name="AxMath" r:id="rId17" imgW="227520" imgH="230400" progId="Equation.AxMath">
                  <p:embed/>
                </p:oleObj>
              </mc:Choice>
              <mc:Fallback>
                <p:oleObj name="AxMath" r:id="rId17" imgW="227520" imgH="230400" progId="Equation.AxMath">
                  <p:embed/>
                  <p:pic>
                    <p:nvPicPr>
                      <p:cNvPr id="412" name="对象 411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921121" y="11800725"/>
                        <a:ext cx="325438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7" name="对象 4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3160585"/>
              </p:ext>
            </p:extLst>
          </p:nvPr>
        </p:nvGraphicFramePr>
        <p:xfrm>
          <a:off x="8920120" y="11802297"/>
          <a:ext cx="344487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2" name="AxMath" r:id="rId26" imgW="239760" imgH="228960" progId="Equation.AxMath">
                  <p:embed/>
                </p:oleObj>
              </mc:Choice>
              <mc:Fallback>
                <p:oleObj name="AxMath" r:id="rId26" imgW="239760" imgH="228960" progId="Equation.AxMath">
                  <p:embed/>
                  <p:pic>
                    <p:nvPicPr>
                      <p:cNvPr id="413" name="对象 412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8920120" y="11802297"/>
                        <a:ext cx="344487" cy="327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578674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3CD74299-1FF5-451F-B5F9-E74030E0CE57}"/>
              </a:ext>
            </a:extLst>
          </p:cNvPr>
          <p:cNvCxnSpPr>
            <a:cxnSpLocks/>
          </p:cNvCxnSpPr>
          <p:nvPr/>
        </p:nvCxnSpPr>
        <p:spPr>
          <a:xfrm flipV="1">
            <a:off x="3147504" y="3138885"/>
            <a:ext cx="6273356" cy="3173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9E7A2A5B-340F-01F4-15C2-0CC2C6C2BA54}"/>
              </a:ext>
            </a:extLst>
          </p:cNvPr>
          <p:cNvCxnSpPr>
            <a:cxnSpLocks/>
          </p:cNvCxnSpPr>
          <p:nvPr/>
        </p:nvCxnSpPr>
        <p:spPr>
          <a:xfrm flipV="1">
            <a:off x="3147504" y="2736994"/>
            <a:ext cx="6273356" cy="13037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E78D67F0-BFA7-5110-7E07-1DDB44AF2237}"/>
              </a:ext>
            </a:extLst>
          </p:cNvPr>
          <p:cNvSpPr/>
          <p:nvPr/>
        </p:nvSpPr>
        <p:spPr>
          <a:xfrm>
            <a:off x="3706781" y="1766173"/>
            <a:ext cx="560324" cy="38862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E1577DB-FBDB-C80C-B0CC-4AA623E20B4E}"/>
              </a:ext>
            </a:extLst>
          </p:cNvPr>
          <p:cNvSpPr/>
          <p:nvPr/>
        </p:nvSpPr>
        <p:spPr>
          <a:xfrm>
            <a:off x="4266451" y="1766173"/>
            <a:ext cx="727379" cy="38862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BABD42D-7791-3BA2-BC1C-6192BEF03D6D}"/>
              </a:ext>
            </a:extLst>
          </p:cNvPr>
          <p:cNvSpPr/>
          <p:nvPr/>
        </p:nvSpPr>
        <p:spPr>
          <a:xfrm>
            <a:off x="6305939" y="1765411"/>
            <a:ext cx="703494" cy="38862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9B1C0D6A-5A1B-8BDC-F110-543DE90C7C88}"/>
              </a:ext>
            </a:extLst>
          </p:cNvPr>
          <p:cNvSpPr/>
          <p:nvPr/>
        </p:nvSpPr>
        <p:spPr>
          <a:xfrm>
            <a:off x="2100710" y="1644356"/>
            <a:ext cx="695318" cy="663752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4FCA8EC-93A4-C70F-B599-B2B38B00D70B}"/>
              </a:ext>
            </a:extLst>
          </p:cNvPr>
          <p:cNvSpPr/>
          <p:nvPr/>
        </p:nvSpPr>
        <p:spPr>
          <a:xfrm>
            <a:off x="3735497" y="2746707"/>
            <a:ext cx="422482" cy="3886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0B87547-392A-21F2-5B4E-52DCF93C19FA}"/>
              </a:ext>
            </a:extLst>
          </p:cNvPr>
          <p:cNvSpPr/>
          <p:nvPr/>
        </p:nvSpPr>
        <p:spPr>
          <a:xfrm>
            <a:off x="4275778" y="2744679"/>
            <a:ext cx="496879" cy="3886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D08E8B7-989D-3EE2-D155-FEE7F435CEC4}"/>
              </a:ext>
            </a:extLst>
          </p:cNvPr>
          <p:cNvSpPr/>
          <p:nvPr/>
        </p:nvSpPr>
        <p:spPr>
          <a:xfrm>
            <a:off x="4996310" y="2744679"/>
            <a:ext cx="566928" cy="3886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163B787-97FC-293C-0229-504B0954DCE9}"/>
              </a:ext>
            </a:extLst>
          </p:cNvPr>
          <p:cNvSpPr/>
          <p:nvPr/>
        </p:nvSpPr>
        <p:spPr>
          <a:xfrm>
            <a:off x="7034896" y="2749504"/>
            <a:ext cx="608280" cy="3886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B5D904A-246E-2773-3A25-0719B2695BEC}"/>
              </a:ext>
            </a:extLst>
          </p:cNvPr>
          <p:cNvSpPr/>
          <p:nvPr/>
        </p:nvSpPr>
        <p:spPr>
          <a:xfrm>
            <a:off x="7643176" y="2749185"/>
            <a:ext cx="650615" cy="3886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57862A7D-F92B-169C-4C0A-5D05F6B3B99B}"/>
              </a:ext>
            </a:extLst>
          </p:cNvPr>
          <p:cNvSpPr/>
          <p:nvPr/>
        </p:nvSpPr>
        <p:spPr>
          <a:xfrm>
            <a:off x="8293791" y="2746707"/>
            <a:ext cx="508897" cy="3886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42B4F279-A32E-66FE-1468-D73E31C88FAA}"/>
              </a:ext>
            </a:extLst>
          </p:cNvPr>
          <p:cNvCxnSpPr>
            <a:cxnSpLocks/>
          </p:cNvCxnSpPr>
          <p:nvPr/>
        </p:nvCxnSpPr>
        <p:spPr>
          <a:xfrm>
            <a:off x="3147504" y="1765411"/>
            <a:ext cx="627335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矩形 62">
            <a:extLst>
              <a:ext uri="{FF2B5EF4-FFF2-40B4-BE49-F238E27FC236}">
                <a16:creationId xmlns:a16="http://schemas.microsoft.com/office/drawing/2014/main" id="{F1B84C95-C5EE-39E4-3C31-6FFF64A06F52}"/>
              </a:ext>
            </a:extLst>
          </p:cNvPr>
          <p:cNvSpPr/>
          <p:nvPr/>
        </p:nvSpPr>
        <p:spPr>
          <a:xfrm>
            <a:off x="3147504" y="1766173"/>
            <a:ext cx="560324" cy="38862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6F7F9F07-76F9-1D48-54E6-F2273C7CC9CE}"/>
              </a:ext>
            </a:extLst>
          </p:cNvPr>
          <p:cNvSpPr/>
          <p:nvPr/>
        </p:nvSpPr>
        <p:spPr>
          <a:xfrm>
            <a:off x="4993832" y="1766173"/>
            <a:ext cx="1312108" cy="38862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……</a:t>
            </a:r>
            <a:endParaRPr lang="zh-CN" altLang="en-US" sz="16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521342C0-368F-5C63-5385-11CA2706521C}"/>
              </a:ext>
            </a:extLst>
          </p:cNvPr>
          <p:cNvSpPr/>
          <p:nvPr/>
        </p:nvSpPr>
        <p:spPr>
          <a:xfrm>
            <a:off x="7007878" y="1765411"/>
            <a:ext cx="654737" cy="38862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131A3807-D3CD-4010-1295-E130121FBD32}"/>
              </a:ext>
            </a:extLst>
          </p:cNvPr>
          <p:cNvSpPr/>
          <p:nvPr/>
        </p:nvSpPr>
        <p:spPr>
          <a:xfrm>
            <a:off x="7662615" y="1764642"/>
            <a:ext cx="650085" cy="38862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94" name="直接连接符 93">
            <a:extLst>
              <a:ext uri="{FF2B5EF4-FFF2-40B4-BE49-F238E27FC236}">
                <a16:creationId xmlns:a16="http://schemas.microsoft.com/office/drawing/2014/main" id="{79A8D953-3563-6CF9-501A-6EA7D22D95C7}"/>
              </a:ext>
            </a:extLst>
          </p:cNvPr>
          <p:cNvCxnSpPr>
            <a:cxnSpLocks/>
          </p:cNvCxnSpPr>
          <p:nvPr/>
        </p:nvCxnSpPr>
        <p:spPr>
          <a:xfrm>
            <a:off x="3147504" y="2159222"/>
            <a:ext cx="627335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连接符 99">
            <a:extLst>
              <a:ext uri="{FF2B5EF4-FFF2-40B4-BE49-F238E27FC236}">
                <a16:creationId xmlns:a16="http://schemas.microsoft.com/office/drawing/2014/main" id="{B6F0112D-D27E-1AA9-B0E7-2AA9C062F0F0}"/>
              </a:ext>
            </a:extLst>
          </p:cNvPr>
          <p:cNvCxnSpPr>
            <a:cxnSpLocks/>
          </p:cNvCxnSpPr>
          <p:nvPr/>
        </p:nvCxnSpPr>
        <p:spPr>
          <a:xfrm>
            <a:off x="3141408" y="3674518"/>
            <a:ext cx="627335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连接符 104">
            <a:extLst>
              <a:ext uri="{FF2B5EF4-FFF2-40B4-BE49-F238E27FC236}">
                <a16:creationId xmlns:a16="http://schemas.microsoft.com/office/drawing/2014/main" id="{D23A3927-555F-F7AA-B50D-32E757F59748}"/>
              </a:ext>
            </a:extLst>
          </p:cNvPr>
          <p:cNvCxnSpPr>
            <a:cxnSpLocks/>
          </p:cNvCxnSpPr>
          <p:nvPr/>
        </p:nvCxnSpPr>
        <p:spPr>
          <a:xfrm>
            <a:off x="3147504" y="4068329"/>
            <a:ext cx="627335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连接符 106">
            <a:extLst>
              <a:ext uri="{FF2B5EF4-FFF2-40B4-BE49-F238E27FC236}">
                <a16:creationId xmlns:a16="http://schemas.microsoft.com/office/drawing/2014/main" id="{841D5046-97E4-06F2-D5E4-AA4E754D18F7}"/>
              </a:ext>
            </a:extLst>
          </p:cNvPr>
          <p:cNvCxnSpPr>
            <a:cxnSpLocks/>
          </p:cNvCxnSpPr>
          <p:nvPr/>
        </p:nvCxnSpPr>
        <p:spPr>
          <a:xfrm>
            <a:off x="3142931" y="2749759"/>
            <a:ext cx="0" cy="397379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椭圆 119">
            <a:extLst>
              <a:ext uri="{FF2B5EF4-FFF2-40B4-BE49-F238E27FC236}">
                <a16:creationId xmlns:a16="http://schemas.microsoft.com/office/drawing/2014/main" id="{06FB9D98-5F2E-DE1A-59E7-3D8D32780455}"/>
              </a:ext>
            </a:extLst>
          </p:cNvPr>
          <p:cNvSpPr/>
          <p:nvPr/>
        </p:nvSpPr>
        <p:spPr>
          <a:xfrm>
            <a:off x="2097923" y="3541626"/>
            <a:ext cx="695318" cy="663752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24" name="直接箭头连接符 123">
            <a:extLst>
              <a:ext uri="{FF2B5EF4-FFF2-40B4-BE49-F238E27FC236}">
                <a16:creationId xmlns:a16="http://schemas.microsoft.com/office/drawing/2014/main" id="{263687E0-D9BC-57AD-123C-316339299C52}"/>
              </a:ext>
            </a:extLst>
          </p:cNvPr>
          <p:cNvCxnSpPr>
            <a:cxnSpLocks/>
            <a:stCxn id="19" idx="4"/>
            <a:endCxn id="120" idx="0"/>
          </p:cNvCxnSpPr>
          <p:nvPr/>
        </p:nvCxnSpPr>
        <p:spPr>
          <a:xfrm flipH="1">
            <a:off x="2445582" y="2308108"/>
            <a:ext cx="2787" cy="1233518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弧形 127">
            <a:extLst>
              <a:ext uri="{FF2B5EF4-FFF2-40B4-BE49-F238E27FC236}">
                <a16:creationId xmlns:a16="http://schemas.microsoft.com/office/drawing/2014/main" id="{F8A33E47-8301-AEDB-3CF8-92231BECC24F}"/>
              </a:ext>
            </a:extLst>
          </p:cNvPr>
          <p:cNvSpPr/>
          <p:nvPr/>
        </p:nvSpPr>
        <p:spPr>
          <a:xfrm>
            <a:off x="1047777" y="1765411"/>
            <a:ext cx="1773155" cy="1707722"/>
          </a:xfrm>
          <a:prstGeom prst="arc">
            <a:avLst>
              <a:gd name="adj1" fmla="val 10843985"/>
              <a:gd name="adj2" fmla="val 17175813"/>
            </a:avLst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1" name="弧形 130">
            <a:extLst>
              <a:ext uri="{FF2B5EF4-FFF2-40B4-BE49-F238E27FC236}">
                <a16:creationId xmlns:a16="http://schemas.microsoft.com/office/drawing/2014/main" id="{E7195A1C-0149-9691-4EF2-EB804CC83D4D}"/>
              </a:ext>
            </a:extLst>
          </p:cNvPr>
          <p:cNvSpPr/>
          <p:nvPr/>
        </p:nvSpPr>
        <p:spPr>
          <a:xfrm flipV="1">
            <a:off x="1047777" y="2227588"/>
            <a:ext cx="1705819" cy="1759053"/>
          </a:xfrm>
          <a:prstGeom prst="arc">
            <a:avLst>
              <a:gd name="adj1" fmla="val 11210357"/>
              <a:gd name="adj2" fmla="val 16980109"/>
            </a:avLst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D45DA694-884E-A3C3-3D4A-43E402159AA6}"/>
              </a:ext>
            </a:extLst>
          </p:cNvPr>
          <p:cNvSpPr txBox="1"/>
          <p:nvPr/>
        </p:nvSpPr>
        <p:spPr>
          <a:xfrm rot="5400000">
            <a:off x="762718" y="2731484"/>
            <a:ext cx="595035" cy="338554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……</a:t>
            </a: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id="{65680E7A-EE6A-D4FE-231D-D72EB834DC3A}"/>
              </a:ext>
            </a:extLst>
          </p:cNvPr>
          <p:cNvSpPr/>
          <p:nvPr/>
        </p:nvSpPr>
        <p:spPr>
          <a:xfrm>
            <a:off x="7007860" y="2701297"/>
            <a:ext cx="1831340" cy="479011"/>
          </a:xfrm>
          <a:prstGeom prst="rect">
            <a:avLst/>
          </a:prstGeom>
          <a:noFill/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35" name="直接连接符 134">
            <a:extLst>
              <a:ext uri="{FF2B5EF4-FFF2-40B4-BE49-F238E27FC236}">
                <a16:creationId xmlns:a16="http://schemas.microsoft.com/office/drawing/2014/main" id="{2B086B7A-0477-ED50-8EAF-F1107AC98B2E}"/>
              </a:ext>
            </a:extLst>
          </p:cNvPr>
          <p:cNvCxnSpPr>
            <a:cxnSpLocks/>
          </p:cNvCxnSpPr>
          <p:nvPr/>
        </p:nvCxnSpPr>
        <p:spPr>
          <a:xfrm flipV="1">
            <a:off x="8096800" y="2460967"/>
            <a:ext cx="351663" cy="2069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文本框 137">
            <a:extLst>
              <a:ext uri="{FF2B5EF4-FFF2-40B4-BE49-F238E27FC236}">
                <a16:creationId xmlns:a16="http://schemas.microsoft.com/office/drawing/2014/main" id="{EA068F9B-D08D-829D-710E-31B0B02E85E3}"/>
              </a:ext>
            </a:extLst>
          </p:cNvPr>
          <p:cNvSpPr txBox="1"/>
          <p:nvPr/>
        </p:nvSpPr>
        <p:spPr>
          <a:xfrm>
            <a:off x="8370257" y="2197272"/>
            <a:ext cx="1107996" cy="369332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关键路径</a:t>
            </a:r>
            <a:endParaRPr lang="zh-CN" altLang="en-US" dirty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AF792EE3-2A02-CDCF-60EC-55882AD1BE01}"/>
              </a:ext>
            </a:extLst>
          </p:cNvPr>
          <p:cNvSpPr/>
          <p:nvPr/>
        </p:nvSpPr>
        <p:spPr>
          <a:xfrm>
            <a:off x="3114462" y="1718261"/>
            <a:ext cx="3918797" cy="479011"/>
          </a:xfrm>
          <a:prstGeom prst="rect">
            <a:avLst/>
          </a:prstGeom>
          <a:noFill/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47" name="对象 46">
            <a:extLst>
              <a:ext uri="{FF2B5EF4-FFF2-40B4-BE49-F238E27FC236}">
                <a16:creationId xmlns:a16="http://schemas.microsoft.com/office/drawing/2014/main" id="{98584732-36B8-EE04-A2AB-D6E9ED8502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670464"/>
              </p:ext>
            </p:extLst>
          </p:nvPr>
        </p:nvGraphicFramePr>
        <p:xfrm>
          <a:off x="3321050" y="1741488"/>
          <a:ext cx="285750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66" name="AxMath" r:id="rId3" imgW="109440" imgH="151920" progId="Equation.AxMath">
                  <p:embed/>
                </p:oleObj>
              </mc:Choice>
              <mc:Fallback>
                <p:oleObj name="AxMath" r:id="rId3" imgW="109440" imgH="151920" progId="Equation.AxMath">
                  <p:embed/>
                  <p:pic>
                    <p:nvPicPr>
                      <p:cNvPr id="47" name="对象 46">
                        <a:extLst>
                          <a:ext uri="{FF2B5EF4-FFF2-40B4-BE49-F238E27FC236}">
                            <a16:creationId xmlns:a16="http://schemas.microsoft.com/office/drawing/2014/main" id="{98584732-36B8-EE04-A2AB-D6E9ED8502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21050" y="1741488"/>
                        <a:ext cx="285750" cy="39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对象 49">
            <a:extLst>
              <a:ext uri="{FF2B5EF4-FFF2-40B4-BE49-F238E27FC236}">
                <a16:creationId xmlns:a16="http://schemas.microsoft.com/office/drawing/2014/main" id="{98584732-36B8-EE04-A2AB-D6E9ED8502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6963177"/>
              </p:ext>
            </p:extLst>
          </p:nvPr>
        </p:nvGraphicFramePr>
        <p:xfrm>
          <a:off x="3870325" y="1741488"/>
          <a:ext cx="296863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67" name="AxMath" r:id="rId5" imgW="114120" imgH="151920" progId="Equation.AxMath">
                  <p:embed/>
                </p:oleObj>
              </mc:Choice>
              <mc:Fallback>
                <p:oleObj name="AxMath" r:id="rId5" imgW="114120" imgH="151920" progId="Equation.AxMath">
                  <p:embed/>
                  <p:pic>
                    <p:nvPicPr>
                      <p:cNvPr id="50" name="对象 49">
                        <a:extLst>
                          <a:ext uri="{FF2B5EF4-FFF2-40B4-BE49-F238E27FC236}">
                            <a16:creationId xmlns:a16="http://schemas.microsoft.com/office/drawing/2014/main" id="{98584732-36B8-EE04-A2AB-D6E9ED8502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870325" y="1741488"/>
                        <a:ext cx="296863" cy="39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对象 50">
            <a:extLst>
              <a:ext uri="{FF2B5EF4-FFF2-40B4-BE49-F238E27FC236}">
                <a16:creationId xmlns:a16="http://schemas.microsoft.com/office/drawing/2014/main" id="{98584732-36B8-EE04-A2AB-D6E9ED8502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9035832"/>
              </p:ext>
            </p:extLst>
          </p:nvPr>
        </p:nvGraphicFramePr>
        <p:xfrm>
          <a:off x="4514850" y="1747838"/>
          <a:ext cx="30162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68" name="AxMath" r:id="rId7" imgW="115560" imgH="151920" progId="Equation.AxMath">
                  <p:embed/>
                </p:oleObj>
              </mc:Choice>
              <mc:Fallback>
                <p:oleObj name="AxMath" r:id="rId7" imgW="115560" imgH="151920" progId="Equation.AxMath">
                  <p:embed/>
                  <p:pic>
                    <p:nvPicPr>
                      <p:cNvPr id="51" name="对象 50">
                        <a:extLst>
                          <a:ext uri="{FF2B5EF4-FFF2-40B4-BE49-F238E27FC236}">
                            <a16:creationId xmlns:a16="http://schemas.microsoft.com/office/drawing/2014/main" id="{98584732-36B8-EE04-A2AB-D6E9ED8502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14850" y="1747838"/>
                        <a:ext cx="301625" cy="39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对象 51">
            <a:extLst>
              <a:ext uri="{FF2B5EF4-FFF2-40B4-BE49-F238E27FC236}">
                <a16:creationId xmlns:a16="http://schemas.microsoft.com/office/drawing/2014/main" id="{98584732-36B8-EE04-A2AB-D6E9ED8502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0589200"/>
              </p:ext>
            </p:extLst>
          </p:nvPr>
        </p:nvGraphicFramePr>
        <p:xfrm>
          <a:off x="6394450" y="1741488"/>
          <a:ext cx="522288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69" name="AxMath" r:id="rId9" imgW="201600" imgH="151920" progId="Equation.AxMath">
                  <p:embed/>
                </p:oleObj>
              </mc:Choice>
              <mc:Fallback>
                <p:oleObj name="AxMath" r:id="rId9" imgW="201600" imgH="151920" progId="Equation.AxMath">
                  <p:embed/>
                  <p:pic>
                    <p:nvPicPr>
                      <p:cNvPr id="52" name="对象 51">
                        <a:extLst>
                          <a:ext uri="{FF2B5EF4-FFF2-40B4-BE49-F238E27FC236}">
                            <a16:creationId xmlns:a16="http://schemas.microsoft.com/office/drawing/2014/main" id="{98584732-36B8-EE04-A2AB-D6E9ED8502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394450" y="1741488"/>
                        <a:ext cx="522288" cy="39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对象 52">
            <a:extLst>
              <a:ext uri="{FF2B5EF4-FFF2-40B4-BE49-F238E27FC236}">
                <a16:creationId xmlns:a16="http://schemas.microsoft.com/office/drawing/2014/main" id="{98584732-36B8-EE04-A2AB-D6E9ED8502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5969139"/>
              </p:ext>
            </p:extLst>
          </p:nvPr>
        </p:nvGraphicFramePr>
        <p:xfrm>
          <a:off x="7119938" y="1739900"/>
          <a:ext cx="51117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70" name="AxMath" r:id="rId11" imgW="196920" imgH="151920" progId="Equation.AxMath">
                  <p:embed/>
                </p:oleObj>
              </mc:Choice>
              <mc:Fallback>
                <p:oleObj name="AxMath" r:id="rId11" imgW="196920" imgH="151920" progId="Equation.AxMath">
                  <p:embed/>
                  <p:pic>
                    <p:nvPicPr>
                      <p:cNvPr id="53" name="对象 52">
                        <a:extLst>
                          <a:ext uri="{FF2B5EF4-FFF2-40B4-BE49-F238E27FC236}">
                            <a16:creationId xmlns:a16="http://schemas.microsoft.com/office/drawing/2014/main" id="{98584732-36B8-EE04-A2AB-D6E9ED8502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119938" y="1739900"/>
                        <a:ext cx="511175" cy="39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对象 53">
            <a:extLst>
              <a:ext uri="{FF2B5EF4-FFF2-40B4-BE49-F238E27FC236}">
                <a16:creationId xmlns:a16="http://schemas.microsoft.com/office/drawing/2014/main" id="{98584732-36B8-EE04-A2AB-D6E9ED8502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4151435"/>
              </p:ext>
            </p:extLst>
          </p:nvPr>
        </p:nvGraphicFramePr>
        <p:xfrm>
          <a:off x="7874000" y="1739900"/>
          <a:ext cx="260350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71" name="AxMath" r:id="rId13" imgW="100800" imgH="151920" progId="Equation.AxMath">
                  <p:embed/>
                </p:oleObj>
              </mc:Choice>
              <mc:Fallback>
                <p:oleObj name="AxMath" r:id="rId13" imgW="100800" imgH="151920" progId="Equation.AxMath">
                  <p:embed/>
                  <p:pic>
                    <p:nvPicPr>
                      <p:cNvPr id="54" name="对象 53">
                        <a:extLst>
                          <a:ext uri="{FF2B5EF4-FFF2-40B4-BE49-F238E27FC236}">
                            <a16:creationId xmlns:a16="http://schemas.microsoft.com/office/drawing/2014/main" id="{98584732-36B8-EE04-A2AB-D6E9ED8502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874000" y="1739900"/>
                        <a:ext cx="260350" cy="39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" name="矩形 54">
            <a:extLst>
              <a:ext uri="{FF2B5EF4-FFF2-40B4-BE49-F238E27FC236}">
                <a16:creationId xmlns:a16="http://schemas.microsoft.com/office/drawing/2014/main" id="{E78D67F0-BFA7-5110-7E07-1DDB44AF2237}"/>
              </a:ext>
            </a:extLst>
          </p:cNvPr>
          <p:cNvSpPr/>
          <p:nvPr/>
        </p:nvSpPr>
        <p:spPr>
          <a:xfrm>
            <a:off x="3715346" y="3679709"/>
            <a:ext cx="560324" cy="38862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FE1577DB-FBDB-C80C-B0CC-4AA623E20B4E}"/>
              </a:ext>
            </a:extLst>
          </p:cNvPr>
          <p:cNvSpPr/>
          <p:nvPr/>
        </p:nvSpPr>
        <p:spPr>
          <a:xfrm>
            <a:off x="4275016" y="3679709"/>
            <a:ext cx="727379" cy="38862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8BABD42D-7791-3BA2-BC1C-6192BEF03D6D}"/>
              </a:ext>
            </a:extLst>
          </p:cNvPr>
          <p:cNvSpPr/>
          <p:nvPr/>
        </p:nvSpPr>
        <p:spPr>
          <a:xfrm>
            <a:off x="6314504" y="3678947"/>
            <a:ext cx="703494" cy="38862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F1B84C95-C5EE-39E4-3C31-6FFF64A06F52}"/>
              </a:ext>
            </a:extLst>
          </p:cNvPr>
          <p:cNvSpPr/>
          <p:nvPr/>
        </p:nvSpPr>
        <p:spPr>
          <a:xfrm>
            <a:off x="3156069" y="3679709"/>
            <a:ext cx="560324" cy="38862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6F7F9F07-76F9-1D48-54E6-F2273C7CC9CE}"/>
              </a:ext>
            </a:extLst>
          </p:cNvPr>
          <p:cNvSpPr/>
          <p:nvPr/>
        </p:nvSpPr>
        <p:spPr>
          <a:xfrm>
            <a:off x="5002397" y="3679709"/>
            <a:ext cx="1312108" cy="38862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……</a:t>
            </a:r>
            <a:endParaRPr lang="zh-CN" altLang="en-US" sz="16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521342C0-368F-5C63-5385-11CA2706521C}"/>
              </a:ext>
            </a:extLst>
          </p:cNvPr>
          <p:cNvSpPr/>
          <p:nvPr/>
        </p:nvSpPr>
        <p:spPr>
          <a:xfrm>
            <a:off x="7016443" y="3678947"/>
            <a:ext cx="654737" cy="38862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131A3807-D3CD-4010-1295-E130121FBD32}"/>
              </a:ext>
            </a:extLst>
          </p:cNvPr>
          <p:cNvSpPr/>
          <p:nvPr/>
        </p:nvSpPr>
        <p:spPr>
          <a:xfrm>
            <a:off x="7671180" y="3678178"/>
            <a:ext cx="650085" cy="38862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2" name="对象 61">
            <a:extLst>
              <a:ext uri="{FF2B5EF4-FFF2-40B4-BE49-F238E27FC236}">
                <a16:creationId xmlns:a16="http://schemas.microsoft.com/office/drawing/2014/main" id="{98584732-36B8-EE04-A2AB-D6E9ED8502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9327386"/>
              </p:ext>
            </p:extLst>
          </p:nvPr>
        </p:nvGraphicFramePr>
        <p:xfrm>
          <a:off x="3328988" y="3654425"/>
          <a:ext cx="285750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72" name="AxMath" r:id="rId15" imgW="109440" imgH="151920" progId="Equation.AxMath">
                  <p:embed/>
                </p:oleObj>
              </mc:Choice>
              <mc:Fallback>
                <p:oleObj name="AxMath" r:id="rId15" imgW="109440" imgH="151920" progId="Equation.AxMath">
                  <p:embed/>
                  <p:pic>
                    <p:nvPicPr>
                      <p:cNvPr id="62" name="对象 61">
                        <a:extLst>
                          <a:ext uri="{FF2B5EF4-FFF2-40B4-BE49-F238E27FC236}">
                            <a16:creationId xmlns:a16="http://schemas.microsoft.com/office/drawing/2014/main" id="{98584732-36B8-EE04-A2AB-D6E9ED8502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28988" y="3654425"/>
                        <a:ext cx="285750" cy="39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" name="对象 63">
            <a:extLst>
              <a:ext uri="{FF2B5EF4-FFF2-40B4-BE49-F238E27FC236}">
                <a16:creationId xmlns:a16="http://schemas.microsoft.com/office/drawing/2014/main" id="{98584732-36B8-EE04-A2AB-D6E9ED8502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6539899"/>
              </p:ext>
            </p:extLst>
          </p:nvPr>
        </p:nvGraphicFramePr>
        <p:xfrm>
          <a:off x="3878263" y="3654425"/>
          <a:ext cx="296862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73" name="AxMath" r:id="rId16" imgW="114120" imgH="151920" progId="Equation.AxMath">
                  <p:embed/>
                </p:oleObj>
              </mc:Choice>
              <mc:Fallback>
                <p:oleObj name="AxMath" r:id="rId16" imgW="114120" imgH="151920" progId="Equation.AxMath">
                  <p:embed/>
                  <p:pic>
                    <p:nvPicPr>
                      <p:cNvPr id="64" name="对象 63">
                        <a:extLst>
                          <a:ext uri="{FF2B5EF4-FFF2-40B4-BE49-F238E27FC236}">
                            <a16:creationId xmlns:a16="http://schemas.microsoft.com/office/drawing/2014/main" id="{98584732-36B8-EE04-A2AB-D6E9ED8502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878263" y="3654425"/>
                        <a:ext cx="296862" cy="39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" name="对象 64">
            <a:extLst>
              <a:ext uri="{FF2B5EF4-FFF2-40B4-BE49-F238E27FC236}">
                <a16:creationId xmlns:a16="http://schemas.microsoft.com/office/drawing/2014/main" id="{98584732-36B8-EE04-A2AB-D6E9ED8502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1604763"/>
              </p:ext>
            </p:extLst>
          </p:nvPr>
        </p:nvGraphicFramePr>
        <p:xfrm>
          <a:off x="4522788" y="3660775"/>
          <a:ext cx="30162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74" name="AxMath" r:id="rId17" imgW="115560" imgH="151920" progId="Equation.AxMath">
                  <p:embed/>
                </p:oleObj>
              </mc:Choice>
              <mc:Fallback>
                <p:oleObj name="AxMath" r:id="rId17" imgW="115560" imgH="151920" progId="Equation.AxMath">
                  <p:embed/>
                  <p:pic>
                    <p:nvPicPr>
                      <p:cNvPr id="65" name="对象 64">
                        <a:extLst>
                          <a:ext uri="{FF2B5EF4-FFF2-40B4-BE49-F238E27FC236}">
                            <a16:creationId xmlns:a16="http://schemas.microsoft.com/office/drawing/2014/main" id="{98584732-36B8-EE04-A2AB-D6E9ED8502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22788" y="3660775"/>
                        <a:ext cx="301625" cy="39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" name="对象 65">
            <a:extLst>
              <a:ext uri="{FF2B5EF4-FFF2-40B4-BE49-F238E27FC236}">
                <a16:creationId xmlns:a16="http://schemas.microsoft.com/office/drawing/2014/main" id="{98584732-36B8-EE04-A2AB-D6E9ED8502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6011251"/>
              </p:ext>
            </p:extLst>
          </p:nvPr>
        </p:nvGraphicFramePr>
        <p:xfrm>
          <a:off x="6403975" y="3654425"/>
          <a:ext cx="52387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75" name="AxMath" r:id="rId18" imgW="201600" imgH="151920" progId="Equation.AxMath">
                  <p:embed/>
                </p:oleObj>
              </mc:Choice>
              <mc:Fallback>
                <p:oleObj name="AxMath" r:id="rId18" imgW="201600" imgH="151920" progId="Equation.AxMath">
                  <p:embed/>
                  <p:pic>
                    <p:nvPicPr>
                      <p:cNvPr id="66" name="对象 65">
                        <a:extLst>
                          <a:ext uri="{FF2B5EF4-FFF2-40B4-BE49-F238E27FC236}">
                            <a16:creationId xmlns:a16="http://schemas.microsoft.com/office/drawing/2014/main" id="{98584732-36B8-EE04-A2AB-D6E9ED8502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403975" y="3654425"/>
                        <a:ext cx="523875" cy="39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" name="对象 66">
            <a:extLst>
              <a:ext uri="{FF2B5EF4-FFF2-40B4-BE49-F238E27FC236}">
                <a16:creationId xmlns:a16="http://schemas.microsoft.com/office/drawing/2014/main" id="{98584732-36B8-EE04-A2AB-D6E9ED8502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246310"/>
              </p:ext>
            </p:extLst>
          </p:nvPr>
        </p:nvGraphicFramePr>
        <p:xfrm>
          <a:off x="7127875" y="3652838"/>
          <a:ext cx="51117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76" name="AxMath" r:id="rId19" imgW="196920" imgH="151920" progId="Equation.AxMath">
                  <p:embed/>
                </p:oleObj>
              </mc:Choice>
              <mc:Fallback>
                <p:oleObj name="AxMath" r:id="rId19" imgW="196920" imgH="151920" progId="Equation.AxMath">
                  <p:embed/>
                  <p:pic>
                    <p:nvPicPr>
                      <p:cNvPr id="67" name="对象 66">
                        <a:extLst>
                          <a:ext uri="{FF2B5EF4-FFF2-40B4-BE49-F238E27FC236}">
                            <a16:creationId xmlns:a16="http://schemas.microsoft.com/office/drawing/2014/main" id="{98584732-36B8-EE04-A2AB-D6E9ED8502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127875" y="3652838"/>
                        <a:ext cx="511175" cy="39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" name="对象 67">
            <a:extLst>
              <a:ext uri="{FF2B5EF4-FFF2-40B4-BE49-F238E27FC236}">
                <a16:creationId xmlns:a16="http://schemas.microsoft.com/office/drawing/2014/main" id="{98584732-36B8-EE04-A2AB-D6E9ED8502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383454"/>
              </p:ext>
            </p:extLst>
          </p:nvPr>
        </p:nvGraphicFramePr>
        <p:xfrm>
          <a:off x="7883525" y="3652838"/>
          <a:ext cx="258763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77" name="AxMath" r:id="rId21" imgW="100800" imgH="151920" progId="Equation.AxMath">
                  <p:embed/>
                </p:oleObj>
              </mc:Choice>
              <mc:Fallback>
                <p:oleObj name="AxMath" r:id="rId21" imgW="100800" imgH="151920" progId="Equation.AxMath">
                  <p:embed/>
                  <p:pic>
                    <p:nvPicPr>
                      <p:cNvPr id="68" name="对象 67">
                        <a:extLst>
                          <a:ext uri="{FF2B5EF4-FFF2-40B4-BE49-F238E27FC236}">
                            <a16:creationId xmlns:a16="http://schemas.microsoft.com/office/drawing/2014/main" id="{98584732-36B8-EE04-A2AB-D6E9ED8502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7883525" y="3652838"/>
                        <a:ext cx="258763" cy="39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" name="对象 68">
            <a:extLst>
              <a:ext uri="{FF2B5EF4-FFF2-40B4-BE49-F238E27FC236}">
                <a16:creationId xmlns:a16="http://schemas.microsoft.com/office/drawing/2014/main" id="{98584732-36B8-EE04-A2AB-D6E9ED8502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3011563"/>
              </p:ext>
            </p:extLst>
          </p:nvPr>
        </p:nvGraphicFramePr>
        <p:xfrm>
          <a:off x="3836988" y="2709863"/>
          <a:ext cx="25717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78" name="AxMath" r:id="rId23" imgW="97920" imgH="151920" progId="Equation.AxMath">
                  <p:embed/>
                </p:oleObj>
              </mc:Choice>
              <mc:Fallback>
                <p:oleObj name="AxMath" r:id="rId23" imgW="97920" imgH="151920" progId="Equation.AxMath">
                  <p:embed/>
                  <p:pic>
                    <p:nvPicPr>
                      <p:cNvPr id="69" name="对象 68">
                        <a:extLst>
                          <a:ext uri="{FF2B5EF4-FFF2-40B4-BE49-F238E27FC236}">
                            <a16:creationId xmlns:a16="http://schemas.microsoft.com/office/drawing/2014/main" id="{98584732-36B8-EE04-A2AB-D6E9ED8502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836988" y="2709863"/>
                        <a:ext cx="257175" cy="39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" name="对象 69">
            <a:extLst>
              <a:ext uri="{FF2B5EF4-FFF2-40B4-BE49-F238E27FC236}">
                <a16:creationId xmlns:a16="http://schemas.microsoft.com/office/drawing/2014/main" id="{98584732-36B8-EE04-A2AB-D6E9ED8502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155527"/>
              </p:ext>
            </p:extLst>
          </p:nvPr>
        </p:nvGraphicFramePr>
        <p:xfrm>
          <a:off x="4418013" y="2716213"/>
          <a:ext cx="268287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79" name="AxMath" r:id="rId25" imgW="102960" imgH="151920" progId="Equation.AxMath">
                  <p:embed/>
                </p:oleObj>
              </mc:Choice>
              <mc:Fallback>
                <p:oleObj name="AxMath" r:id="rId25" imgW="102960" imgH="151920" progId="Equation.AxMath">
                  <p:embed/>
                  <p:pic>
                    <p:nvPicPr>
                      <p:cNvPr id="70" name="对象 69">
                        <a:extLst>
                          <a:ext uri="{FF2B5EF4-FFF2-40B4-BE49-F238E27FC236}">
                            <a16:creationId xmlns:a16="http://schemas.microsoft.com/office/drawing/2014/main" id="{98584732-36B8-EE04-A2AB-D6E9ED8502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4418013" y="2716213"/>
                        <a:ext cx="268287" cy="39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" name="对象 70">
            <a:extLst>
              <a:ext uri="{FF2B5EF4-FFF2-40B4-BE49-F238E27FC236}">
                <a16:creationId xmlns:a16="http://schemas.microsoft.com/office/drawing/2014/main" id="{98584732-36B8-EE04-A2AB-D6E9ED8502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6471911"/>
              </p:ext>
            </p:extLst>
          </p:nvPr>
        </p:nvGraphicFramePr>
        <p:xfrm>
          <a:off x="5149850" y="2716213"/>
          <a:ext cx="271463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80" name="AxMath" r:id="rId27" imgW="104040" imgH="151920" progId="Equation.AxMath">
                  <p:embed/>
                </p:oleObj>
              </mc:Choice>
              <mc:Fallback>
                <p:oleObj name="AxMath" r:id="rId27" imgW="104040" imgH="151920" progId="Equation.AxMath">
                  <p:embed/>
                  <p:pic>
                    <p:nvPicPr>
                      <p:cNvPr id="71" name="对象 70">
                        <a:extLst>
                          <a:ext uri="{FF2B5EF4-FFF2-40B4-BE49-F238E27FC236}">
                            <a16:creationId xmlns:a16="http://schemas.microsoft.com/office/drawing/2014/main" id="{98584732-36B8-EE04-A2AB-D6E9ED8502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5149850" y="2716213"/>
                        <a:ext cx="271463" cy="39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" name="对象 71">
            <a:extLst>
              <a:ext uri="{FF2B5EF4-FFF2-40B4-BE49-F238E27FC236}">
                <a16:creationId xmlns:a16="http://schemas.microsoft.com/office/drawing/2014/main" id="{98584732-36B8-EE04-A2AB-D6E9ED8502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3894641"/>
              </p:ext>
            </p:extLst>
          </p:nvPr>
        </p:nvGraphicFramePr>
        <p:xfrm>
          <a:off x="7104063" y="2716213"/>
          <a:ext cx="493712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81" name="AxMath" r:id="rId29" imgW="190080" imgH="151920" progId="Equation.AxMath">
                  <p:embed/>
                </p:oleObj>
              </mc:Choice>
              <mc:Fallback>
                <p:oleObj name="AxMath" r:id="rId29" imgW="190080" imgH="151920" progId="Equation.AxMath">
                  <p:embed/>
                  <p:pic>
                    <p:nvPicPr>
                      <p:cNvPr id="72" name="对象 71">
                        <a:extLst>
                          <a:ext uri="{FF2B5EF4-FFF2-40B4-BE49-F238E27FC236}">
                            <a16:creationId xmlns:a16="http://schemas.microsoft.com/office/drawing/2014/main" id="{98584732-36B8-EE04-A2AB-D6E9ED8502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7104063" y="2716213"/>
                        <a:ext cx="493712" cy="39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" name="对象 72">
            <a:extLst>
              <a:ext uri="{FF2B5EF4-FFF2-40B4-BE49-F238E27FC236}">
                <a16:creationId xmlns:a16="http://schemas.microsoft.com/office/drawing/2014/main" id="{98584732-36B8-EE04-A2AB-D6E9ED8502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7346551"/>
              </p:ext>
            </p:extLst>
          </p:nvPr>
        </p:nvGraphicFramePr>
        <p:xfrm>
          <a:off x="7745413" y="2724150"/>
          <a:ext cx="482600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82" name="AxMath" r:id="rId31" imgW="185760" imgH="151920" progId="Equation.AxMath">
                  <p:embed/>
                </p:oleObj>
              </mc:Choice>
              <mc:Fallback>
                <p:oleObj name="AxMath" r:id="rId31" imgW="185760" imgH="151920" progId="Equation.AxMath">
                  <p:embed/>
                  <p:pic>
                    <p:nvPicPr>
                      <p:cNvPr id="73" name="对象 72">
                        <a:extLst>
                          <a:ext uri="{FF2B5EF4-FFF2-40B4-BE49-F238E27FC236}">
                            <a16:creationId xmlns:a16="http://schemas.microsoft.com/office/drawing/2014/main" id="{98584732-36B8-EE04-A2AB-D6E9ED8502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7745413" y="2724150"/>
                        <a:ext cx="482600" cy="39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" name="对象 73">
            <a:extLst>
              <a:ext uri="{FF2B5EF4-FFF2-40B4-BE49-F238E27FC236}">
                <a16:creationId xmlns:a16="http://schemas.microsoft.com/office/drawing/2014/main" id="{98584732-36B8-EE04-A2AB-D6E9ED8502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3435039"/>
              </p:ext>
            </p:extLst>
          </p:nvPr>
        </p:nvGraphicFramePr>
        <p:xfrm>
          <a:off x="8445500" y="2738438"/>
          <a:ext cx="230188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83" name="AxMath" r:id="rId33" imgW="89280" imgH="151920" progId="Equation.AxMath">
                  <p:embed/>
                </p:oleObj>
              </mc:Choice>
              <mc:Fallback>
                <p:oleObj name="AxMath" r:id="rId33" imgW="89280" imgH="151920" progId="Equation.AxMath">
                  <p:embed/>
                  <p:pic>
                    <p:nvPicPr>
                      <p:cNvPr id="74" name="对象 73">
                        <a:extLst>
                          <a:ext uri="{FF2B5EF4-FFF2-40B4-BE49-F238E27FC236}">
                            <a16:creationId xmlns:a16="http://schemas.microsoft.com/office/drawing/2014/main" id="{98584732-36B8-EE04-A2AB-D6E9ED8502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8445500" y="2738438"/>
                        <a:ext cx="230188" cy="39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" name="文本框 74">
            <a:extLst>
              <a:ext uri="{FF2B5EF4-FFF2-40B4-BE49-F238E27FC236}">
                <a16:creationId xmlns:a16="http://schemas.microsoft.com/office/drawing/2014/main" id="{EA068F9B-D08D-829D-710E-31B0B02E85E3}"/>
              </a:ext>
            </a:extLst>
          </p:cNvPr>
          <p:cNvSpPr txBox="1"/>
          <p:nvPr/>
        </p:nvSpPr>
        <p:spPr>
          <a:xfrm>
            <a:off x="2070327" y="1778612"/>
            <a:ext cx="646331" cy="369332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节点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0323110"/>
              </p:ext>
            </p:extLst>
          </p:nvPr>
        </p:nvGraphicFramePr>
        <p:xfrm>
          <a:off x="2630488" y="1841500"/>
          <a:ext cx="122237" cy="325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84" name="AxMath" r:id="rId35" imgW="86040" imgH="226800" progId="Equation.AxMath">
                  <p:embed/>
                </p:oleObj>
              </mc:Choice>
              <mc:Fallback>
                <p:oleObj name="AxMath" r:id="rId35" imgW="86040" imgH="226800" progId="Equation.AxMat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2630488" y="1841500"/>
                        <a:ext cx="122237" cy="325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" name="文本框 76">
            <a:extLst>
              <a:ext uri="{FF2B5EF4-FFF2-40B4-BE49-F238E27FC236}">
                <a16:creationId xmlns:a16="http://schemas.microsoft.com/office/drawing/2014/main" id="{EA068F9B-D08D-829D-710E-31B0B02E85E3}"/>
              </a:ext>
            </a:extLst>
          </p:cNvPr>
          <p:cNvSpPr txBox="1"/>
          <p:nvPr/>
        </p:nvSpPr>
        <p:spPr>
          <a:xfrm>
            <a:off x="2065282" y="3690536"/>
            <a:ext cx="646331" cy="369332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节点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78" name="对象 7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1294660"/>
              </p:ext>
            </p:extLst>
          </p:nvPr>
        </p:nvGraphicFramePr>
        <p:xfrm>
          <a:off x="2625725" y="3733800"/>
          <a:ext cx="153988" cy="325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85" name="AxMath" r:id="rId37" imgW="108360" imgH="226800" progId="Equation.AxMath">
                  <p:embed/>
                </p:oleObj>
              </mc:Choice>
              <mc:Fallback>
                <p:oleObj name="AxMath" r:id="rId37" imgW="108360" imgH="226800" progId="Equation.AxMath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2625725" y="3733800"/>
                        <a:ext cx="153988" cy="325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" name="文本框 79">
            <a:extLst>
              <a:ext uri="{FF2B5EF4-FFF2-40B4-BE49-F238E27FC236}">
                <a16:creationId xmlns:a16="http://schemas.microsoft.com/office/drawing/2014/main" id="{EA068F9B-D08D-829D-710E-31B0B02E85E3}"/>
              </a:ext>
            </a:extLst>
          </p:cNvPr>
          <p:cNvSpPr txBox="1"/>
          <p:nvPr/>
        </p:nvSpPr>
        <p:spPr>
          <a:xfrm>
            <a:off x="2394875" y="2751693"/>
            <a:ext cx="649537" cy="369332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链路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81" name="对象 8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6720884"/>
              </p:ext>
            </p:extLst>
          </p:nvPr>
        </p:nvGraphicFramePr>
        <p:xfrm>
          <a:off x="2930525" y="2795588"/>
          <a:ext cx="203200" cy="325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86" name="AxMath" r:id="rId39" imgW="143640" imgH="226800" progId="Equation.AxMath">
                  <p:embed/>
                </p:oleObj>
              </mc:Choice>
              <mc:Fallback>
                <p:oleObj name="AxMath" r:id="rId39" imgW="143640" imgH="226800" progId="Equation.AxMath">
                  <p:embed/>
                  <p:pic>
                    <p:nvPicPr>
                      <p:cNvPr id="78" name="对象 77"/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2930525" y="2795588"/>
                        <a:ext cx="203200" cy="3254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0550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3CD74299-1FF5-451F-B5F9-E74030E0CE57}"/>
              </a:ext>
            </a:extLst>
          </p:cNvPr>
          <p:cNvCxnSpPr>
            <a:cxnSpLocks/>
          </p:cNvCxnSpPr>
          <p:nvPr/>
        </p:nvCxnSpPr>
        <p:spPr>
          <a:xfrm>
            <a:off x="3147504" y="3142059"/>
            <a:ext cx="8657146" cy="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9E7A2A5B-340F-01F4-15C2-0CC2C6C2BA54}"/>
              </a:ext>
            </a:extLst>
          </p:cNvPr>
          <p:cNvCxnSpPr>
            <a:cxnSpLocks/>
          </p:cNvCxnSpPr>
          <p:nvPr/>
        </p:nvCxnSpPr>
        <p:spPr>
          <a:xfrm flipV="1">
            <a:off x="3147504" y="2750032"/>
            <a:ext cx="8657146" cy="1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E78D67F0-BFA7-5110-7E07-1DDB44AF2237}"/>
              </a:ext>
            </a:extLst>
          </p:cNvPr>
          <p:cNvSpPr/>
          <p:nvPr/>
        </p:nvSpPr>
        <p:spPr>
          <a:xfrm>
            <a:off x="5110131" y="1766173"/>
            <a:ext cx="560324" cy="388620"/>
          </a:xfrm>
          <a:prstGeom prst="rect">
            <a:avLst/>
          </a:prstGeom>
          <a:solidFill>
            <a:srgbClr val="F8CBAD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E1577DB-FBDB-C80C-B0CC-4AA623E20B4E}"/>
              </a:ext>
            </a:extLst>
          </p:cNvPr>
          <p:cNvSpPr/>
          <p:nvPr/>
        </p:nvSpPr>
        <p:spPr>
          <a:xfrm>
            <a:off x="5669801" y="1766173"/>
            <a:ext cx="727379" cy="388620"/>
          </a:xfrm>
          <a:prstGeom prst="rect">
            <a:avLst/>
          </a:prstGeom>
          <a:solidFill>
            <a:srgbClr val="F8CBAD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BABD42D-7791-3BA2-BC1C-6192BEF03D6D}"/>
              </a:ext>
            </a:extLst>
          </p:cNvPr>
          <p:cNvSpPr/>
          <p:nvPr/>
        </p:nvSpPr>
        <p:spPr>
          <a:xfrm>
            <a:off x="7709289" y="1765411"/>
            <a:ext cx="703494" cy="388620"/>
          </a:xfrm>
          <a:prstGeom prst="rect">
            <a:avLst/>
          </a:prstGeom>
          <a:solidFill>
            <a:srgbClr val="F8CBAD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9B1C0D6A-5A1B-8BDC-F110-543DE90C7C88}"/>
              </a:ext>
            </a:extLst>
          </p:cNvPr>
          <p:cNvSpPr/>
          <p:nvPr/>
        </p:nvSpPr>
        <p:spPr>
          <a:xfrm>
            <a:off x="2100710" y="1644356"/>
            <a:ext cx="695318" cy="663752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4FCA8EC-93A4-C70F-B599-B2B38B00D70B}"/>
              </a:ext>
            </a:extLst>
          </p:cNvPr>
          <p:cNvSpPr/>
          <p:nvPr/>
        </p:nvSpPr>
        <p:spPr>
          <a:xfrm>
            <a:off x="6427897" y="2746707"/>
            <a:ext cx="422482" cy="388620"/>
          </a:xfrm>
          <a:prstGeom prst="rect">
            <a:avLst/>
          </a:prstGeom>
          <a:solidFill>
            <a:srgbClr val="9DC3E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0B87547-392A-21F2-5B4E-52DCF93C19FA}"/>
              </a:ext>
            </a:extLst>
          </p:cNvPr>
          <p:cNvSpPr/>
          <p:nvPr/>
        </p:nvSpPr>
        <p:spPr>
          <a:xfrm>
            <a:off x="6968178" y="2744679"/>
            <a:ext cx="496879" cy="388620"/>
          </a:xfrm>
          <a:prstGeom prst="rect">
            <a:avLst/>
          </a:prstGeom>
          <a:solidFill>
            <a:srgbClr val="9DC3E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D08E8B7-989D-3EE2-D155-FEE7F435CEC4}"/>
              </a:ext>
            </a:extLst>
          </p:cNvPr>
          <p:cNvSpPr/>
          <p:nvPr/>
        </p:nvSpPr>
        <p:spPr>
          <a:xfrm>
            <a:off x="7688710" y="2744679"/>
            <a:ext cx="566928" cy="388620"/>
          </a:xfrm>
          <a:prstGeom prst="rect">
            <a:avLst/>
          </a:prstGeom>
          <a:solidFill>
            <a:srgbClr val="9DC3E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163B787-97FC-293C-0229-504B0954DCE9}"/>
              </a:ext>
            </a:extLst>
          </p:cNvPr>
          <p:cNvSpPr/>
          <p:nvPr/>
        </p:nvSpPr>
        <p:spPr>
          <a:xfrm>
            <a:off x="9727296" y="2749504"/>
            <a:ext cx="608280" cy="388620"/>
          </a:xfrm>
          <a:prstGeom prst="rect">
            <a:avLst/>
          </a:prstGeom>
          <a:solidFill>
            <a:srgbClr val="9DC3E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B5D904A-246E-2773-3A25-0719B2695BEC}"/>
              </a:ext>
            </a:extLst>
          </p:cNvPr>
          <p:cNvSpPr/>
          <p:nvPr/>
        </p:nvSpPr>
        <p:spPr>
          <a:xfrm>
            <a:off x="10335576" y="2749185"/>
            <a:ext cx="650615" cy="388620"/>
          </a:xfrm>
          <a:prstGeom prst="rect">
            <a:avLst/>
          </a:prstGeom>
          <a:solidFill>
            <a:srgbClr val="9DC3E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57862A7D-F92B-169C-4C0A-5D05F6B3B99B}"/>
              </a:ext>
            </a:extLst>
          </p:cNvPr>
          <p:cNvSpPr/>
          <p:nvPr/>
        </p:nvSpPr>
        <p:spPr>
          <a:xfrm>
            <a:off x="10986191" y="2746707"/>
            <a:ext cx="508897" cy="388620"/>
          </a:xfrm>
          <a:prstGeom prst="rect">
            <a:avLst/>
          </a:prstGeom>
          <a:solidFill>
            <a:srgbClr val="9DC3E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42B4F279-A32E-66FE-1468-D73E31C88FAA}"/>
              </a:ext>
            </a:extLst>
          </p:cNvPr>
          <p:cNvCxnSpPr>
            <a:cxnSpLocks/>
          </p:cNvCxnSpPr>
          <p:nvPr/>
        </p:nvCxnSpPr>
        <p:spPr>
          <a:xfrm>
            <a:off x="3147504" y="1765411"/>
            <a:ext cx="790657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矩形 62">
            <a:extLst>
              <a:ext uri="{FF2B5EF4-FFF2-40B4-BE49-F238E27FC236}">
                <a16:creationId xmlns:a16="http://schemas.microsoft.com/office/drawing/2014/main" id="{F1B84C95-C5EE-39E4-3C31-6FFF64A06F52}"/>
              </a:ext>
            </a:extLst>
          </p:cNvPr>
          <p:cNvSpPr/>
          <p:nvPr/>
        </p:nvSpPr>
        <p:spPr>
          <a:xfrm>
            <a:off x="4550854" y="1766173"/>
            <a:ext cx="560324" cy="388620"/>
          </a:xfrm>
          <a:prstGeom prst="rect">
            <a:avLst/>
          </a:prstGeom>
          <a:solidFill>
            <a:srgbClr val="F8CBAD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6F7F9F07-76F9-1D48-54E6-F2273C7CC9CE}"/>
              </a:ext>
            </a:extLst>
          </p:cNvPr>
          <p:cNvSpPr/>
          <p:nvPr/>
        </p:nvSpPr>
        <p:spPr>
          <a:xfrm>
            <a:off x="6397182" y="1766173"/>
            <a:ext cx="1312108" cy="38862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……</a:t>
            </a:r>
            <a:endParaRPr lang="zh-CN" altLang="en-US" sz="16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521342C0-368F-5C63-5385-11CA2706521C}"/>
              </a:ext>
            </a:extLst>
          </p:cNvPr>
          <p:cNvSpPr/>
          <p:nvPr/>
        </p:nvSpPr>
        <p:spPr>
          <a:xfrm>
            <a:off x="8411228" y="1765411"/>
            <a:ext cx="654737" cy="388620"/>
          </a:xfrm>
          <a:prstGeom prst="rect">
            <a:avLst/>
          </a:prstGeom>
          <a:solidFill>
            <a:srgbClr val="F8CBAD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131A3807-D3CD-4010-1295-E130121FBD32}"/>
              </a:ext>
            </a:extLst>
          </p:cNvPr>
          <p:cNvSpPr/>
          <p:nvPr/>
        </p:nvSpPr>
        <p:spPr>
          <a:xfrm>
            <a:off x="9065965" y="1764642"/>
            <a:ext cx="650085" cy="388620"/>
          </a:xfrm>
          <a:prstGeom prst="rect">
            <a:avLst/>
          </a:prstGeom>
          <a:solidFill>
            <a:srgbClr val="F8CBAD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94" name="直接连接符 93">
            <a:extLst>
              <a:ext uri="{FF2B5EF4-FFF2-40B4-BE49-F238E27FC236}">
                <a16:creationId xmlns:a16="http://schemas.microsoft.com/office/drawing/2014/main" id="{79A8D953-3563-6CF9-501A-6EA7D22D95C7}"/>
              </a:ext>
            </a:extLst>
          </p:cNvPr>
          <p:cNvCxnSpPr>
            <a:cxnSpLocks/>
          </p:cNvCxnSpPr>
          <p:nvPr/>
        </p:nvCxnSpPr>
        <p:spPr>
          <a:xfrm>
            <a:off x="3147504" y="2159222"/>
            <a:ext cx="790657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连接符 99">
            <a:extLst>
              <a:ext uri="{FF2B5EF4-FFF2-40B4-BE49-F238E27FC236}">
                <a16:creationId xmlns:a16="http://schemas.microsoft.com/office/drawing/2014/main" id="{B6F0112D-D27E-1AA9-B0E7-2AA9C062F0F0}"/>
              </a:ext>
            </a:extLst>
          </p:cNvPr>
          <p:cNvCxnSpPr>
            <a:cxnSpLocks/>
          </p:cNvCxnSpPr>
          <p:nvPr/>
        </p:nvCxnSpPr>
        <p:spPr>
          <a:xfrm>
            <a:off x="3141408" y="3674518"/>
            <a:ext cx="7912672" cy="366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连接符 104">
            <a:extLst>
              <a:ext uri="{FF2B5EF4-FFF2-40B4-BE49-F238E27FC236}">
                <a16:creationId xmlns:a16="http://schemas.microsoft.com/office/drawing/2014/main" id="{D23A3927-555F-F7AA-B50D-32E757F59748}"/>
              </a:ext>
            </a:extLst>
          </p:cNvPr>
          <p:cNvCxnSpPr>
            <a:cxnSpLocks/>
          </p:cNvCxnSpPr>
          <p:nvPr/>
        </p:nvCxnSpPr>
        <p:spPr>
          <a:xfrm flipV="1">
            <a:off x="3147504" y="4066798"/>
            <a:ext cx="7906576" cy="153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连接符 106">
            <a:extLst>
              <a:ext uri="{FF2B5EF4-FFF2-40B4-BE49-F238E27FC236}">
                <a16:creationId xmlns:a16="http://schemas.microsoft.com/office/drawing/2014/main" id="{841D5046-97E4-06F2-D5E4-AA4E754D18F7}"/>
              </a:ext>
            </a:extLst>
          </p:cNvPr>
          <p:cNvCxnSpPr>
            <a:cxnSpLocks/>
          </p:cNvCxnSpPr>
          <p:nvPr/>
        </p:nvCxnSpPr>
        <p:spPr>
          <a:xfrm>
            <a:off x="3142931" y="2749759"/>
            <a:ext cx="0" cy="397379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椭圆 119">
            <a:extLst>
              <a:ext uri="{FF2B5EF4-FFF2-40B4-BE49-F238E27FC236}">
                <a16:creationId xmlns:a16="http://schemas.microsoft.com/office/drawing/2014/main" id="{06FB9D98-5F2E-DE1A-59E7-3D8D32780455}"/>
              </a:ext>
            </a:extLst>
          </p:cNvPr>
          <p:cNvSpPr/>
          <p:nvPr/>
        </p:nvSpPr>
        <p:spPr>
          <a:xfrm>
            <a:off x="2097923" y="3541626"/>
            <a:ext cx="695318" cy="663752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24" name="直接箭头连接符 123">
            <a:extLst>
              <a:ext uri="{FF2B5EF4-FFF2-40B4-BE49-F238E27FC236}">
                <a16:creationId xmlns:a16="http://schemas.microsoft.com/office/drawing/2014/main" id="{263687E0-D9BC-57AD-123C-316339299C52}"/>
              </a:ext>
            </a:extLst>
          </p:cNvPr>
          <p:cNvCxnSpPr>
            <a:cxnSpLocks/>
            <a:stCxn id="19" idx="4"/>
            <a:endCxn id="120" idx="0"/>
          </p:cNvCxnSpPr>
          <p:nvPr/>
        </p:nvCxnSpPr>
        <p:spPr>
          <a:xfrm flipH="1">
            <a:off x="2445582" y="2308108"/>
            <a:ext cx="2787" cy="1233518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弧形 127">
            <a:extLst>
              <a:ext uri="{FF2B5EF4-FFF2-40B4-BE49-F238E27FC236}">
                <a16:creationId xmlns:a16="http://schemas.microsoft.com/office/drawing/2014/main" id="{F8A33E47-8301-AEDB-3CF8-92231BECC24F}"/>
              </a:ext>
            </a:extLst>
          </p:cNvPr>
          <p:cNvSpPr/>
          <p:nvPr/>
        </p:nvSpPr>
        <p:spPr>
          <a:xfrm>
            <a:off x="1047777" y="1765411"/>
            <a:ext cx="1773155" cy="1707722"/>
          </a:xfrm>
          <a:prstGeom prst="arc">
            <a:avLst>
              <a:gd name="adj1" fmla="val 10843985"/>
              <a:gd name="adj2" fmla="val 17175813"/>
            </a:avLst>
          </a:prstGeom>
          <a:ln w="19050">
            <a:solidFill>
              <a:schemeClr val="accent1">
                <a:lumMod val="75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1" name="弧形 130">
            <a:extLst>
              <a:ext uri="{FF2B5EF4-FFF2-40B4-BE49-F238E27FC236}">
                <a16:creationId xmlns:a16="http://schemas.microsoft.com/office/drawing/2014/main" id="{E7195A1C-0149-9691-4EF2-EB804CC83D4D}"/>
              </a:ext>
            </a:extLst>
          </p:cNvPr>
          <p:cNvSpPr/>
          <p:nvPr/>
        </p:nvSpPr>
        <p:spPr>
          <a:xfrm flipV="1">
            <a:off x="1047777" y="2227588"/>
            <a:ext cx="1705819" cy="1759053"/>
          </a:xfrm>
          <a:prstGeom prst="arc">
            <a:avLst>
              <a:gd name="adj1" fmla="val 11210357"/>
              <a:gd name="adj2" fmla="val 16980109"/>
            </a:avLst>
          </a:prstGeom>
          <a:ln w="19050">
            <a:solidFill>
              <a:schemeClr val="accent1">
                <a:lumMod val="75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D45DA694-884E-A3C3-3D4A-43E402159AA6}"/>
              </a:ext>
            </a:extLst>
          </p:cNvPr>
          <p:cNvSpPr txBox="1"/>
          <p:nvPr/>
        </p:nvSpPr>
        <p:spPr>
          <a:xfrm rot="5400000">
            <a:off x="762718" y="2731484"/>
            <a:ext cx="595035" cy="338554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……</a:t>
            </a: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id="{65680E7A-EE6A-D4FE-231D-D72EB834DC3A}"/>
              </a:ext>
            </a:extLst>
          </p:cNvPr>
          <p:cNvSpPr/>
          <p:nvPr/>
        </p:nvSpPr>
        <p:spPr>
          <a:xfrm>
            <a:off x="9700260" y="2701297"/>
            <a:ext cx="1831340" cy="479011"/>
          </a:xfrm>
          <a:prstGeom prst="rect">
            <a:avLst/>
          </a:prstGeom>
          <a:noFill/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35" name="直接连接符 134">
            <a:extLst>
              <a:ext uri="{FF2B5EF4-FFF2-40B4-BE49-F238E27FC236}">
                <a16:creationId xmlns:a16="http://schemas.microsoft.com/office/drawing/2014/main" id="{2B086B7A-0477-ED50-8EAF-F1107AC98B2E}"/>
              </a:ext>
            </a:extLst>
          </p:cNvPr>
          <p:cNvCxnSpPr>
            <a:cxnSpLocks/>
          </p:cNvCxnSpPr>
          <p:nvPr/>
        </p:nvCxnSpPr>
        <p:spPr>
          <a:xfrm flipV="1">
            <a:off x="10789200" y="2460967"/>
            <a:ext cx="351663" cy="2069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文本框 137">
            <a:extLst>
              <a:ext uri="{FF2B5EF4-FFF2-40B4-BE49-F238E27FC236}">
                <a16:creationId xmlns:a16="http://schemas.microsoft.com/office/drawing/2014/main" id="{EA068F9B-D08D-829D-710E-31B0B02E85E3}"/>
              </a:ext>
            </a:extLst>
          </p:cNvPr>
          <p:cNvSpPr txBox="1"/>
          <p:nvPr/>
        </p:nvSpPr>
        <p:spPr>
          <a:xfrm>
            <a:off x="11062657" y="2197272"/>
            <a:ext cx="1107996" cy="369332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关键路径</a:t>
            </a:r>
            <a:endParaRPr lang="zh-CN" altLang="en-US" dirty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AF792EE3-2A02-CDCF-60EC-55882AD1BE01}"/>
              </a:ext>
            </a:extLst>
          </p:cNvPr>
          <p:cNvSpPr/>
          <p:nvPr/>
        </p:nvSpPr>
        <p:spPr>
          <a:xfrm>
            <a:off x="3094390" y="1718261"/>
            <a:ext cx="5342220" cy="479011"/>
          </a:xfrm>
          <a:prstGeom prst="rect">
            <a:avLst/>
          </a:prstGeom>
          <a:noFill/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47" name="对象 46">
            <a:extLst>
              <a:ext uri="{FF2B5EF4-FFF2-40B4-BE49-F238E27FC236}">
                <a16:creationId xmlns:a16="http://schemas.microsoft.com/office/drawing/2014/main" id="{98584732-36B8-EE04-A2AB-D6E9ED850265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724400" y="1741488"/>
          <a:ext cx="285750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92" name="AxMath" r:id="rId3" imgW="109440" imgH="151920" progId="Equation.AxMath">
                  <p:embed/>
                </p:oleObj>
              </mc:Choice>
              <mc:Fallback>
                <p:oleObj name="AxMath" r:id="rId3" imgW="109440" imgH="151920" progId="Equation.AxMath">
                  <p:embed/>
                  <p:pic>
                    <p:nvPicPr>
                      <p:cNvPr id="47" name="对象 46">
                        <a:extLst>
                          <a:ext uri="{FF2B5EF4-FFF2-40B4-BE49-F238E27FC236}">
                            <a16:creationId xmlns:a16="http://schemas.microsoft.com/office/drawing/2014/main" id="{98584732-36B8-EE04-A2AB-D6E9ED8502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24400" y="1741488"/>
                        <a:ext cx="285750" cy="39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对象 49">
            <a:extLst>
              <a:ext uri="{FF2B5EF4-FFF2-40B4-BE49-F238E27FC236}">
                <a16:creationId xmlns:a16="http://schemas.microsoft.com/office/drawing/2014/main" id="{98584732-36B8-EE04-A2AB-D6E9ED850265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5273675" y="1741488"/>
          <a:ext cx="296863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93" name="AxMath" r:id="rId5" imgW="114120" imgH="151920" progId="Equation.AxMath">
                  <p:embed/>
                </p:oleObj>
              </mc:Choice>
              <mc:Fallback>
                <p:oleObj name="AxMath" r:id="rId5" imgW="114120" imgH="151920" progId="Equation.AxMath">
                  <p:embed/>
                  <p:pic>
                    <p:nvPicPr>
                      <p:cNvPr id="50" name="对象 49">
                        <a:extLst>
                          <a:ext uri="{FF2B5EF4-FFF2-40B4-BE49-F238E27FC236}">
                            <a16:creationId xmlns:a16="http://schemas.microsoft.com/office/drawing/2014/main" id="{98584732-36B8-EE04-A2AB-D6E9ED8502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273675" y="1741488"/>
                        <a:ext cx="296863" cy="39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对象 50">
            <a:extLst>
              <a:ext uri="{FF2B5EF4-FFF2-40B4-BE49-F238E27FC236}">
                <a16:creationId xmlns:a16="http://schemas.microsoft.com/office/drawing/2014/main" id="{98584732-36B8-EE04-A2AB-D6E9ED850265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5918200" y="1747838"/>
          <a:ext cx="30162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94" name="AxMath" r:id="rId7" imgW="115560" imgH="151920" progId="Equation.AxMath">
                  <p:embed/>
                </p:oleObj>
              </mc:Choice>
              <mc:Fallback>
                <p:oleObj name="AxMath" r:id="rId7" imgW="115560" imgH="151920" progId="Equation.AxMath">
                  <p:embed/>
                  <p:pic>
                    <p:nvPicPr>
                      <p:cNvPr id="51" name="对象 50">
                        <a:extLst>
                          <a:ext uri="{FF2B5EF4-FFF2-40B4-BE49-F238E27FC236}">
                            <a16:creationId xmlns:a16="http://schemas.microsoft.com/office/drawing/2014/main" id="{98584732-36B8-EE04-A2AB-D6E9ED8502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918200" y="1747838"/>
                        <a:ext cx="301625" cy="39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对象 51">
            <a:extLst>
              <a:ext uri="{FF2B5EF4-FFF2-40B4-BE49-F238E27FC236}">
                <a16:creationId xmlns:a16="http://schemas.microsoft.com/office/drawing/2014/main" id="{98584732-36B8-EE04-A2AB-D6E9ED850265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7797800" y="1741488"/>
          <a:ext cx="522288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95" name="AxMath" r:id="rId9" imgW="201600" imgH="151920" progId="Equation.AxMath">
                  <p:embed/>
                </p:oleObj>
              </mc:Choice>
              <mc:Fallback>
                <p:oleObj name="AxMath" r:id="rId9" imgW="201600" imgH="151920" progId="Equation.AxMath">
                  <p:embed/>
                  <p:pic>
                    <p:nvPicPr>
                      <p:cNvPr id="52" name="对象 51">
                        <a:extLst>
                          <a:ext uri="{FF2B5EF4-FFF2-40B4-BE49-F238E27FC236}">
                            <a16:creationId xmlns:a16="http://schemas.microsoft.com/office/drawing/2014/main" id="{98584732-36B8-EE04-A2AB-D6E9ED8502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797800" y="1741488"/>
                        <a:ext cx="522288" cy="39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对象 52">
            <a:extLst>
              <a:ext uri="{FF2B5EF4-FFF2-40B4-BE49-F238E27FC236}">
                <a16:creationId xmlns:a16="http://schemas.microsoft.com/office/drawing/2014/main" id="{98584732-36B8-EE04-A2AB-D6E9ED850265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8523288" y="1739900"/>
          <a:ext cx="51117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96" name="AxMath" r:id="rId11" imgW="196920" imgH="151920" progId="Equation.AxMath">
                  <p:embed/>
                </p:oleObj>
              </mc:Choice>
              <mc:Fallback>
                <p:oleObj name="AxMath" r:id="rId11" imgW="196920" imgH="151920" progId="Equation.AxMath">
                  <p:embed/>
                  <p:pic>
                    <p:nvPicPr>
                      <p:cNvPr id="53" name="对象 52">
                        <a:extLst>
                          <a:ext uri="{FF2B5EF4-FFF2-40B4-BE49-F238E27FC236}">
                            <a16:creationId xmlns:a16="http://schemas.microsoft.com/office/drawing/2014/main" id="{98584732-36B8-EE04-A2AB-D6E9ED8502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523288" y="1739900"/>
                        <a:ext cx="511175" cy="39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对象 53">
            <a:extLst>
              <a:ext uri="{FF2B5EF4-FFF2-40B4-BE49-F238E27FC236}">
                <a16:creationId xmlns:a16="http://schemas.microsoft.com/office/drawing/2014/main" id="{98584732-36B8-EE04-A2AB-D6E9ED850265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9277350" y="1739900"/>
          <a:ext cx="260350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97" name="AxMath" r:id="rId13" imgW="100800" imgH="151920" progId="Equation.AxMath">
                  <p:embed/>
                </p:oleObj>
              </mc:Choice>
              <mc:Fallback>
                <p:oleObj name="AxMath" r:id="rId13" imgW="100800" imgH="151920" progId="Equation.AxMath">
                  <p:embed/>
                  <p:pic>
                    <p:nvPicPr>
                      <p:cNvPr id="54" name="对象 53">
                        <a:extLst>
                          <a:ext uri="{FF2B5EF4-FFF2-40B4-BE49-F238E27FC236}">
                            <a16:creationId xmlns:a16="http://schemas.microsoft.com/office/drawing/2014/main" id="{98584732-36B8-EE04-A2AB-D6E9ED8502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9277350" y="1739900"/>
                        <a:ext cx="260350" cy="39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" name="矩形 54">
            <a:extLst>
              <a:ext uri="{FF2B5EF4-FFF2-40B4-BE49-F238E27FC236}">
                <a16:creationId xmlns:a16="http://schemas.microsoft.com/office/drawing/2014/main" id="{E78D67F0-BFA7-5110-7E07-1DDB44AF2237}"/>
              </a:ext>
            </a:extLst>
          </p:cNvPr>
          <p:cNvSpPr/>
          <p:nvPr/>
        </p:nvSpPr>
        <p:spPr>
          <a:xfrm>
            <a:off x="5083556" y="3679709"/>
            <a:ext cx="560324" cy="388620"/>
          </a:xfrm>
          <a:prstGeom prst="rect">
            <a:avLst/>
          </a:prstGeom>
          <a:solidFill>
            <a:srgbClr val="F8CBAD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FE1577DB-FBDB-C80C-B0CC-4AA623E20B4E}"/>
              </a:ext>
            </a:extLst>
          </p:cNvPr>
          <p:cNvSpPr/>
          <p:nvPr/>
        </p:nvSpPr>
        <p:spPr>
          <a:xfrm>
            <a:off x="5643226" y="3679709"/>
            <a:ext cx="727379" cy="388620"/>
          </a:xfrm>
          <a:prstGeom prst="rect">
            <a:avLst/>
          </a:prstGeom>
          <a:solidFill>
            <a:srgbClr val="F8CBAD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8BABD42D-7791-3BA2-BC1C-6192BEF03D6D}"/>
              </a:ext>
            </a:extLst>
          </p:cNvPr>
          <p:cNvSpPr/>
          <p:nvPr/>
        </p:nvSpPr>
        <p:spPr>
          <a:xfrm>
            <a:off x="7682714" y="3678947"/>
            <a:ext cx="703494" cy="388620"/>
          </a:xfrm>
          <a:prstGeom prst="rect">
            <a:avLst/>
          </a:prstGeom>
          <a:solidFill>
            <a:srgbClr val="F8CBAD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F1B84C95-C5EE-39E4-3C31-6FFF64A06F52}"/>
              </a:ext>
            </a:extLst>
          </p:cNvPr>
          <p:cNvSpPr/>
          <p:nvPr/>
        </p:nvSpPr>
        <p:spPr>
          <a:xfrm>
            <a:off x="4524279" y="3679709"/>
            <a:ext cx="560324" cy="388620"/>
          </a:xfrm>
          <a:prstGeom prst="rect">
            <a:avLst/>
          </a:prstGeom>
          <a:solidFill>
            <a:srgbClr val="F8CBAD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6F7F9F07-76F9-1D48-54E6-F2273C7CC9CE}"/>
              </a:ext>
            </a:extLst>
          </p:cNvPr>
          <p:cNvSpPr/>
          <p:nvPr/>
        </p:nvSpPr>
        <p:spPr>
          <a:xfrm>
            <a:off x="6370607" y="3679709"/>
            <a:ext cx="1312108" cy="38862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……</a:t>
            </a:r>
            <a:endParaRPr lang="zh-CN" altLang="en-US" sz="16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521342C0-368F-5C63-5385-11CA2706521C}"/>
              </a:ext>
            </a:extLst>
          </p:cNvPr>
          <p:cNvSpPr/>
          <p:nvPr/>
        </p:nvSpPr>
        <p:spPr>
          <a:xfrm>
            <a:off x="8384653" y="3678947"/>
            <a:ext cx="654737" cy="388620"/>
          </a:xfrm>
          <a:prstGeom prst="rect">
            <a:avLst/>
          </a:prstGeom>
          <a:solidFill>
            <a:srgbClr val="F8CBAD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131A3807-D3CD-4010-1295-E130121FBD32}"/>
              </a:ext>
            </a:extLst>
          </p:cNvPr>
          <p:cNvSpPr/>
          <p:nvPr/>
        </p:nvSpPr>
        <p:spPr>
          <a:xfrm>
            <a:off x="9039390" y="3678178"/>
            <a:ext cx="650085" cy="388620"/>
          </a:xfrm>
          <a:prstGeom prst="rect">
            <a:avLst/>
          </a:prstGeom>
          <a:solidFill>
            <a:srgbClr val="F8CBAD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2" name="对象 61">
            <a:extLst>
              <a:ext uri="{FF2B5EF4-FFF2-40B4-BE49-F238E27FC236}">
                <a16:creationId xmlns:a16="http://schemas.microsoft.com/office/drawing/2014/main" id="{98584732-36B8-EE04-A2AB-D6E9ED850265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697198" y="3654425"/>
          <a:ext cx="285750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98" name="AxMath" r:id="rId15" imgW="109440" imgH="151920" progId="Equation.AxMath">
                  <p:embed/>
                </p:oleObj>
              </mc:Choice>
              <mc:Fallback>
                <p:oleObj name="AxMath" r:id="rId15" imgW="109440" imgH="151920" progId="Equation.AxMath">
                  <p:embed/>
                  <p:pic>
                    <p:nvPicPr>
                      <p:cNvPr id="62" name="对象 61">
                        <a:extLst>
                          <a:ext uri="{FF2B5EF4-FFF2-40B4-BE49-F238E27FC236}">
                            <a16:creationId xmlns:a16="http://schemas.microsoft.com/office/drawing/2014/main" id="{98584732-36B8-EE04-A2AB-D6E9ED8502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97198" y="3654425"/>
                        <a:ext cx="285750" cy="39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" name="对象 63">
            <a:extLst>
              <a:ext uri="{FF2B5EF4-FFF2-40B4-BE49-F238E27FC236}">
                <a16:creationId xmlns:a16="http://schemas.microsoft.com/office/drawing/2014/main" id="{98584732-36B8-EE04-A2AB-D6E9ED850265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5246473" y="3654425"/>
          <a:ext cx="296862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99" name="AxMath" r:id="rId16" imgW="114120" imgH="151920" progId="Equation.AxMath">
                  <p:embed/>
                </p:oleObj>
              </mc:Choice>
              <mc:Fallback>
                <p:oleObj name="AxMath" r:id="rId16" imgW="114120" imgH="151920" progId="Equation.AxMath">
                  <p:embed/>
                  <p:pic>
                    <p:nvPicPr>
                      <p:cNvPr id="64" name="对象 63">
                        <a:extLst>
                          <a:ext uri="{FF2B5EF4-FFF2-40B4-BE49-F238E27FC236}">
                            <a16:creationId xmlns:a16="http://schemas.microsoft.com/office/drawing/2014/main" id="{98584732-36B8-EE04-A2AB-D6E9ED8502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246473" y="3654425"/>
                        <a:ext cx="296862" cy="39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" name="对象 64">
            <a:extLst>
              <a:ext uri="{FF2B5EF4-FFF2-40B4-BE49-F238E27FC236}">
                <a16:creationId xmlns:a16="http://schemas.microsoft.com/office/drawing/2014/main" id="{98584732-36B8-EE04-A2AB-D6E9ED850265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5890998" y="3660775"/>
          <a:ext cx="30162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00" name="AxMath" r:id="rId17" imgW="115560" imgH="151920" progId="Equation.AxMath">
                  <p:embed/>
                </p:oleObj>
              </mc:Choice>
              <mc:Fallback>
                <p:oleObj name="AxMath" r:id="rId17" imgW="115560" imgH="151920" progId="Equation.AxMath">
                  <p:embed/>
                  <p:pic>
                    <p:nvPicPr>
                      <p:cNvPr id="65" name="对象 64">
                        <a:extLst>
                          <a:ext uri="{FF2B5EF4-FFF2-40B4-BE49-F238E27FC236}">
                            <a16:creationId xmlns:a16="http://schemas.microsoft.com/office/drawing/2014/main" id="{98584732-36B8-EE04-A2AB-D6E9ED8502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890998" y="3660775"/>
                        <a:ext cx="301625" cy="39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" name="对象 65">
            <a:extLst>
              <a:ext uri="{FF2B5EF4-FFF2-40B4-BE49-F238E27FC236}">
                <a16:creationId xmlns:a16="http://schemas.microsoft.com/office/drawing/2014/main" id="{98584732-36B8-EE04-A2AB-D6E9ED850265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7772185" y="3654425"/>
          <a:ext cx="52387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01" name="AxMath" r:id="rId18" imgW="201600" imgH="151920" progId="Equation.AxMath">
                  <p:embed/>
                </p:oleObj>
              </mc:Choice>
              <mc:Fallback>
                <p:oleObj name="AxMath" r:id="rId18" imgW="201600" imgH="151920" progId="Equation.AxMath">
                  <p:embed/>
                  <p:pic>
                    <p:nvPicPr>
                      <p:cNvPr id="66" name="对象 65">
                        <a:extLst>
                          <a:ext uri="{FF2B5EF4-FFF2-40B4-BE49-F238E27FC236}">
                            <a16:creationId xmlns:a16="http://schemas.microsoft.com/office/drawing/2014/main" id="{98584732-36B8-EE04-A2AB-D6E9ED8502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772185" y="3654425"/>
                        <a:ext cx="523875" cy="39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" name="对象 66">
            <a:extLst>
              <a:ext uri="{FF2B5EF4-FFF2-40B4-BE49-F238E27FC236}">
                <a16:creationId xmlns:a16="http://schemas.microsoft.com/office/drawing/2014/main" id="{98584732-36B8-EE04-A2AB-D6E9ED850265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8496085" y="3652838"/>
          <a:ext cx="51117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02" name="AxMath" r:id="rId19" imgW="196920" imgH="151920" progId="Equation.AxMath">
                  <p:embed/>
                </p:oleObj>
              </mc:Choice>
              <mc:Fallback>
                <p:oleObj name="AxMath" r:id="rId19" imgW="196920" imgH="151920" progId="Equation.AxMath">
                  <p:embed/>
                  <p:pic>
                    <p:nvPicPr>
                      <p:cNvPr id="67" name="对象 66">
                        <a:extLst>
                          <a:ext uri="{FF2B5EF4-FFF2-40B4-BE49-F238E27FC236}">
                            <a16:creationId xmlns:a16="http://schemas.microsoft.com/office/drawing/2014/main" id="{98584732-36B8-EE04-A2AB-D6E9ED8502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8496085" y="3652838"/>
                        <a:ext cx="511175" cy="39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" name="对象 67">
            <a:extLst>
              <a:ext uri="{FF2B5EF4-FFF2-40B4-BE49-F238E27FC236}">
                <a16:creationId xmlns:a16="http://schemas.microsoft.com/office/drawing/2014/main" id="{98584732-36B8-EE04-A2AB-D6E9ED850265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9251735" y="3652838"/>
          <a:ext cx="258763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03" name="AxMath" r:id="rId21" imgW="100800" imgH="151920" progId="Equation.AxMath">
                  <p:embed/>
                </p:oleObj>
              </mc:Choice>
              <mc:Fallback>
                <p:oleObj name="AxMath" r:id="rId21" imgW="100800" imgH="151920" progId="Equation.AxMath">
                  <p:embed/>
                  <p:pic>
                    <p:nvPicPr>
                      <p:cNvPr id="68" name="对象 67">
                        <a:extLst>
                          <a:ext uri="{FF2B5EF4-FFF2-40B4-BE49-F238E27FC236}">
                            <a16:creationId xmlns:a16="http://schemas.microsoft.com/office/drawing/2014/main" id="{98584732-36B8-EE04-A2AB-D6E9ED8502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9251735" y="3652838"/>
                        <a:ext cx="258763" cy="39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" name="对象 68">
            <a:extLst>
              <a:ext uri="{FF2B5EF4-FFF2-40B4-BE49-F238E27FC236}">
                <a16:creationId xmlns:a16="http://schemas.microsoft.com/office/drawing/2014/main" id="{98584732-36B8-EE04-A2AB-D6E9ED850265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529388" y="2709863"/>
          <a:ext cx="25717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04" name="AxMath" r:id="rId23" imgW="97920" imgH="151920" progId="Equation.AxMath">
                  <p:embed/>
                </p:oleObj>
              </mc:Choice>
              <mc:Fallback>
                <p:oleObj name="AxMath" r:id="rId23" imgW="97920" imgH="151920" progId="Equation.AxMath">
                  <p:embed/>
                  <p:pic>
                    <p:nvPicPr>
                      <p:cNvPr id="69" name="对象 68">
                        <a:extLst>
                          <a:ext uri="{FF2B5EF4-FFF2-40B4-BE49-F238E27FC236}">
                            <a16:creationId xmlns:a16="http://schemas.microsoft.com/office/drawing/2014/main" id="{98584732-36B8-EE04-A2AB-D6E9ED8502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6529388" y="2709863"/>
                        <a:ext cx="257175" cy="39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" name="对象 69">
            <a:extLst>
              <a:ext uri="{FF2B5EF4-FFF2-40B4-BE49-F238E27FC236}">
                <a16:creationId xmlns:a16="http://schemas.microsoft.com/office/drawing/2014/main" id="{98584732-36B8-EE04-A2AB-D6E9ED850265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7110413" y="2716213"/>
          <a:ext cx="268287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05" name="AxMath" r:id="rId25" imgW="102960" imgH="151920" progId="Equation.AxMath">
                  <p:embed/>
                </p:oleObj>
              </mc:Choice>
              <mc:Fallback>
                <p:oleObj name="AxMath" r:id="rId25" imgW="102960" imgH="151920" progId="Equation.AxMath">
                  <p:embed/>
                  <p:pic>
                    <p:nvPicPr>
                      <p:cNvPr id="70" name="对象 69">
                        <a:extLst>
                          <a:ext uri="{FF2B5EF4-FFF2-40B4-BE49-F238E27FC236}">
                            <a16:creationId xmlns:a16="http://schemas.microsoft.com/office/drawing/2014/main" id="{98584732-36B8-EE04-A2AB-D6E9ED8502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7110413" y="2716213"/>
                        <a:ext cx="268287" cy="39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" name="对象 70">
            <a:extLst>
              <a:ext uri="{FF2B5EF4-FFF2-40B4-BE49-F238E27FC236}">
                <a16:creationId xmlns:a16="http://schemas.microsoft.com/office/drawing/2014/main" id="{98584732-36B8-EE04-A2AB-D6E9ED850265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7842250" y="2716213"/>
          <a:ext cx="271463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06" name="AxMath" r:id="rId27" imgW="104040" imgH="151920" progId="Equation.AxMath">
                  <p:embed/>
                </p:oleObj>
              </mc:Choice>
              <mc:Fallback>
                <p:oleObj name="AxMath" r:id="rId27" imgW="104040" imgH="151920" progId="Equation.AxMath">
                  <p:embed/>
                  <p:pic>
                    <p:nvPicPr>
                      <p:cNvPr id="71" name="对象 70">
                        <a:extLst>
                          <a:ext uri="{FF2B5EF4-FFF2-40B4-BE49-F238E27FC236}">
                            <a16:creationId xmlns:a16="http://schemas.microsoft.com/office/drawing/2014/main" id="{98584732-36B8-EE04-A2AB-D6E9ED8502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7842250" y="2716213"/>
                        <a:ext cx="271463" cy="39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" name="对象 71">
            <a:extLst>
              <a:ext uri="{FF2B5EF4-FFF2-40B4-BE49-F238E27FC236}">
                <a16:creationId xmlns:a16="http://schemas.microsoft.com/office/drawing/2014/main" id="{98584732-36B8-EE04-A2AB-D6E9ED850265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9796463" y="2716213"/>
          <a:ext cx="493712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07" name="AxMath" r:id="rId29" imgW="190080" imgH="151920" progId="Equation.AxMath">
                  <p:embed/>
                </p:oleObj>
              </mc:Choice>
              <mc:Fallback>
                <p:oleObj name="AxMath" r:id="rId29" imgW="190080" imgH="151920" progId="Equation.AxMath">
                  <p:embed/>
                  <p:pic>
                    <p:nvPicPr>
                      <p:cNvPr id="72" name="对象 71">
                        <a:extLst>
                          <a:ext uri="{FF2B5EF4-FFF2-40B4-BE49-F238E27FC236}">
                            <a16:creationId xmlns:a16="http://schemas.microsoft.com/office/drawing/2014/main" id="{98584732-36B8-EE04-A2AB-D6E9ED8502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9796463" y="2716213"/>
                        <a:ext cx="493712" cy="39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" name="对象 72">
            <a:extLst>
              <a:ext uri="{FF2B5EF4-FFF2-40B4-BE49-F238E27FC236}">
                <a16:creationId xmlns:a16="http://schemas.microsoft.com/office/drawing/2014/main" id="{98584732-36B8-EE04-A2AB-D6E9ED850265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0437813" y="2724150"/>
          <a:ext cx="482600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08" name="AxMath" r:id="rId31" imgW="185760" imgH="151920" progId="Equation.AxMath">
                  <p:embed/>
                </p:oleObj>
              </mc:Choice>
              <mc:Fallback>
                <p:oleObj name="AxMath" r:id="rId31" imgW="185760" imgH="151920" progId="Equation.AxMath">
                  <p:embed/>
                  <p:pic>
                    <p:nvPicPr>
                      <p:cNvPr id="73" name="对象 72">
                        <a:extLst>
                          <a:ext uri="{FF2B5EF4-FFF2-40B4-BE49-F238E27FC236}">
                            <a16:creationId xmlns:a16="http://schemas.microsoft.com/office/drawing/2014/main" id="{98584732-36B8-EE04-A2AB-D6E9ED8502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0437813" y="2724150"/>
                        <a:ext cx="482600" cy="39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" name="对象 73">
            <a:extLst>
              <a:ext uri="{FF2B5EF4-FFF2-40B4-BE49-F238E27FC236}">
                <a16:creationId xmlns:a16="http://schemas.microsoft.com/office/drawing/2014/main" id="{98584732-36B8-EE04-A2AB-D6E9ED850265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1137900" y="2738438"/>
          <a:ext cx="230188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09" name="AxMath" r:id="rId33" imgW="89280" imgH="151920" progId="Equation.AxMath">
                  <p:embed/>
                </p:oleObj>
              </mc:Choice>
              <mc:Fallback>
                <p:oleObj name="AxMath" r:id="rId33" imgW="89280" imgH="151920" progId="Equation.AxMath">
                  <p:embed/>
                  <p:pic>
                    <p:nvPicPr>
                      <p:cNvPr id="74" name="对象 73">
                        <a:extLst>
                          <a:ext uri="{FF2B5EF4-FFF2-40B4-BE49-F238E27FC236}">
                            <a16:creationId xmlns:a16="http://schemas.microsoft.com/office/drawing/2014/main" id="{98584732-36B8-EE04-A2AB-D6E9ED8502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11137900" y="2738438"/>
                        <a:ext cx="230188" cy="39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" name="文本框 74">
            <a:extLst>
              <a:ext uri="{FF2B5EF4-FFF2-40B4-BE49-F238E27FC236}">
                <a16:creationId xmlns:a16="http://schemas.microsoft.com/office/drawing/2014/main" id="{EA068F9B-D08D-829D-710E-31B0B02E85E3}"/>
              </a:ext>
            </a:extLst>
          </p:cNvPr>
          <p:cNvSpPr txBox="1"/>
          <p:nvPr/>
        </p:nvSpPr>
        <p:spPr>
          <a:xfrm>
            <a:off x="2070327" y="1778612"/>
            <a:ext cx="646331" cy="369332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节点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2630488" y="1841500"/>
          <a:ext cx="122237" cy="325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10" name="AxMath" r:id="rId35" imgW="86040" imgH="226800" progId="Equation.AxMath">
                  <p:embed/>
                </p:oleObj>
              </mc:Choice>
              <mc:Fallback>
                <p:oleObj name="AxMath" r:id="rId35" imgW="86040" imgH="226800" progId="Equation.AxMath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2630488" y="1841500"/>
                        <a:ext cx="122237" cy="325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" name="文本框 76">
            <a:extLst>
              <a:ext uri="{FF2B5EF4-FFF2-40B4-BE49-F238E27FC236}">
                <a16:creationId xmlns:a16="http://schemas.microsoft.com/office/drawing/2014/main" id="{EA068F9B-D08D-829D-710E-31B0B02E85E3}"/>
              </a:ext>
            </a:extLst>
          </p:cNvPr>
          <p:cNvSpPr txBox="1"/>
          <p:nvPr/>
        </p:nvSpPr>
        <p:spPr>
          <a:xfrm>
            <a:off x="2065282" y="3690536"/>
            <a:ext cx="646331" cy="369332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节点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78" name="对象 77"/>
          <p:cNvGraphicFramePr>
            <a:graphicFrameLocks noChangeAspect="1"/>
          </p:cNvGraphicFramePr>
          <p:nvPr/>
        </p:nvGraphicFramePr>
        <p:xfrm>
          <a:off x="2625725" y="3733800"/>
          <a:ext cx="153988" cy="325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11" name="AxMath" r:id="rId37" imgW="108360" imgH="226800" progId="Equation.AxMath">
                  <p:embed/>
                </p:oleObj>
              </mc:Choice>
              <mc:Fallback>
                <p:oleObj name="AxMath" r:id="rId37" imgW="108360" imgH="226800" progId="Equation.AxMath">
                  <p:embed/>
                  <p:pic>
                    <p:nvPicPr>
                      <p:cNvPr id="78" name="对象 77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2625725" y="3733800"/>
                        <a:ext cx="153988" cy="325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" name="文本框 79">
            <a:extLst>
              <a:ext uri="{FF2B5EF4-FFF2-40B4-BE49-F238E27FC236}">
                <a16:creationId xmlns:a16="http://schemas.microsoft.com/office/drawing/2014/main" id="{EA068F9B-D08D-829D-710E-31B0B02E85E3}"/>
              </a:ext>
            </a:extLst>
          </p:cNvPr>
          <p:cNvSpPr txBox="1"/>
          <p:nvPr/>
        </p:nvSpPr>
        <p:spPr>
          <a:xfrm>
            <a:off x="2394875" y="2751693"/>
            <a:ext cx="649537" cy="369332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链路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81" name="对象 80"/>
          <p:cNvGraphicFramePr>
            <a:graphicFrameLocks noChangeAspect="1"/>
          </p:cNvGraphicFramePr>
          <p:nvPr/>
        </p:nvGraphicFramePr>
        <p:xfrm>
          <a:off x="2930525" y="2795588"/>
          <a:ext cx="203200" cy="325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12" name="AxMath" r:id="rId39" imgW="143640" imgH="226800" progId="Equation.AxMath">
                  <p:embed/>
                </p:oleObj>
              </mc:Choice>
              <mc:Fallback>
                <p:oleObj name="AxMath" r:id="rId39" imgW="143640" imgH="226800" progId="Equation.AxMath">
                  <p:embed/>
                  <p:pic>
                    <p:nvPicPr>
                      <p:cNvPr id="81" name="对象 80"/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2930525" y="2795588"/>
                        <a:ext cx="203200" cy="3254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" name="文本框 75">
            <a:extLst>
              <a:ext uri="{FF2B5EF4-FFF2-40B4-BE49-F238E27FC236}">
                <a16:creationId xmlns:a16="http://schemas.microsoft.com/office/drawing/2014/main" id="{EA068F9B-D08D-829D-710E-31B0B02E85E3}"/>
              </a:ext>
            </a:extLst>
          </p:cNvPr>
          <p:cNvSpPr txBox="1"/>
          <p:nvPr/>
        </p:nvSpPr>
        <p:spPr>
          <a:xfrm>
            <a:off x="1037990" y="2678528"/>
            <a:ext cx="1107996" cy="369332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其他节点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FE1577DB-FBDB-C80C-B0CC-4AA623E20B4E}"/>
              </a:ext>
            </a:extLst>
          </p:cNvPr>
          <p:cNvSpPr/>
          <p:nvPr/>
        </p:nvSpPr>
        <p:spPr>
          <a:xfrm>
            <a:off x="4785890" y="4323021"/>
            <a:ext cx="431043" cy="194310"/>
          </a:xfrm>
          <a:prstGeom prst="rect">
            <a:avLst/>
          </a:prstGeom>
          <a:solidFill>
            <a:srgbClr val="F8CBAD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224871" y="4266287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计算操作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6D08E8B7-989D-3EE2-D155-FEE7F435CEC4}"/>
              </a:ext>
            </a:extLst>
          </p:cNvPr>
          <p:cNvSpPr/>
          <p:nvPr/>
        </p:nvSpPr>
        <p:spPr>
          <a:xfrm>
            <a:off x="6438461" y="4320040"/>
            <a:ext cx="373169" cy="197291"/>
          </a:xfrm>
          <a:prstGeom prst="rect">
            <a:avLst/>
          </a:prstGeom>
          <a:solidFill>
            <a:srgbClr val="9DC3E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6807132" y="4264796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通信</a:t>
            </a:r>
            <a:r>
              <a:rPr lang="zh-CN" altLang="en-US" sz="14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操作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F1B84C95-C5EE-39E4-3C31-6FFF64A06F52}"/>
              </a:ext>
            </a:extLst>
          </p:cNvPr>
          <p:cNvSpPr/>
          <p:nvPr/>
        </p:nvSpPr>
        <p:spPr>
          <a:xfrm>
            <a:off x="3149790" y="1764772"/>
            <a:ext cx="1396260" cy="388620"/>
          </a:xfrm>
          <a:prstGeom prst="rect">
            <a:avLst/>
          </a:prstGeom>
          <a:solidFill>
            <a:srgbClr val="F8CBAD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6" name="对象 85">
            <a:extLst>
              <a:ext uri="{FF2B5EF4-FFF2-40B4-BE49-F238E27FC236}">
                <a16:creationId xmlns:a16="http://schemas.microsoft.com/office/drawing/2014/main" id="{98584732-36B8-EE04-A2AB-D6E9ED850265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757613" y="1724025"/>
          <a:ext cx="30162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13" name="AxMath" r:id="rId41" imgW="115920" imgH="151920" progId="Equation.AxMath">
                  <p:embed/>
                </p:oleObj>
              </mc:Choice>
              <mc:Fallback>
                <p:oleObj name="AxMath" r:id="rId41" imgW="115920" imgH="151920" progId="Equation.AxMath">
                  <p:embed/>
                  <p:pic>
                    <p:nvPicPr>
                      <p:cNvPr id="86" name="对象 85">
                        <a:extLst>
                          <a:ext uri="{FF2B5EF4-FFF2-40B4-BE49-F238E27FC236}">
                            <a16:creationId xmlns:a16="http://schemas.microsoft.com/office/drawing/2014/main" id="{98584732-36B8-EE04-A2AB-D6E9ED8502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3757613" y="1724025"/>
                        <a:ext cx="301625" cy="39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" name="矩形 86">
            <a:extLst>
              <a:ext uri="{FF2B5EF4-FFF2-40B4-BE49-F238E27FC236}">
                <a16:creationId xmlns:a16="http://schemas.microsoft.com/office/drawing/2014/main" id="{F1B84C95-C5EE-39E4-3C31-6FFF64A06F52}"/>
              </a:ext>
            </a:extLst>
          </p:cNvPr>
          <p:cNvSpPr/>
          <p:nvPr/>
        </p:nvSpPr>
        <p:spPr>
          <a:xfrm>
            <a:off x="3147504" y="3680470"/>
            <a:ext cx="1396260" cy="388620"/>
          </a:xfrm>
          <a:prstGeom prst="rect">
            <a:avLst/>
          </a:prstGeom>
          <a:solidFill>
            <a:srgbClr val="F8CBAD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8" name="对象 87">
            <a:extLst>
              <a:ext uri="{FF2B5EF4-FFF2-40B4-BE49-F238E27FC236}">
                <a16:creationId xmlns:a16="http://schemas.microsoft.com/office/drawing/2014/main" id="{98584732-36B8-EE04-A2AB-D6E9ED850265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756382" y="3654938"/>
          <a:ext cx="30162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14" name="AxMath" r:id="rId43" imgW="115920" imgH="151920" progId="Equation.AxMath">
                  <p:embed/>
                </p:oleObj>
              </mc:Choice>
              <mc:Fallback>
                <p:oleObj name="AxMath" r:id="rId43" imgW="115920" imgH="151920" progId="Equation.AxMath">
                  <p:embed/>
                  <p:pic>
                    <p:nvPicPr>
                      <p:cNvPr id="88" name="对象 87">
                        <a:extLst>
                          <a:ext uri="{FF2B5EF4-FFF2-40B4-BE49-F238E27FC236}">
                            <a16:creationId xmlns:a16="http://schemas.microsoft.com/office/drawing/2014/main" id="{98584732-36B8-EE04-A2AB-D6E9ED8502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3756382" y="3654938"/>
                        <a:ext cx="301625" cy="39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左大括号 14"/>
          <p:cNvSpPr/>
          <p:nvPr/>
        </p:nvSpPr>
        <p:spPr>
          <a:xfrm rot="5400000">
            <a:off x="3763047" y="895344"/>
            <a:ext cx="165980" cy="1395453"/>
          </a:xfrm>
          <a:prstGeom prst="leftBrace">
            <a:avLst>
              <a:gd name="adj1" fmla="val 63335"/>
              <a:gd name="adj2" fmla="val 50000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左大括号 88"/>
          <p:cNvSpPr/>
          <p:nvPr/>
        </p:nvSpPr>
        <p:spPr>
          <a:xfrm rot="5400000">
            <a:off x="7054216" y="-983209"/>
            <a:ext cx="165980" cy="5157691"/>
          </a:xfrm>
          <a:prstGeom prst="leftBrace">
            <a:avLst>
              <a:gd name="adj1" fmla="val 63335"/>
              <a:gd name="adj2" fmla="val 50000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文本框 92"/>
          <p:cNvSpPr txBox="1"/>
          <p:nvPr/>
        </p:nvSpPr>
        <p:spPr>
          <a:xfrm>
            <a:off x="3291636" y="109098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前向传播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6556415" y="108561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反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向传播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 flipV="1">
            <a:off x="9700260" y="2166939"/>
            <a:ext cx="0" cy="141169"/>
          </a:xfrm>
          <a:prstGeom prst="straightConnector1">
            <a:avLst/>
          </a:prstGeom>
          <a:ln w="12700">
            <a:headEnd type="none"/>
            <a:tailEnd type="stealt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84" name="对象 83">
            <a:extLst>
              <a:ext uri="{FF2B5EF4-FFF2-40B4-BE49-F238E27FC236}">
                <a16:creationId xmlns:a16="http://schemas.microsoft.com/office/drawing/2014/main" id="{98584732-36B8-EE04-A2AB-D6E9ED850265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9623353" y="2255103"/>
          <a:ext cx="186445" cy="3504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15" name="AxMath" r:id="rId44" imgW="80640" imgH="151920" progId="Equation.AxMath">
                  <p:embed/>
                </p:oleObj>
              </mc:Choice>
              <mc:Fallback>
                <p:oleObj name="AxMath" r:id="rId44" imgW="80640" imgH="151920" progId="Equation.AxMath">
                  <p:embed/>
                  <p:pic>
                    <p:nvPicPr>
                      <p:cNvPr id="84" name="对象 83">
                        <a:extLst>
                          <a:ext uri="{FF2B5EF4-FFF2-40B4-BE49-F238E27FC236}">
                            <a16:creationId xmlns:a16="http://schemas.microsoft.com/office/drawing/2014/main" id="{98584732-36B8-EE04-A2AB-D6E9ED8502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5"/>
                      <a:stretch>
                        <a:fillRect/>
                      </a:stretch>
                    </p:blipFill>
                    <p:spPr>
                      <a:xfrm>
                        <a:off x="9623353" y="2255103"/>
                        <a:ext cx="186445" cy="3504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6" name="直接箭头连接符 95"/>
          <p:cNvCxnSpPr/>
          <p:nvPr/>
        </p:nvCxnSpPr>
        <p:spPr>
          <a:xfrm flipV="1">
            <a:off x="11478772" y="3126441"/>
            <a:ext cx="0" cy="141169"/>
          </a:xfrm>
          <a:prstGeom prst="straightConnector1">
            <a:avLst/>
          </a:prstGeom>
          <a:ln w="12700">
            <a:headEnd type="none"/>
            <a:tailEnd type="stealt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97" name="对象 96">
            <a:extLst>
              <a:ext uri="{FF2B5EF4-FFF2-40B4-BE49-F238E27FC236}">
                <a16:creationId xmlns:a16="http://schemas.microsoft.com/office/drawing/2014/main" id="{98584732-36B8-EE04-A2AB-D6E9ED850265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1376025" y="3214688"/>
          <a:ext cx="238125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16" name="AxMath" r:id="rId46" imgW="103680" imgH="151920" progId="Equation.AxMath">
                  <p:embed/>
                </p:oleObj>
              </mc:Choice>
              <mc:Fallback>
                <p:oleObj name="AxMath" r:id="rId46" imgW="103680" imgH="151920" progId="Equation.AxMath">
                  <p:embed/>
                  <p:pic>
                    <p:nvPicPr>
                      <p:cNvPr id="97" name="对象 96">
                        <a:extLst>
                          <a:ext uri="{FF2B5EF4-FFF2-40B4-BE49-F238E27FC236}">
                            <a16:creationId xmlns:a16="http://schemas.microsoft.com/office/drawing/2014/main" id="{98584732-36B8-EE04-A2AB-D6E9ED8502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11376025" y="3214688"/>
                        <a:ext cx="238125" cy="3508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8" name="直接箭头连接符 97"/>
          <p:cNvCxnSpPr/>
          <p:nvPr/>
        </p:nvCxnSpPr>
        <p:spPr>
          <a:xfrm flipV="1">
            <a:off x="9683944" y="4056645"/>
            <a:ext cx="0" cy="141169"/>
          </a:xfrm>
          <a:prstGeom prst="straightConnector1">
            <a:avLst/>
          </a:prstGeom>
          <a:ln w="12700">
            <a:headEnd type="none"/>
            <a:tailEnd type="stealt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99" name="对象 98">
            <a:extLst>
              <a:ext uri="{FF2B5EF4-FFF2-40B4-BE49-F238E27FC236}">
                <a16:creationId xmlns:a16="http://schemas.microsoft.com/office/drawing/2014/main" id="{98584732-36B8-EE04-A2AB-D6E9ED850265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9596438" y="4144963"/>
          <a:ext cx="207962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17" name="AxMath" r:id="rId48" imgW="90000" imgH="151920" progId="Equation.AxMath">
                  <p:embed/>
                </p:oleObj>
              </mc:Choice>
              <mc:Fallback>
                <p:oleObj name="AxMath" r:id="rId48" imgW="90000" imgH="151920" progId="Equation.AxMath">
                  <p:embed/>
                  <p:pic>
                    <p:nvPicPr>
                      <p:cNvPr id="99" name="对象 98">
                        <a:extLst>
                          <a:ext uri="{FF2B5EF4-FFF2-40B4-BE49-F238E27FC236}">
                            <a16:creationId xmlns:a16="http://schemas.microsoft.com/office/drawing/2014/main" id="{98584732-36B8-EE04-A2AB-D6E9ED8502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9596438" y="4144963"/>
                        <a:ext cx="207962" cy="3508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266346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0" name="直接连接符 109"/>
          <p:cNvCxnSpPr>
            <a:stCxn id="101" idx="0"/>
            <a:endCxn id="104" idx="4"/>
          </p:cNvCxnSpPr>
          <p:nvPr/>
        </p:nvCxnSpPr>
        <p:spPr>
          <a:xfrm flipV="1">
            <a:off x="1702693" y="1268810"/>
            <a:ext cx="0" cy="618332"/>
          </a:xfrm>
          <a:prstGeom prst="line">
            <a:avLst/>
          </a:prstGeom>
          <a:ln w="1905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" name="直接连接符 110"/>
          <p:cNvCxnSpPr>
            <a:stCxn id="101" idx="6"/>
            <a:endCxn id="109" idx="2"/>
          </p:cNvCxnSpPr>
          <p:nvPr/>
        </p:nvCxnSpPr>
        <p:spPr>
          <a:xfrm>
            <a:off x="1868961" y="2051075"/>
            <a:ext cx="303206" cy="0"/>
          </a:xfrm>
          <a:prstGeom prst="line">
            <a:avLst/>
          </a:prstGeom>
          <a:ln w="1905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直接连接符 111"/>
          <p:cNvCxnSpPr>
            <a:stCxn id="102" idx="2"/>
            <a:endCxn id="104" idx="6"/>
          </p:cNvCxnSpPr>
          <p:nvPr/>
        </p:nvCxnSpPr>
        <p:spPr>
          <a:xfrm flipH="1">
            <a:off x="1868961" y="1104877"/>
            <a:ext cx="305867" cy="0"/>
          </a:xfrm>
          <a:prstGeom prst="line">
            <a:avLst/>
          </a:prstGeom>
          <a:ln w="1905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3" name="直接连接符 112"/>
          <p:cNvCxnSpPr>
            <a:stCxn id="102" idx="6"/>
            <a:endCxn id="106" idx="2"/>
          </p:cNvCxnSpPr>
          <p:nvPr/>
        </p:nvCxnSpPr>
        <p:spPr>
          <a:xfrm>
            <a:off x="2507364" y="1104877"/>
            <a:ext cx="305867" cy="0"/>
          </a:xfrm>
          <a:prstGeom prst="line">
            <a:avLst/>
          </a:prstGeom>
          <a:ln w="1905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" name="直接连接符 113"/>
          <p:cNvCxnSpPr>
            <a:stCxn id="106" idx="6"/>
            <a:endCxn id="108" idx="2"/>
          </p:cNvCxnSpPr>
          <p:nvPr/>
        </p:nvCxnSpPr>
        <p:spPr>
          <a:xfrm>
            <a:off x="3145767" y="1104877"/>
            <a:ext cx="305867" cy="0"/>
          </a:xfrm>
          <a:prstGeom prst="line">
            <a:avLst/>
          </a:prstGeom>
          <a:ln w="1905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5" name="直接连接符 114"/>
          <p:cNvCxnSpPr>
            <a:stCxn id="109" idx="6"/>
            <a:endCxn id="103" idx="2"/>
          </p:cNvCxnSpPr>
          <p:nvPr/>
        </p:nvCxnSpPr>
        <p:spPr>
          <a:xfrm>
            <a:off x="2504703" y="2051075"/>
            <a:ext cx="303206" cy="0"/>
          </a:xfrm>
          <a:prstGeom prst="line">
            <a:avLst/>
          </a:prstGeom>
          <a:ln w="1905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7" name="直接连接符 116"/>
          <p:cNvCxnSpPr>
            <a:stCxn id="116" idx="0"/>
            <a:endCxn id="108" idx="4"/>
          </p:cNvCxnSpPr>
          <p:nvPr/>
        </p:nvCxnSpPr>
        <p:spPr>
          <a:xfrm flipV="1">
            <a:off x="3617902" y="1268810"/>
            <a:ext cx="0" cy="618332"/>
          </a:xfrm>
          <a:prstGeom prst="line">
            <a:avLst/>
          </a:prstGeom>
          <a:ln w="1905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8" name="直接连接符 117"/>
          <p:cNvCxnSpPr>
            <a:stCxn id="103" idx="6"/>
            <a:endCxn id="116" idx="2"/>
          </p:cNvCxnSpPr>
          <p:nvPr/>
        </p:nvCxnSpPr>
        <p:spPr>
          <a:xfrm>
            <a:off x="3140445" y="2051075"/>
            <a:ext cx="311189" cy="0"/>
          </a:xfrm>
          <a:prstGeom prst="line">
            <a:avLst/>
          </a:prstGeom>
          <a:ln w="1905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0" name="直接连接符 129"/>
          <p:cNvCxnSpPr>
            <a:stCxn id="121" idx="4"/>
            <a:endCxn id="122" idx="0"/>
          </p:cNvCxnSpPr>
          <p:nvPr/>
        </p:nvCxnSpPr>
        <p:spPr>
          <a:xfrm flipH="1">
            <a:off x="5476731" y="1104877"/>
            <a:ext cx="523944" cy="18267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4" name="直接连接符 133"/>
          <p:cNvCxnSpPr>
            <a:stCxn id="121" idx="4"/>
            <a:endCxn id="123" idx="0"/>
          </p:cNvCxnSpPr>
          <p:nvPr/>
        </p:nvCxnSpPr>
        <p:spPr>
          <a:xfrm>
            <a:off x="6000675" y="1104877"/>
            <a:ext cx="509750" cy="18267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6" name="直接连接符 135"/>
          <p:cNvCxnSpPr>
            <a:stCxn id="122" idx="4"/>
            <a:endCxn id="125" idx="0"/>
          </p:cNvCxnSpPr>
          <p:nvPr/>
        </p:nvCxnSpPr>
        <p:spPr>
          <a:xfrm flipH="1">
            <a:off x="5179475" y="1615417"/>
            <a:ext cx="297256" cy="230689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7" name="直接连接符 136"/>
          <p:cNvCxnSpPr>
            <a:stCxn id="122" idx="4"/>
            <a:endCxn id="126" idx="0"/>
          </p:cNvCxnSpPr>
          <p:nvPr/>
        </p:nvCxnSpPr>
        <p:spPr>
          <a:xfrm>
            <a:off x="5476731" y="1615417"/>
            <a:ext cx="276066" cy="230689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0" name="直接连接符 139"/>
          <p:cNvCxnSpPr>
            <a:stCxn id="123" idx="4"/>
            <a:endCxn id="127" idx="0"/>
          </p:cNvCxnSpPr>
          <p:nvPr/>
        </p:nvCxnSpPr>
        <p:spPr>
          <a:xfrm flipH="1">
            <a:off x="6303910" y="1615417"/>
            <a:ext cx="206515" cy="230689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1" name="直接连接符 140"/>
          <p:cNvCxnSpPr>
            <a:stCxn id="123" idx="4"/>
            <a:endCxn id="129" idx="0"/>
          </p:cNvCxnSpPr>
          <p:nvPr/>
        </p:nvCxnSpPr>
        <p:spPr>
          <a:xfrm>
            <a:off x="6510425" y="1615417"/>
            <a:ext cx="332536" cy="230689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3" name="直接连接符 142"/>
          <p:cNvCxnSpPr>
            <a:stCxn id="129" idx="4"/>
            <a:endCxn id="142" idx="0"/>
          </p:cNvCxnSpPr>
          <p:nvPr/>
        </p:nvCxnSpPr>
        <p:spPr>
          <a:xfrm>
            <a:off x="6842961" y="2173972"/>
            <a:ext cx="264892" cy="16065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0" name="直接连接符 149"/>
          <p:cNvCxnSpPr>
            <a:stCxn id="146" idx="2"/>
            <a:endCxn id="149" idx="6"/>
          </p:cNvCxnSpPr>
          <p:nvPr/>
        </p:nvCxnSpPr>
        <p:spPr>
          <a:xfrm flipH="1">
            <a:off x="9335297" y="2768999"/>
            <a:ext cx="559867" cy="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1" name="直接连接符 150"/>
          <p:cNvCxnSpPr>
            <a:stCxn id="147" idx="2"/>
            <a:endCxn id="148" idx="6"/>
          </p:cNvCxnSpPr>
          <p:nvPr/>
        </p:nvCxnSpPr>
        <p:spPr>
          <a:xfrm flipH="1">
            <a:off x="9339167" y="923212"/>
            <a:ext cx="559867" cy="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4" name="直接连接符 153"/>
          <p:cNvCxnSpPr>
            <a:stCxn id="152" idx="6"/>
            <a:endCxn id="153" idx="2"/>
          </p:cNvCxnSpPr>
          <p:nvPr/>
        </p:nvCxnSpPr>
        <p:spPr>
          <a:xfrm>
            <a:off x="9335297" y="1515397"/>
            <a:ext cx="559867" cy="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7" name="直接连接符 156"/>
          <p:cNvCxnSpPr>
            <a:stCxn id="155" idx="2"/>
            <a:endCxn id="156" idx="6"/>
          </p:cNvCxnSpPr>
          <p:nvPr/>
        </p:nvCxnSpPr>
        <p:spPr>
          <a:xfrm flipH="1">
            <a:off x="9335297" y="2142198"/>
            <a:ext cx="559867" cy="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8" name="直接连接符 157"/>
          <p:cNvCxnSpPr>
            <a:stCxn id="153" idx="0"/>
            <a:endCxn id="147" idx="4"/>
          </p:cNvCxnSpPr>
          <p:nvPr/>
        </p:nvCxnSpPr>
        <p:spPr>
          <a:xfrm flipV="1">
            <a:off x="10061432" y="1087145"/>
            <a:ext cx="3870" cy="264319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9" name="直接连接符 158"/>
          <p:cNvCxnSpPr>
            <a:stCxn id="146" idx="0"/>
            <a:endCxn id="155" idx="4"/>
          </p:cNvCxnSpPr>
          <p:nvPr/>
        </p:nvCxnSpPr>
        <p:spPr>
          <a:xfrm flipV="1">
            <a:off x="10061432" y="2306131"/>
            <a:ext cx="0" cy="298935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0" name="肘形连接符 159"/>
          <p:cNvCxnSpPr>
            <a:stCxn id="153" idx="6"/>
            <a:endCxn id="146" idx="6"/>
          </p:cNvCxnSpPr>
          <p:nvPr/>
        </p:nvCxnSpPr>
        <p:spPr>
          <a:xfrm>
            <a:off x="10227700" y="1515397"/>
            <a:ext cx="12700" cy="1253602"/>
          </a:xfrm>
          <a:prstGeom prst="bentConnector3">
            <a:avLst>
              <a:gd name="adj1" fmla="val 1800000"/>
            </a:avLst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接连接符 168"/>
          <p:cNvCxnSpPr>
            <a:stCxn id="162" idx="0"/>
            <a:endCxn id="165" idx="4"/>
          </p:cNvCxnSpPr>
          <p:nvPr/>
        </p:nvCxnSpPr>
        <p:spPr>
          <a:xfrm flipV="1">
            <a:off x="6896934" y="4700693"/>
            <a:ext cx="0" cy="453921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0" name="直接连接符 169"/>
          <p:cNvCxnSpPr>
            <a:stCxn id="162" idx="5"/>
            <a:endCxn id="168" idx="2"/>
          </p:cNvCxnSpPr>
          <p:nvPr/>
        </p:nvCxnSpPr>
        <p:spPr>
          <a:xfrm>
            <a:off x="7014503" y="5434465"/>
            <a:ext cx="376255" cy="264829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1" name="直接连接符 170"/>
          <p:cNvCxnSpPr>
            <a:stCxn id="163" idx="2"/>
            <a:endCxn id="165" idx="7"/>
          </p:cNvCxnSpPr>
          <p:nvPr/>
        </p:nvCxnSpPr>
        <p:spPr>
          <a:xfrm flipH="1">
            <a:off x="7014503" y="4061357"/>
            <a:ext cx="376255" cy="359485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2" name="直接连接符 171"/>
          <p:cNvCxnSpPr>
            <a:stCxn id="163" idx="6"/>
            <a:endCxn id="166" idx="2"/>
          </p:cNvCxnSpPr>
          <p:nvPr/>
        </p:nvCxnSpPr>
        <p:spPr>
          <a:xfrm>
            <a:off x="7723294" y="4061357"/>
            <a:ext cx="303206" cy="1219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3" name="直接连接符 172"/>
          <p:cNvCxnSpPr>
            <a:stCxn id="166" idx="6"/>
            <a:endCxn id="167" idx="1"/>
          </p:cNvCxnSpPr>
          <p:nvPr/>
        </p:nvCxnSpPr>
        <p:spPr>
          <a:xfrm>
            <a:off x="8359036" y="4062576"/>
            <a:ext cx="359888" cy="358267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4" name="直接连接符 173"/>
          <p:cNvCxnSpPr>
            <a:stCxn id="168" idx="6"/>
            <a:endCxn id="164" idx="2"/>
          </p:cNvCxnSpPr>
          <p:nvPr/>
        </p:nvCxnSpPr>
        <p:spPr>
          <a:xfrm>
            <a:off x="7723294" y="5699294"/>
            <a:ext cx="303206" cy="0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6" name="直接连接符 175"/>
          <p:cNvCxnSpPr>
            <a:stCxn id="175" idx="0"/>
            <a:endCxn id="167" idx="4"/>
          </p:cNvCxnSpPr>
          <p:nvPr/>
        </p:nvCxnSpPr>
        <p:spPr>
          <a:xfrm flipV="1">
            <a:off x="8836493" y="4700694"/>
            <a:ext cx="0" cy="453920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7" name="直接连接符 176"/>
          <p:cNvCxnSpPr>
            <a:stCxn id="164" idx="6"/>
            <a:endCxn id="175" idx="3"/>
          </p:cNvCxnSpPr>
          <p:nvPr/>
        </p:nvCxnSpPr>
        <p:spPr>
          <a:xfrm flipV="1">
            <a:off x="8359036" y="5434465"/>
            <a:ext cx="359888" cy="264829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9" name="直接连接符 178"/>
          <p:cNvCxnSpPr>
            <a:stCxn id="175" idx="1"/>
            <a:endCxn id="165" idx="5"/>
          </p:cNvCxnSpPr>
          <p:nvPr/>
        </p:nvCxnSpPr>
        <p:spPr>
          <a:xfrm flipH="1" flipV="1">
            <a:off x="7014503" y="4652678"/>
            <a:ext cx="1704421" cy="549951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1" name="直接连接符 180"/>
          <p:cNvCxnSpPr>
            <a:stCxn id="164" idx="0"/>
            <a:endCxn id="163" idx="4"/>
          </p:cNvCxnSpPr>
          <p:nvPr/>
        </p:nvCxnSpPr>
        <p:spPr>
          <a:xfrm flipH="1" flipV="1">
            <a:off x="7557026" y="4225290"/>
            <a:ext cx="635742" cy="1310071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2" name="直接连接符 181"/>
          <p:cNvCxnSpPr>
            <a:stCxn id="168" idx="0"/>
            <a:endCxn id="166" idx="4"/>
          </p:cNvCxnSpPr>
          <p:nvPr/>
        </p:nvCxnSpPr>
        <p:spPr>
          <a:xfrm flipV="1">
            <a:off x="7557026" y="4226509"/>
            <a:ext cx="635742" cy="1308852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3" name="直接连接符 182"/>
          <p:cNvCxnSpPr>
            <a:stCxn id="162" idx="6"/>
            <a:endCxn id="167" idx="2"/>
          </p:cNvCxnSpPr>
          <p:nvPr/>
        </p:nvCxnSpPr>
        <p:spPr>
          <a:xfrm flipV="1">
            <a:off x="7063202" y="4536761"/>
            <a:ext cx="1607023" cy="781786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3" name="直接连接符 192"/>
          <p:cNvCxnSpPr>
            <a:stCxn id="167" idx="2"/>
            <a:endCxn id="163" idx="5"/>
          </p:cNvCxnSpPr>
          <p:nvPr/>
        </p:nvCxnSpPr>
        <p:spPr>
          <a:xfrm flipH="1" flipV="1">
            <a:off x="7674595" y="4177275"/>
            <a:ext cx="995630" cy="359486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0" name="直接连接符 199"/>
          <p:cNvCxnSpPr>
            <a:stCxn id="175" idx="1"/>
            <a:endCxn id="166" idx="5"/>
          </p:cNvCxnSpPr>
          <p:nvPr/>
        </p:nvCxnSpPr>
        <p:spPr>
          <a:xfrm flipH="1" flipV="1">
            <a:off x="8310337" y="4178494"/>
            <a:ext cx="408587" cy="1024135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3" name="直接连接符 202"/>
          <p:cNvCxnSpPr>
            <a:stCxn id="164" idx="0"/>
            <a:endCxn id="167" idx="3"/>
          </p:cNvCxnSpPr>
          <p:nvPr/>
        </p:nvCxnSpPr>
        <p:spPr>
          <a:xfrm flipV="1">
            <a:off x="8192768" y="4652679"/>
            <a:ext cx="526156" cy="882682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6" name="直接连接符 205"/>
          <p:cNvCxnSpPr>
            <a:stCxn id="168" idx="0"/>
            <a:endCxn id="175" idx="2"/>
          </p:cNvCxnSpPr>
          <p:nvPr/>
        </p:nvCxnSpPr>
        <p:spPr>
          <a:xfrm flipV="1">
            <a:off x="7557026" y="5318547"/>
            <a:ext cx="1113199" cy="216814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9" name="直接连接符 208"/>
          <p:cNvCxnSpPr>
            <a:stCxn id="162" idx="6"/>
            <a:endCxn id="164" idx="1"/>
          </p:cNvCxnSpPr>
          <p:nvPr/>
        </p:nvCxnSpPr>
        <p:spPr>
          <a:xfrm>
            <a:off x="7063202" y="5318547"/>
            <a:ext cx="1011997" cy="264829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2" name="直接连接符 211"/>
          <p:cNvCxnSpPr>
            <a:stCxn id="165" idx="5"/>
            <a:endCxn id="168" idx="1"/>
          </p:cNvCxnSpPr>
          <p:nvPr/>
        </p:nvCxnSpPr>
        <p:spPr>
          <a:xfrm>
            <a:off x="7014503" y="4652678"/>
            <a:ext cx="424954" cy="930698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5" name="直接连接符 214"/>
          <p:cNvCxnSpPr>
            <a:stCxn id="163" idx="4"/>
            <a:endCxn id="162" idx="7"/>
          </p:cNvCxnSpPr>
          <p:nvPr/>
        </p:nvCxnSpPr>
        <p:spPr>
          <a:xfrm flipH="1">
            <a:off x="7014503" y="4225290"/>
            <a:ext cx="542523" cy="977339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0" name="直接连接符 219"/>
          <p:cNvCxnSpPr>
            <a:stCxn id="166" idx="4"/>
            <a:endCxn id="165" idx="6"/>
          </p:cNvCxnSpPr>
          <p:nvPr/>
        </p:nvCxnSpPr>
        <p:spPr>
          <a:xfrm flipH="1">
            <a:off x="7063202" y="4226509"/>
            <a:ext cx="1129566" cy="310251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2" name="直接连接符 231"/>
          <p:cNvCxnSpPr>
            <a:stCxn id="225" idx="7"/>
            <a:endCxn id="228" idx="3"/>
          </p:cNvCxnSpPr>
          <p:nvPr/>
        </p:nvCxnSpPr>
        <p:spPr>
          <a:xfrm flipV="1">
            <a:off x="1822923" y="3972385"/>
            <a:ext cx="520168" cy="259963"/>
          </a:xfrm>
          <a:prstGeom prst="line">
            <a:avLst/>
          </a:prstGeom>
          <a:ln w="1905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3" name="直接连接符 232"/>
          <p:cNvCxnSpPr>
            <a:stCxn id="225" idx="6"/>
            <a:endCxn id="231" idx="2"/>
          </p:cNvCxnSpPr>
          <p:nvPr/>
        </p:nvCxnSpPr>
        <p:spPr>
          <a:xfrm>
            <a:off x="1871622" y="4348266"/>
            <a:ext cx="734798" cy="0"/>
          </a:xfrm>
          <a:prstGeom prst="line">
            <a:avLst/>
          </a:prstGeom>
          <a:ln w="1905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4" name="直接连接符 233"/>
          <p:cNvCxnSpPr>
            <a:stCxn id="226" idx="2"/>
            <a:endCxn id="228" idx="6"/>
          </p:cNvCxnSpPr>
          <p:nvPr/>
        </p:nvCxnSpPr>
        <p:spPr>
          <a:xfrm flipH="1">
            <a:off x="2626928" y="3856467"/>
            <a:ext cx="726039" cy="0"/>
          </a:xfrm>
          <a:prstGeom prst="line">
            <a:avLst/>
          </a:prstGeom>
          <a:ln w="1905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5" name="直接连接符 234"/>
          <p:cNvCxnSpPr>
            <a:stCxn id="226" idx="3"/>
            <a:endCxn id="231" idx="7"/>
          </p:cNvCxnSpPr>
          <p:nvPr/>
        </p:nvCxnSpPr>
        <p:spPr>
          <a:xfrm flipH="1">
            <a:off x="2890257" y="3972385"/>
            <a:ext cx="511409" cy="259963"/>
          </a:xfrm>
          <a:prstGeom prst="line">
            <a:avLst/>
          </a:prstGeom>
          <a:ln w="1905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6" name="直接连接符 275"/>
          <p:cNvCxnSpPr>
            <a:stCxn id="272" idx="7"/>
            <a:endCxn id="274" idx="3"/>
          </p:cNvCxnSpPr>
          <p:nvPr/>
        </p:nvCxnSpPr>
        <p:spPr>
          <a:xfrm flipV="1">
            <a:off x="1820262" y="4839833"/>
            <a:ext cx="522829" cy="261192"/>
          </a:xfrm>
          <a:prstGeom prst="line">
            <a:avLst/>
          </a:prstGeom>
          <a:ln w="1905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7" name="直接连接符 276"/>
          <p:cNvCxnSpPr>
            <a:stCxn id="272" idx="6"/>
            <a:endCxn id="275" idx="2"/>
          </p:cNvCxnSpPr>
          <p:nvPr/>
        </p:nvCxnSpPr>
        <p:spPr>
          <a:xfrm>
            <a:off x="1868961" y="5216943"/>
            <a:ext cx="734798" cy="0"/>
          </a:xfrm>
          <a:prstGeom prst="line">
            <a:avLst/>
          </a:prstGeom>
          <a:ln w="1905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8" name="直接连接符 277"/>
          <p:cNvCxnSpPr>
            <a:stCxn id="273" idx="2"/>
            <a:endCxn id="274" idx="6"/>
          </p:cNvCxnSpPr>
          <p:nvPr/>
        </p:nvCxnSpPr>
        <p:spPr>
          <a:xfrm flipH="1">
            <a:off x="2626928" y="4723915"/>
            <a:ext cx="726039" cy="0"/>
          </a:xfrm>
          <a:prstGeom prst="line">
            <a:avLst/>
          </a:prstGeom>
          <a:ln w="1905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9" name="直接连接符 278"/>
          <p:cNvCxnSpPr>
            <a:stCxn id="273" idx="3"/>
            <a:endCxn id="275" idx="7"/>
          </p:cNvCxnSpPr>
          <p:nvPr/>
        </p:nvCxnSpPr>
        <p:spPr>
          <a:xfrm flipH="1">
            <a:off x="2887596" y="4839833"/>
            <a:ext cx="514070" cy="261192"/>
          </a:xfrm>
          <a:prstGeom prst="line">
            <a:avLst/>
          </a:prstGeom>
          <a:ln w="1905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0" name="直接连接符 279"/>
          <p:cNvCxnSpPr>
            <a:stCxn id="272" idx="0"/>
            <a:endCxn id="225" idx="4"/>
          </p:cNvCxnSpPr>
          <p:nvPr/>
        </p:nvCxnSpPr>
        <p:spPr>
          <a:xfrm flipV="1">
            <a:off x="1702693" y="4512199"/>
            <a:ext cx="2661" cy="540811"/>
          </a:xfrm>
          <a:prstGeom prst="line">
            <a:avLst/>
          </a:prstGeom>
          <a:ln w="1905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5" name="直接连接符 294"/>
          <p:cNvCxnSpPr>
            <a:stCxn id="274" idx="0"/>
            <a:endCxn id="228" idx="4"/>
          </p:cNvCxnSpPr>
          <p:nvPr/>
        </p:nvCxnSpPr>
        <p:spPr>
          <a:xfrm flipV="1">
            <a:off x="2460660" y="4020400"/>
            <a:ext cx="0" cy="539582"/>
          </a:xfrm>
          <a:prstGeom prst="line">
            <a:avLst/>
          </a:prstGeom>
          <a:ln w="1905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8" name="直接连接符 297"/>
          <p:cNvCxnSpPr>
            <a:stCxn id="273" idx="0"/>
            <a:endCxn id="226" idx="4"/>
          </p:cNvCxnSpPr>
          <p:nvPr/>
        </p:nvCxnSpPr>
        <p:spPr>
          <a:xfrm flipV="1">
            <a:off x="3519235" y="4020400"/>
            <a:ext cx="0" cy="539582"/>
          </a:xfrm>
          <a:prstGeom prst="line">
            <a:avLst/>
          </a:prstGeom>
          <a:ln w="1905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1" name="直接连接符 300"/>
          <p:cNvCxnSpPr>
            <a:stCxn id="275" idx="0"/>
            <a:endCxn id="231" idx="4"/>
          </p:cNvCxnSpPr>
          <p:nvPr/>
        </p:nvCxnSpPr>
        <p:spPr>
          <a:xfrm flipV="1">
            <a:off x="2770027" y="4512199"/>
            <a:ext cx="2661" cy="540811"/>
          </a:xfrm>
          <a:prstGeom prst="line">
            <a:avLst/>
          </a:prstGeom>
          <a:ln w="1905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7" name="矩形 306"/>
          <p:cNvSpPr/>
          <p:nvPr/>
        </p:nvSpPr>
        <p:spPr>
          <a:xfrm>
            <a:off x="8345654" y="704877"/>
            <a:ext cx="2522978" cy="2273837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8" name="矩形 307"/>
          <p:cNvSpPr/>
          <p:nvPr/>
        </p:nvSpPr>
        <p:spPr>
          <a:xfrm>
            <a:off x="4882283" y="441057"/>
            <a:ext cx="2522978" cy="2273837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9" name="矩形 308"/>
          <p:cNvSpPr/>
          <p:nvPr/>
        </p:nvSpPr>
        <p:spPr>
          <a:xfrm>
            <a:off x="1390093" y="-2744"/>
            <a:ext cx="2522978" cy="2273837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0" name="矩形 309"/>
          <p:cNvSpPr/>
          <p:nvPr/>
        </p:nvSpPr>
        <p:spPr>
          <a:xfrm>
            <a:off x="1343022" y="3168984"/>
            <a:ext cx="2522978" cy="2273837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1" name="矩形 310"/>
          <p:cNvSpPr/>
          <p:nvPr/>
        </p:nvSpPr>
        <p:spPr>
          <a:xfrm>
            <a:off x="6605224" y="3645685"/>
            <a:ext cx="2522978" cy="2273837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椭圆 100"/>
          <p:cNvSpPr/>
          <p:nvPr/>
        </p:nvSpPr>
        <p:spPr>
          <a:xfrm>
            <a:off x="1536425" y="1887142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2" name="椭圆 101"/>
          <p:cNvSpPr/>
          <p:nvPr/>
        </p:nvSpPr>
        <p:spPr>
          <a:xfrm>
            <a:off x="2174828" y="940944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3" name="椭圆 102"/>
          <p:cNvSpPr/>
          <p:nvPr/>
        </p:nvSpPr>
        <p:spPr>
          <a:xfrm>
            <a:off x="2807909" y="1887142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4" name="椭圆 103"/>
          <p:cNvSpPr/>
          <p:nvPr/>
        </p:nvSpPr>
        <p:spPr>
          <a:xfrm>
            <a:off x="1536425" y="940944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6" name="椭圆 105"/>
          <p:cNvSpPr/>
          <p:nvPr/>
        </p:nvSpPr>
        <p:spPr>
          <a:xfrm>
            <a:off x="2813231" y="940944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8" name="椭圆 107"/>
          <p:cNvSpPr/>
          <p:nvPr/>
        </p:nvSpPr>
        <p:spPr>
          <a:xfrm>
            <a:off x="3451634" y="940944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9" name="椭圆 108"/>
          <p:cNvSpPr/>
          <p:nvPr/>
        </p:nvSpPr>
        <p:spPr>
          <a:xfrm>
            <a:off x="2172167" y="1887142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6" name="椭圆 115"/>
          <p:cNvSpPr/>
          <p:nvPr/>
        </p:nvSpPr>
        <p:spPr>
          <a:xfrm>
            <a:off x="3451634" y="1887142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1" name="椭圆 120"/>
          <p:cNvSpPr/>
          <p:nvPr/>
        </p:nvSpPr>
        <p:spPr>
          <a:xfrm>
            <a:off x="5834407" y="777011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" name="椭圆 121"/>
          <p:cNvSpPr/>
          <p:nvPr/>
        </p:nvSpPr>
        <p:spPr>
          <a:xfrm>
            <a:off x="5310463" y="1287551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3" name="椭圆 122"/>
          <p:cNvSpPr/>
          <p:nvPr/>
        </p:nvSpPr>
        <p:spPr>
          <a:xfrm>
            <a:off x="6344157" y="1287551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5" name="椭圆 124"/>
          <p:cNvSpPr/>
          <p:nvPr/>
        </p:nvSpPr>
        <p:spPr>
          <a:xfrm>
            <a:off x="5013207" y="1846106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6" name="椭圆 125"/>
          <p:cNvSpPr/>
          <p:nvPr/>
        </p:nvSpPr>
        <p:spPr>
          <a:xfrm>
            <a:off x="5586529" y="1846106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7" name="椭圆 126"/>
          <p:cNvSpPr/>
          <p:nvPr/>
        </p:nvSpPr>
        <p:spPr>
          <a:xfrm>
            <a:off x="6137642" y="1846106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9" name="椭圆 128"/>
          <p:cNvSpPr/>
          <p:nvPr/>
        </p:nvSpPr>
        <p:spPr>
          <a:xfrm>
            <a:off x="6676693" y="1846106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2" name="椭圆 141"/>
          <p:cNvSpPr/>
          <p:nvPr/>
        </p:nvSpPr>
        <p:spPr>
          <a:xfrm>
            <a:off x="6941585" y="2334628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6" name="椭圆 145"/>
          <p:cNvSpPr/>
          <p:nvPr/>
        </p:nvSpPr>
        <p:spPr>
          <a:xfrm>
            <a:off x="9895164" y="2605066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7" name="椭圆 146"/>
          <p:cNvSpPr/>
          <p:nvPr/>
        </p:nvSpPr>
        <p:spPr>
          <a:xfrm>
            <a:off x="9899034" y="759279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8" name="椭圆 147"/>
          <p:cNvSpPr/>
          <p:nvPr/>
        </p:nvSpPr>
        <p:spPr>
          <a:xfrm>
            <a:off x="9006631" y="759279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9" name="椭圆 148"/>
          <p:cNvSpPr/>
          <p:nvPr/>
        </p:nvSpPr>
        <p:spPr>
          <a:xfrm>
            <a:off x="9002761" y="2605066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2" name="椭圆 151"/>
          <p:cNvSpPr/>
          <p:nvPr/>
        </p:nvSpPr>
        <p:spPr>
          <a:xfrm>
            <a:off x="9002761" y="1351464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3" name="椭圆 152"/>
          <p:cNvSpPr/>
          <p:nvPr/>
        </p:nvSpPr>
        <p:spPr>
          <a:xfrm>
            <a:off x="9895164" y="1351464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5" name="椭圆 154"/>
          <p:cNvSpPr/>
          <p:nvPr/>
        </p:nvSpPr>
        <p:spPr>
          <a:xfrm>
            <a:off x="9895164" y="1978265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6" name="椭圆 155"/>
          <p:cNvSpPr/>
          <p:nvPr/>
        </p:nvSpPr>
        <p:spPr>
          <a:xfrm>
            <a:off x="9002761" y="1978265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5" name="椭圆 224"/>
          <p:cNvSpPr/>
          <p:nvPr/>
        </p:nvSpPr>
        <p:spPr>
          <a:xfrm>
            <a:off x="1539086" y="4184333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26" name="椭圆 225"/>
          <p:cNvSpPr/>
          <p:nvPr/>
        </p:nvSpPr>
        <p:spPr>
          <a:xfrm>
            <a:off x="3352967" y="3692534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28" name="椭圆 227"/>
          <p:cNvSpPr/>
          <p:nvPr/>
        </p:nvSpPr>
        <p:spPr>
          <a:xfrm>
            <a:off x="2294392" y="3692534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31" name="椭圆 230"/>
          <p:cNvSpPr/>
          <p:nvPr/>
        </p:nvSpPr>
        <p:spPr>
          <a:xfrm>
            <a:off x="2606420" y="4184333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2" name="椭圆 271"/>
          <p:cNvSpPr/>
          <p:nvPr/>
        </p:nvSpPr>
        <p:spPr>
          <a:xfrm>
            <a:off x="1536425" y="5053010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3" name="椭圆 272"/>
          <p:cNvSpPr/>
          <p:nvPr/>
        </p:nvSpPr>
        <p:spPr>
          <a:xfrm>
            <a:off x="3352967" y="4559982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4" name="椭圆 273"/>
          <p:cNvSpPr/>
          <p:nvPr/>
        </p:nvSpPr>
        <p:spPr>
          <a:xfrm>
            <a:off x="2294392" y="4559982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5" name="椭圆 274"/>
          <p:cNvSpPr/>
          <p:nvPr/>
        </p:nvSpPr>
        <p:spPr>
          <a:xfrm>
            <a:off x="2603759" y="5053010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2" name="椭圆 161"/>
          <p:cNvSpPr/>
          <p:nvPr/>
        </p:nvSpPr>
        <p:spPr>
          <a:xfrm>
            <a:off x="6730666" y="5154614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" name="椭圆 162"/>
          <p:cNvSpPr/>
          <p:nvPr/>
        </p:nvSpPr>
        <p:spPr>
          <a:xfrm>
            <a:off x="7390758" y="3897424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4" name="椭圆 163"/>
          <p:cNvSpPr/>
          <p:nvPr/>
        </p:nvSpPr>
        <p:spPr>
          <a:xfrm>
            <a:off x="8026500" y="5535361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5" name="椭圆 164"/>
          <p:cNvSpPr/>
          <p:nvPr/>
        </p:nvSpPr>
        <p:spPr>
          <a:xfrm>
            <a:off x="6730666" y="4372827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6" name="椭圆 165"/>
          <p:cNvSpPr/>
          <p:nvPr/>
        </p:nvSpPr>
        <p:spPr>
          <a:xfrm>
            <a:off x="8026500" y="3898643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7" name="椭圆 166"/>
          <p:cNvSpPr/>
          <p:nvPr/>
        </p:nvSpPr>
        <p:spPr>
          <a:xfrm>
            <a:off x="8670225" y="4372828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8" name="椭圆 167"/>
          <p:cNvSpPr/>
          <p:nvPr/>
        </p:nvSpPr>
        <p:spPr>
          <a:xfrm>
            <a:off x="7390758" y="5535361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5" name="椭圆 174"/>
          <p:cNvSpPr/>
          <p:nvPr/>
        </p:nvSpPr>
        <p:spPr>
          <a:xfrm>
            <a:off x="8670225" y="5154614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88881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椭圆 104"/>
          <p:cNvSpPr/>
          <p:nvPr/>
        </p:nvSpPr>
        <p:spPr>
          <a:xfrm>
            <a:off x="3902571" y="1634076"/>
            <a:ext cx="389102" cy="383637"/>
          </a:xfrm>
          <a:prstGeom prst="ellipse">
            <a:avLst/>
          </a:prstGeom>
          <a:solidFill>
            <a:srgbClr val="7BBDD7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直接箭头连接符 3"/>
          <p:cNvCxnSpPr/>
          <p:nvPr/>
        </p:nvCxnSpPr>
        <p:spPr>
          <a:xfrm flipH="1">
            <a:off x="2789922" y="1915569"/>
            <a:ext cx="1078607" cy="767562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接箭头连接符 130"/>
          <p:cNvCxnSpPr/>
          <p:nvPr/>
        </p:nvCxnSpPr>
        <p:spPr>
          <a:xfrm flipH="1">
            <a:off x="2855554" y="1987875"/>
            <a:ext cx="1078607" cy="767562"/>
          </a:xfrm>
          <a:prstGeom prst="straightConnector1">
            <a:avLst/>
          </a:prstGeom>
          <a:ln w="19050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接箭头连接符 131"/>
          <p:cNvCxnSpPr/>
          <p:nvPr/>
        </p:nvCxnSpPr>
        <p:spPr>
          <a:xfrm flipH="1" flipV="1">
            <a:off x="2932047" y="3016852"/>
            <a:ext cx="2409505" cy="13"/>
          </a:xfrm>
          <a:prstGeom prst="straightConnector1">
            <a:avLst/>
          </a:prstGeom>
          <a:ln w="19050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接箭头连接符 132"/>
          <p:cNvCxnSpPr/>
          <p:nvPr/>
        </p:nvCxnSpPr>
        <p:spPr>
          <a:xfrm flipH="1" flipV="1">
            <a:off x="2932046" y="2917360"/>
            <a:ext cx="2409505" cy="13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直接箭头连接符 134"/>
          <p:cNvCxnSpPr/>
          <p:nvPr/>
        </p:nvCxnSpPr>
        <p:spPr>
          <a:xfrm flipH="1">
            <a:off x="5124869" y="3210412"/>
            <a:ext cx="414927" cy="1126871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接箭头连接符 137"/>
          <p:cNvCxnSpPr/>
          <p:nvPr/>
        </p:nvCxnSpPr>
        <p:spPr>
          <a:xfrm flipH="1">
            <a:off x="5232769" y="3237109"/>
            <a:ext cx="400468" cy="1101285"/>
          </a:xfrm>
          <a:prstGeom prst="straightConnector1">
            <a:avLst/>
          </a:prstGeom>
          <a:ln w="19050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直接箭头连接符 138"/>
          <p:cNvCxnSpPr/>
          <p:nvPr/>
        </p:nvCxnSpPr>
        <p:spPr>
          <a:xfrm>
            <a:off x="2623060" y="3237109"/>
            <a:ext cx="360420" cy="1161355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直接箭头连接符 160"/>
          <p:cNvCxnSpPr/>
          <p:nvPr/>
        </p:nvCxnSpPr>
        <p:spPr>
          <a:xfrm>
            <a:off x="2715390" y="3202625"/>
            <a:ext cx="360420" cy="1161355"/>
          </a:xfrm>
          <a:prstGeom prst="straightConnector1">
            <a:avLst/>
          </a:prstGeom>
          <a:ln w="19050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直接箭头连接符 177"/>
          <p:cNvCxnSpPr/>
          <p:nvPr/>
        </p:nvCxnSpPr>
        <p:spPr>
          <a:xfrm flipH="1">
            <a:off x="3470715" y="3183714"/>
            <a:ext cx="1995662" cy="1367116"/>
          </a:xfrm>
          <a:prstGeom prst="straightConnector1">
            <a:avLst/>
          </a:prstGeom>
          <a:ln w="19050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直接箭头连接符 179"/>
          <p:cNvCxnSpPr/>
          <p:nvPr/>
        </p:nvCxnSpPr>
        <p:spPr>
          <a:xfrm flipH="1">
            <a:off x="3416207" y="3095833"/>
            <a:ext cx="1995662" cy="1367116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6270742"/>
              </p:ext>
            </p:extLst>
          </p:nvPr>
        </p:nvGraphicFramePr>
        <p:xfrm>
          <a:off x="4021767" y="1358382"/>
          <a:ext cx="229862" cy="3064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63" name="AxMath" r:id="rId3" imgW="171720" imgH="227880" progId="Equation.AxMath">
                  <p:embed/>
                </p:oleObj>
              </mc:Choice>
              <mc:Fallback>
                <p:oleObj name="AxMath" r:id="rId3" imgW="171720" imgH="227880" progId="Equation.AxMat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021767" y="1358382"/>
                        <a:ext cx="229862" cy="3064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2" name="对象 19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303968"/>
              </p:ext>
            </p:extLst>
          </p:nvPr>
        </p:nvGraphicFramePr>
        <p:xfrm>
          <a:off x="5784851" y="2608831"/>
          <a:ext cx="239712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64" name="AxMath" r:id="rId5" imgW="178920" imgH="227880" progId="Equation.AxMath">
                  <p:embed/>
                </p:oleObj>
              </mc:Choice>
              <mc:Fallback>
                <p:oleObj name="AxMath" r:id="rId5" imgW="178920" imgH="227880" progId="Equation.AxMath">
                  <p:embed/>
                  <p:pic>
                    <p:nvPicPr>
                      <p:cNvPr id="20" name="对象 1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784851" y="2608831"/>
                        <a:ext cx="239712" cy="306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" name="对象 19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1810927"/>
              </p:ext>
            </p:extLst>
          </p:nvPr>
        </p:nvGraphicFramePr>
        <p:xfrm>
          <a:off x="5212129" y="4707702"/>
          <a:ext cx="242888" cy="306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65" name="AxMath" r:id="rId7" imgW="180360" imgH="227880" progId="Equation.AxMath">
                  <p:embed/>
                </p:oleObj>
              </mc:Choice>
              <mc:Fallback>
                <p:oleObj name="AxMath" r:id="rId7" imgW="180360" imgH="227880" progId="Equation.AxMath">
                  <p:embed/>
                  <p:pic>
                    <p:nvPicPr>
                      <p:cNvPr id="192" name="对象 19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212129" y="4707702"/>
                        <a:ext cx="242888" cy="3063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5" name="对象 19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6176427"/>
              </p:ext>
            </p:extLst>
          </p:nvPr>
        </p:nvGraphicFramePr>
        <p:xfrm>
          <a:off x="2895600" y="4707701"/>
          <a:ext cx="247650" cy="306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66" name="AxMath" r:id="rId9" imgW="183600" imgH="227880" progId="Equation.AxMath">
                  <p:embed/>
                </p:oleObj>
              </mc:Choice>
              <mc:Fallback>
                <p:oleObj name="AxMath" r:id="rId9" imgW="183600" imgH="227880" progId="Equation.AxMath">
                  <p:embed/>
                  <p:pic>
                    <p:nvPicPr>
                      <p:cNvPr id="194" name="对象 19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895600" y="4707701"/>
                        <a:ext cx="247650" cy="3063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6" name="对象 19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0864512"/>
              </p:ext>
            </p:extLst>
          </p:nvPr>
        </p:nvGraphicFramePr>
        <p:xfrm>
          <a:off x="2216178" y="2608831"/>
          <a:ext cx="239713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67" name="AxMath" r:id="rId11" imgW="178560" imgH="227880" progId="Equation.AxMath">
                  <p:embed/>
                </p:oleObj>
              </mc:Choice>
              <mc:Fallback>
                <p:oleObj name="AxMath" r:id="rId11" imgW="178560" imgH="227880" progId="Equation.AxMath">
                  <p:embed/>
                  <p:pic>
                    <p:nvPicPr>
                      <p:cNvPr id="195" name="对象 194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216178" y="2608831"/>
                        <a:ext cx="239713" cy="306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7" name="对象 19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1542586"/>
              </p:ext>
            </p:extLst>
          </p:nvPr>
        </p:nvGraphicFramePr>
        <p:xfrm>
          <a:off x="2814638" y="2000250"/>
          <a:ext cx="566737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68" name="AxMath" r:id="rId13" imgW="422640" imgH="227880" progId="Equation.AxMath">
                  <p:embed/>
                </p:oleObj>
              </mc:Choice>
              <mc:Fallback>
                <p:oleObj name="AxMath" r:id="rId13" imgW="422640" imgH="227880" progId="Equation.AxMath">
                  <p:embed/>
                  <p:pic>
                    <p:nvPicPr>
                      <p:cNvPr id="20" name="对象 19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814638" y="2000250"/>
                        <a:ext cx="566737" cy="306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8" name="对象 19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6565769"/>
              </p:ext>
            </p:extLst>
          </p:nvPr>
        </p:nvGraphicFramePr>
        <p:xfrm>
          <a:off x="3597275" y="2214563"/>
          <a:ext cx="571500" cy="306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69" name="AxMath" r:id="rId15" imgW="425880" imgH="227880" progId="Equation.AxMath">
                  <p:embed/>
                </p:oleObj>
              </mc:Choice>
              <mc:Fallback>
                <p:oleObj name="AxMath" r:id="rId15" imgW="425880" imgH="227880" progId="Equation.AxMath">
                  <p:embed/>
                  <p:pic>
                    <p:nvPicPr>
                      <p:cNvPr id="197" name="对象 196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597275" y="2214563"/>
                        <a:ext cx="571500" cy="3063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9" name="对象 19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0668505"/>
              </p:ext>
            </p:extLst>
          </p:nvPr>
        </p:nvGraphicFramePr>
        <p:xfrm>
          <a:off x="3883025" y="2608831"/>
          <a:ext cx="577850" cy="306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70" name="AxMath" r:id="rId17" imgW="429480" imgH="227880" progId="Equation.AxMath">
                  <p:embed/>
                </p:oleObj>
              </mc:Choice>
              <mc:Fallback>
                <p:oleObj name="AxMath" r:id="rId17" imgW="429480" imgH="227880" progId="Equation.AxMath">
                  <p:embed/>
                  <p:pic>
                    <p:nvPicPr>
                      <p:cNvPr id="198" name="对象 197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883025" y="2608831"/>
                        <a:ext cx="577850" cy="3063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1" name="对象 20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5063611"/>
              </p:ext>
            </p:extLst>
          </p:nvPr>
        </p:nvGraphicFramePr>
        <p:xfrm>
          <a:off x="3842796" y="3041342"/>
          <a:ext cx="577850" cy="306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71" name="AxMath" r:id="rId19" imgW="429480" imgH="227880" progId="Equation.AxMath">
                  <p:embed/>
                </p:oleObj>
              </mc:Choice>
              <mc:Fallback>
                <p:oleObj name="AxMath" r:id="rId19" imgW="429480" imgH="227880" progId="Equation.AxMath">
                  <p:embed/>
                  <p:pic>
                    <p:nvPicPr>
                      <p:cNvPr id="199" name="对象 198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842796" y="3041342"/>
                        <a:ext cx="577850" cy="3063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2" name="对象 20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9849622"/>
              </p:ext>
            </p:extLst>
          </p:nvPr>
        </p:nvGraphicFramePr>
        <p:xfrm>
          <a:off x="2173288" y="3714750"/>
          <a:ext cx="579437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72" name="AxMath" r:id="rId21" imgW="431280" imgH="227880" progId="Equation.AxMath">
                  <p:embed/>
                </p:oleObj>
              </mc:Choice>
              <mc:Fallback>
                <p:oleObj name="AxMath" r:id="rId21" imgW="431280" imgH="227880" progId="Equation.AxMath">
                  <p:embed/>
                  <p:pic>
                    <p:nvPicPr>
                      <p:cNvPr id="201" name="对象 200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173288" y="3714750"/>
                        <a:ext cx="579437" cy="306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" name="对象 20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2691229"/>
              </p:ext>
            </p:extLst>
          </p:nvPr>
        </p:nvGraphicFramePr>
        <p:xfrm>
          <a:off x="2940050" y="3594100"/>
          <a:ext cx="581025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73" name="AxMath" r:id="rId23" imgW="433800" imgH="227880" progId="Equation.AxMath">
                  <p:embed/>
                </p:oleObj>
              </mc:Choice>
              <mc:Fallback>
                <p:oleObj name="AxMath" r:id="rId23" imgW="433800" imgH="227880" progId="Equation.AxMath">
                  <p:embed/>
                  <p:pic>
                    <p:nvPicPr>
                      <p:cNvPr id="199" name="对象 198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2940050" y="3594100"/>
                        <a:ext cx="581025" cy="306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" name="对象 20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8438563"/>
              </p:ext>
            </p:extLst>
          </p:nvPr>
        </p:nvGraphicFramePr>
        <p:xfrm>
          <a:off x="3794125" y="3533775"/>
          <a:ext cx="579438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74" name="AxMath" r:id="rId25" imgW="431640" imgH="227880" progId="Equation.AxMath">
                  <p:embed/>
                </p:oleObj>
              </mc:Choice>
              <mc:Fallback>
                <p:oleObj name="AxMath" r:id="rId25" imgW="431640" imgH="227880" progId="Equation.AxMath">
                  <p:embed/>
                  <p:pic>
                    <p:nvPicPr>
                      <p:cNvPr id="204" name="对象 203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3794125" y="3533775"/>
                        <a:ext cx="579438" cy="306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" name="对象 20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6351393"/>
              </p:ext>
            </p:extLst>
          </p:nvPr>
        </p:nvGraphicFramePr>
        <p:xfrm>
          <a:off x="4184650" y="4037013"/>
          <a:ext cx="581025" cy="306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75" name="AxMath" r:id="rId27" imgW="433800" imgH="227880" progId="Equation.AxMath">
                  <p:embed/>
                </p:oleObj>
              </mc:Choice>
              <mc:Fallback>
                <p:oleObj name="AxMath" r:id="rId27" imgW="433800" imgH="227880" progId="Equation.AxMath">
                  <p:embed/>
                  <p:pic>
                    <p:nvPicPr>
                      <p:cNvPr id="205" name="对象 204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4184650" y="4037013"/>
                        <a:ext cx="581025" cy="3063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8" name="对象 20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1179562"/>
              </p:ext>
            </p:extLst>
          </p:nvPr>
        </p:nvGraphicFramePr>
        <p:xfrm>
          <a:off x="4741863" y="3651250"/>
          <a:ext cx="576262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76" name="AxMath" r:id="rId29" imgW="430200" imgH="227880" progId="Equation.AxMath">
                  <p:embed/>
                </p:oleObj>
              </mc:Choice>
              <mc:Fallback>
                <p:oleObj name="AxMath" r:id="rId29" imgW="430200" imgH="227880" progId="Equation.AxMath">
                  <p:embed/>
                  <p:pic>
                    <p:nvPicPr>
                      <p:cNvPr id="207" name="对象 206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4741863" y="3651250"/>
                        <a:ext cx="576262" cy="306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0" name="对象 20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8006922"/>
              </p:ext>
            </p:extLst>
          </p:nvPr>
        </p:nvGraphicFramePr>
        <p:xfrm>
          <a:off x="5446713" y="3773488"/>
          <a:ext cx="577850" cy="306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77" name="AxMath" r:id="rId31" imgW="431280" imgH="227880" progId="Equation.AxMath">
                  <p:embed/>
                </p:oleObj>
              </mc:Choice>
              <mc:Fallback>
                <p:oleObj name="AxMath" r:id="rId31" imgW="431280" imgH="227880" progId="Equation.AxMath">
                  <p:embed/>
                  <p:pic>
                    <p:nvPicPr>
                      <p:cNvPr id="208" name="对象 207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5446713" y="3773488"/>
                        <a:ext cx="577850" cy="3063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1" name="椭圆 210"/>
          <p:cNvSpPr/>
          <p:nvPr/>
        </p:nvSpPr>
        <p:spPr>
          <a:xfrm>
            <a:off x="5408702" y="2762024"/>
            <a:ext cx="389102" cy="383637"/>
          </a:xfrm>
          <a:prstGeom prst="ellipse">
            <a:avLst/>
          </a:prstGeom>
          <a:solidFill>
            <a:srgbClr val="7BBDD7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3" name="椭圆 212"/>
          <p:cNvSpPr/>
          <p:nvPr/>
        </p:nvSpPr>
        <p:spPr>
          <a:xfrm>
            <a:off x="4909978" y="4397064"/>
            <a:ext cx="389102" cy="383637"/>
          </a:xfrm>
          <a:prstGeom prst="ellipse">
            <a:avLst/>
          </a:prstGeom>
          <a:solidFill>
            <a:srgbClr val="7BBDD7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6" name="椭圆 215"/>
          <p:cNvSpPr/>
          <p:nvPr/>
        </p:nvSpPr>
        <p:spPr>
          <a:xfrm>
            <a:off x="2981897" y="4390729"/>
            <a:ext cx="389102" cy="383637"/>
          </a:xfrm>
          <a:prstGeom prst="ellipse">
            <a:avLst/>
          </a:prstGeom>
          <a:solidFill>
            <a:srgbClr val="7BBDD7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7" name="椭圆 216"/>
          <p:cNvSpPr/>
          <p:nvPr/>
        </p:nvSpPr>
        <p:spPr>
          <a:xfrm>
            <a:off x="2439490" y="2761794"/>
            <a:ext cx="389102" cy="383637"/>
          </a:xfrm>
          <a:prstGeom prst="ellipse">
            <a:avLst/>
          </a:prstGeom>
          <a:solidFill>
            <a:srgbClr val="7BBDD7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17935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椭圆 104"/>
          <p:cNvSpPr/>
          <p:nvPr/>
        </p:nvSpPr>
        <p:spPr>
          <a:xfrm>
            <a:off x="2603920" y="1623628"/>
            <a:ext cx="301478" cy="297244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1" name="椭圆 210"/>
          <p:cNvSpPr/>
          <p:nvPr/>
        </p:nvSpPr>
        <p:spPr>
          <a:xfrm>
            <a:off x="3324000" y="1623628"/>
            <a:ext cx="301478" cy="297244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3900064" y="2343708"/>
            <a:ext cx="301478" cy="297244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椭圆 32"/>
          <p:cNvSpPr/>
          <p:nvPr/>
        </p:nvSpPr>
        <p:spPr>
          <a:xfrm>
            <a:off x="3324000" y="3063788"/>
            <a:ext cx="301478" cy="297244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椭圆 33"/>
          <p:cNvSpPr/>
          <p:nvPr/>
        </p:nvSpPr>
        <p:spPr>
          <a:xfrm>
            <a:off x="2600708" y="3063788"/>
            <a:ext cx="301478" cy="297244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椭圆 34"/>
          <p:cNvSpPr/>
          <p:nvPr/>
        </p:nvSpPr>
        <p:spPr>
          <a:xfrm>
            <a:off x="2027856" y="2349810"/>
            <a:ext cx="301478" cy="297244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直接连接符 2"/>
          <p:cNvCxnSpPr>
            <a:stCxn id="105" idx="3"/>
            <a:endCxn id="35" idx="7"/>
          </p:cNvCxnSpPr>
          <p:nvPr/>
        </p:nvCxnSpPr>
        <p:spPr>
          <a:xfrm flipH="1">
            <a:off x="2285184" y="1877342"/>
            <a:ext cx="362886" cy="51599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>
            <a:stCxn id="211" idx="2"/>
            <a:endCxn id="105" idx="6"/>
          </p:cNvCxnSpPr>
          <p:nvPr/>
        </p:nvCxnSpPr>
        <p:spPr>
          <a:xfrm flipH="1">
            <a:off x="2905398" y="1772250"/>
            <a:ext cx="41860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>
            <a:stCxn id="33" idx="0"/>
            <a:endCxn id="211" idx="4"/>
          </p:cNvCxnSpPr>
          <p:nvPr/>
        </p:nvCxnSpPr>
        <p:spPr>
          <a:xfrm flipV="1">
            <a:off x="3474739" y="1920872"/>
            <a:ext cx="0" cy="114291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>
            <a:stCxn id="34" idx="1"/>
            <a:endCxn id="35" idx="5"/>
          </p:cNvCxnSpPr>
          <p:nvPr/>
        </p:nvCxnSpPr>
        <p:spPr>
          <a:xfrm flipH="1" flipV="1">
            <a:off x="2285184" y="2603524"/>
            <a:ext cx="359674" cy="5037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>
            <a:stCxn id="32" idx="3"/>
            <a:endCxn id="33" idx="7"/>
          </p:cNvCxnSpPr>
          <p:nvPr/>
        </p:nvCxnSpPr>
        <p:spPr>
          <a:xfrm flipH="1">
            <a:off x="3581328" y="2597422"/>
            <a:ext cx="362886" cy="50989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>
            <a:stCxn id="105" idx="5"/>
            <a:endCxn id="32" idx="2"/>
          </p:cNvCxnSpPr>
          <p:nvPr/>
        </p:nvCxnSpPr>
        <p:spPr>
          <a:xfrm>
            <a:off x="2861248" y="1877342"/>
            <a:ext cx="1038816" cy="6149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>
            <a:stCxn id="35" idx="6"/>
            <a:endCxn id="32" idx="2"/>
          </p:cNvCxnSpPr>
          <p:nvPr/>
        </p:nvCxnSpPr>
        <p:spPr>
          <a:xfrm flipV="1">
            <a:off x="2329334" y="2492330"/>
            <a:ext cx="1570730" cy="610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/>
          <p:cNvCxnSpPr>
            <a:stCxn id="34" idx="0"/>
            <a:endCxn id="211" idx="4"/>
          </p:cNvCxnSpPr>
          <p:nvPr/>
        </p:nvCxnSpPr>
        <p:spPr>
          <a:xfrm flipV="1">
            <a:off x="2751447" y="1920872"/>
            <a:ext cx="723292" cy="114291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表格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7988153"/>
              </p:ext>
            </p:extLst>
          </p:nvPr>
        </p:nvGraphicFramePr>
        <p:xfrm>
          <a:off x="5088000" y="1413000"/>
          <a:ext cx="2268000" cy="2158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000">
                  <a:extLst>
                    <a:ext uri="{9D8B030D-6E8A-4147-A177-3AD203B41FA5}">
                      <a16:colId xmlns:a16="http://schemas.microsoft.com/office/drawing/2014/main" val="3059887605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158529942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850131883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2344056891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1652658230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1089972696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4054970449"/>
                    </a:ext>
                  </a:extLst>
                </a:gridCol>
              </a:tblGrid>
              <a:tr h="272380">
                <a:tc>
                  <a:txBody>
                    <a:bodyPr/>
                    <a:lstStyle/>
                    <a:p>
                      <a:pPr algn="ctr"/>
                      <a:endParaRPr lang="zh-CN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6800" marR="46800" marT="47510" marB="475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6800" marR="46800" marT="47510" marB="475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6800" marR="46800" marT="47510" marB="475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6800" marR="46800" marT="47510" marB="475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6800" marR="46800" marT="47510" marB="475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6800" marR="46800" marT="47510" marB="475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6800" marR="46800" marT="47510" marB="475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1115450"/>
                  </a:ext>
                </a:extLst>
              </a:tr>
              <a:tr h="2723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6800" marR="46800" marT="47510" marB="475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6800" marR="46800" marT="47510" marB="475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6800" marR="46800" marT="47510" marB="475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6800" marR="46800" marT="47510" marB="475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6800" marR="46800" marT="47510" marB="475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6800" marR="46800" marT="47510" marB="475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6800" marR="46800" marT="47510" marB="475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7662174"/>
                  </a:ext>
                </a:extLst>
              </a:tr>
              <a:tr h="2723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6800" marR="46800" marT="47510" marB="475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6800" marR="46800" marT="47510" marB="475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6800" marR="46800" marT="47510" marB="475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6800" marR="46800" marT="47510" marB="475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6800" marR="46800" marT="47510" marB="475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6800" marR="46800" marT="47510" marB="475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6800" marR="46800" marT="47510" marB="475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8270687"/>
                  </a:ext>
                </a:extLst>
              </a:tr>
              <a:tr h="2723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6800" marR="46800" marT="47510" marB="475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6800" marR="46800" marT="47510" marB="475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6800" marR="46800" marT="47510" marB="475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6800" marR="46800" marT="47510" marB="475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6800" marR="46800" marT="47510" marB="475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6800" marR="46800" marT="47510" marB="475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6800" marR="46800" marT="47510" marB="475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4359431"/>
                  </a:ext>
                </a:extLst>
              </a:tr>
              <a:tr h="2723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6800" marR="46800" marT="47510" marB="475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6800" marR="46800" marT="47510" marB="475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6800" marR="46800" marT="47510" marB="475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6800" marR="46800" marT="47510" marB="475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6800" marR="46800" marT="47510" marB="475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6800" marR="46800" marT="47510" marB="475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6800" marR="46800" marT="47510" marB="475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247526"/>
                  </a:ext>
                </a:extLst>
              </a:tr>
              <a:tr h="2723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6800" marR="46800" marT="47510" marB="475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6800" marR="46800" marT="47510" marB="475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6800" marR="46800" marT="47510" marB="475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6800" marR="46800" marT="47510" marB="475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6800" marR="46800" marT="47510" marB="475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6800" marR="46800" marT="47510" marB="475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6800" marR="46800" marT="47510" marB="475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388499"/>
                  </a:ext>
                </a:extLst>
              </a:tr>
              <a:tr h="2723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6800" marR="46800" marT="47510" marB="475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6800" marR="46800" marT="47510" marB="475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6800" marR="46800" marT="47510" marB="475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6800" marR="46800" marT="47510" marB="475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6800" marR="46800" marT="47510" marB="475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6800" marR="46800" marT="47510" marB="475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6800" marR="46800" marT="47510" marB="475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0612221"/>
                  </a:ext>
                </a:extLst>
              </a:tr>
            </a:tbl>
          </a:graphicData>
        </a:graphic>
      </p:graphicFrame>
      <p:sp>
        <p:nvSpPr>
          <p:cNvPr id="36" name="右箭头 35"/>
          <p:cNvSpPr/>
          <p:nvPr/>
        </p:nvSpPr>
        <p:spPr>
          <a:xfrm>
            <a:off x="4492525" y="2390289"/>
            <a:ext cx="252000" cy="204082"/>
          </a:xfrm>
          <a:prstGeom prst="rightArrow">
            <a:avLst>
              <a:gd name="adj1" fmla="val 43458"/>
              <a:gd name="adj2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5514114" y="1089722"/>
            <a:ext cx="14157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节点间的最短路径</a:t>
            </a:r>
            <a:endParaRPr lang="zh-CN" altLang="en-US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38" name="对象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5323633"/>
              </p:ext>
            </p:extLst>
          </p:nvPr>
        </p:nvGraphicFramePr>
        <p:xfrm>
          <a:off x="5748925" y="3617939"/>
          <a:ext cx="946150" cy="227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2" name="AxMath" r:id="rId3" imgW="946440" imgH="226800" progId="Equation.AxMath">
                  <p:embed/>
                </p:oleObj>
              </mc:Choice>
              <mc:Fallback>
                <p:oleObj name="AxMath" r:id="rId3" imgW="946440" imgH="226800" progId="Equation.AxMat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748925" y="3617939"/>
                        <a:ext cx="946150" cy="2270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369018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9331562"/>
              </p:ext>
            </p:extLst>
          </p:nvPr>
        </p:nvGraphicFramePr>
        <p:xfrm>
          <a:off x="3828000" y="1413000"/>
          <a:ext cx="1039756" cy="2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80" name="AxMath" r:id="rId3" imgW="798840" imgH="1546560" progId="Equation.AxMath">
                  <p:embed/>
                </p:oleObj>
              </mc:Choice>
              <mc:Fallback>
                <p:oleObj name="AxMath" r:id="rId3" imgW="798840" imgH="1546560" progId="Equation.AxMat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28000" y="1413000"/>
                        <a:ext cx="1039756" cy="2016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直接连接符 4"/>
          <p:cNvCxnSpPr/>
          <p:nvPr/>
        </p:nvCxnSpPr>
        <p:spPr>
          <a:xfrm>
            <a:off x="4982050" y="1834450"/>
            <a:ext cx="0" cy="1512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3567777"/>
              </p:ext>
            </p:extLst>
          </p:nvPr>
        </p:nvGraphicFramePr>
        <p:xfrm>
          <a:off x="5160000" y="1413000"/>
          <a:ext cx="530225" cy="201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81" name="AxMath" r:id="rId5" imgW="407880" imgH="1545840" progId="Equation.AxMath">
                  <p:embed/>
                </p:oleObj>
              </mc:Choice>
              <mc:Fallback>
                <p:oleObj name="AxMath" r:id="rId5" imgW="407880" imgH="1545840" progId="Equation.AxMath">
                  <p:embed/>
                  <p:pic>
                    <p:nvPicPr>
                      <p:cNvPr id="2" name="对象 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160000" y="1413000"/>
                        <a:ext cx="530225" cy="2016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5140950" y="1383400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dirty="0" smtClean="0">
                <a:latin typeface="宋体" panose="02010600030101010101" pitchFamily="2" charset="-122"/>
                <a:ea typeface="宋体" panose="02010600030101010101" pitchFamily="2" charset="-122"/>
              </a:rPr>
              <a:t>邻居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27" name="对象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6761714"/>
              </p:ext>
            </p:extLst>
          </p:nvPr>
        </p:nvGraphicFramePr>
        <p:xfrm>
          <a:off x="6316663" y="1412875"/>
          <a:ext cx="1030287" cy="201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82" name="AxMath" r:id="rId7" imgW="791280" imgH="1546560" progId="Equation.AxMath">
                  <p:embed/>
                </p:oleObj>
              </mc:Choice>
              <mc:Fallback>
                <p:oleObj name="AxMath" r:id="rId7" imgW="791280" imgH="1546560" progId="Equation.AxMath">
                  <p:embed/>
                  <p:pic>
                    <p:nvPicPr>
                      <p:cNvPr id="2" name="对象 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316663" y="1412875"/>
                        <a:ext cx="1030287" cy="2016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右箭头 8"/>
          <p:cNvSpPr/>
          <p:nvPr/>
        </p:nvSpPr>
        <p:spPr>
          <a:xfrm>
            <a:off x="5904779" y="2493000"/>
            <a:ext cx="216000" cy="97450"/>
          </a:xfrm>
          <a:prstGeom prst="rightArrow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右箭头 29"/>
          <p:cNvSpPr/>
          <p:nvPr/>
        </p:nvSpPr>
        <p:spPr>
          <a:xfrm>
            <a:off x="7551718" y="2493000"/>
            <a:ext cx="216000" cy="97450"/>
          </a:xfrm>
          <a:prstGeom prst="rightArrow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1" name="对象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8281833"/>
              </p:ext>
            </p:extLst>
          </p:nvPr>
        </p:nvGraphicFramePr>
        <p:xfrm>
          <a:off x="7972486" y="1412875"/>
          <a:ext cx="981075" cy="201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83" name="AxMath" r:id="rId9" imgW="752760" imgH="1546560" progId="Equation.AxMath">
                  <p:embed/>
                </p:oleObj>
              </mc:Choice>
              <mc:Fallback>
                <p:oleObj name="AxMath" r:id="rId9" imgW="752760" imgH="1546560" progId="Equation.AxMath">
                  <p:embed/>
                  <p:pic>
                    <p:nvPicPr>
                      <p:cNvPr id="27" name="对象 2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972486" y="1412875"/>
                        <a:ext cx="981075" cy="2016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144556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椭圆 9"/>
          <p:cNvSpPr/>
          <p:nvPr/>
        </p:nvSpPr>
        <p:spPr>
          <a:xfrm>
            <a:off x="1848000" y="1557000"/>
            <a:ext cx="301478" cy="297244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2568080" y="1557000"/>
            <a:ext cx="301478" cy="297244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直接连接符 11"/>
          <p:cNvCxnSpPr>
            <a:stCxn id="11" idx="2"/>
            <a:endCxn id="10" idx="6"/>
          </p:cNvCxnSpPr>
          <p:nvPr/>
        </p:nvCxnSpPr>
        <p:spPr>
          <a:xfrm flipH="1">
            <a:off x="2149478" y="1705622"/>
            <a:ext cx="418602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/>
          <p:cNvSpPr/>
          <p:nvPr/>
        </p:nvSpPr>
        <p:spPr>
          <a:xfrm>
            <a:off x="1848000" y="2349000"/>
            <a:ext cx="301478" cy="297244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2568080" y="2349000"/>
            <a:ext cx="301478" cy="297244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直接连接符 14"/>
          <p:cNvCxnSpPr>
            <a:stCxn id="14" idx="2"/>
            <a:endCxn id="13" idx="6"/>
          </p:cNvCxnSpPr>
          <p:nvPr/>
        </p:nvCxnSpPr>
        <p:spPr>
          <a:xfrm flipH="1">
            <a:off x="2149478" y="2497622"/>
            <a:ext cx="418602" cy="0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椭圆 15"/>
          <p:cNvSpPr/>
          <p:nvPr/>
        </p:nvSpPr>
        <p:spPr>
          <a:xfrm>
            <a:off x="3431920" y="1557000"/>
            <a:ext cx="301478" cy="297244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4152000" y="1557000"/>
            <a:ext cx="301478" cy="297244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" name="直接连接符 17"/>
          <p:cNvCxnSpPr>
            <a:stCxn id="20" idx="1"/>
            <a:endCxn id="16" idx="5"/>
          </p:cNvCxnSpPr>
          <p:nvPr/>
        </p:nvCxnSpPr>
        <p:spPr>
          <a:xfrm flipH="1" flipV="1">
            <a:off x="3689248" y="1810714"/>
            <a:ext cx="506902" cy="581816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椭圆 18"/>
          <p:cNvSpPr/>
          <p:nvPr/>
        </p:nvSpPr>
        <p:spPr>
          <a:xfrm>
            <a:off x="3431920" y="2349000"/>
            <a:ext cx="301478" cy="297244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4152000" y="2349000"/>
            <a:ext cx="301478" cy="297244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" name="直接连接符 20"/>
          <p:cNvCxnSpPr>
            <a:stCxn id="17" idx="3"/>
            <a:endCxn id="19" idx="7"/>
          </p:cNvCxnSpPr>
          <p:nvPr/>
        </p:nvCxnSpPr>
        <p:spPr>
          <a:xfrm flipH="1">
            <a:off x="3689248" y="1810714"/>
            <a:ext cx="506902" cy="581816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椭圆 27"/>
          <p:cNvSpPr/>
          <p:nvPr/>
        </p:nvSpPr>
        <p:spPr>
          <a:xfrm>
            <a:off x="5000890" y="1557000"/>
            <a:ext cx="301478" cy="297244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椭圆 28"/>
          <p:cNvSpPr/>
          <p:nvPr/>
        </p:nvSpPr>
        <p:spPr>
          <a:xfrm>
            <a:off x="5720970" y="1557000"/>
            <a:ext cx="301478" cy="297244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2" name="直接连接符 31"/>
          <p:cNvCxnSpPr>
            <a:stCxn id="33" idx="0"/>
            <a:endCxn id="28" idx="4"/>
          </p:cNvCxnSpPr>
          <p:nvPr/>
        </p:nvCxnSpPr>
        <p:spPr>
          <a:xfrm flipV="1">
            <a:off x="5151629" y="1854244"/>
            <a:ext cx="0" cy="494756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椭圆 32"/>
          <p:cNvSpPr/>
          <p:nvPr/>
        </p:nvSpPr>
        <p:spPr>
          <a:xfrm>
            <a:off x="5000890" y="2349000"/>
            <a:ext cx="301478" cy="297244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椭圆 33"/>
          <p:cNvSpPr/>
          <p:nvPr/>
        </p:nvSpPr>
        <p:spPr>
          <a:xfrm>
            <a:off x="5720970" y="2349000"/>
            <a:ext cx="301478" cy="297244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5" name="直接连接符 34"/>
          <p:cNvCxnSpPr>
            <a:stCxn id="29" idx="4"/>
            <a:endCxn id="34" idx="0"/>
          </p:cNvCxnSpPr>
          <p:nvPr/>
        </p:nvCxnSpPr>
        <p:spPr>
          <a:xfrm>
            <a:off x="5871709" y="1854244"/>
            <a:ext cx="0" cy="494756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/>
        </p:nvSpPr>
        <p:spPr>
          <a:xfrm>
            <a:off x="1986489" y="2709000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原拓扑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4069850" y="2709000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突变后的拓扑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9" name="右箭头 38"/>
          <p:cNvSpPr/>
          <p:nvPr/>
        </p:nvSpPr>
        <p:spPr>
          <a:xfrm>
            <a:off x="3068057" y="2052897"/>
            <a:ext cx="216000" cy="97450"/>
          </a:xfrm>
          <a:prstGeom prst="rightArrow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4452818" y="1951350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或者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099119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8765756"/>
              </p:ext>
            </p:extLst>
          </p:nvPr>
        </p:nvGraphicFramePr>
        <p:xfrm>
          <a:off x="2289175" y="1477963"/>
          <a:ext cx="6989763" cy="287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8" name="AxMath" r:id="rId3" imgW="4193280" imgH="1721160" progId="Equation.AxMath">
                  <p:embed/>
                </p:oleObj>
              </mc:Choice>
              <mc:Fallback>
                <p:oleObj name="AxMath" r:id="rId3" imgW="4193280" imgH="1721160" progId="Equation.AxMat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89175" y="1477963"/>
                        <a:ext cx="6989763" cy="287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128654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0" name="直接连接符 109"/>
          <p:cNvCxnSpPr>
            <a:stCxn id="101" idx="0"/>
            <a:endCxn id="104" idx="4"/>
          </p:cNvCxnSpPr>
          <p:nvPr/>
        </p:nvCxnSpPr>
        <p:spPr>
          <a:xfrm flipV="1">
            <a:off x="1702693" y="1268810"/>
            <a:ext cx="0" cy="618332"/>
          </a:xfrm>
          <a:prstGeom prst="line">
            <a:avLst/>
          </a:prstGeom>
          <a:ln w="1905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" name="直接连接符 110"/>
          <p:cNvCxnSpPr>
            <a:stCxn id="101" idx="6"/>
            <a:endCxn id="109" idx="2"/>
          </p:cNvCxnSpPr>
          <p:nvPr/>
        </p:nvCxnSpPr>
        <p:spPr>
          <a:xfrm>
            <a:off x="1868961" y="2051075"/>
            <a:ext cx="303206" cy="0"/>
          </a:xfrm>
          <a:prstGeom prst="line">
            <a:avLst/>
          </a:prstGeom>
          <a:ln w="1905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直接连接符 111"/>
          <p:cNvCxnSpPr>
            <a:stCxn id="102" idx="2"/>
            <a:endCxn id="104" idx="6"/>
          </p:cNvCxnSpPr>
          <p:nvPr/>
        </p:nvCxnSpPr>
        <p:spPr>
          <a:xfrm flipH="1">
            <a:off x="1868961" y="1104877"/>
            <a:ext cx="305867" cy="0"/>
          </a:xfrm>
          <a:prstGeom prst="line">
            <a:avLst/>
          </a:prstGeom>
          <a:ln w="1905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3" name="直接连接符 112"/>
          <p:cNvCxnSpPr>
            <a:stCxn id="102" idx="6"/>
            <a:endCxn id="106" idx="2"/>
          </p:cNvCxnSpPr>
          <p:nvPr/>
        </p:nvCxnSpPr>
        <p:spPr>
          <a:xfrm>
            <a:off x="2507364" y="1104877"/>
            <a:ext cx="305867" cy="0"/>
          </a:xfrm>
          <a:prstGeom prst="line">
            <a:avLst/>
          </a:prstGeom>
          <a:ln w="1905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" name="直接连接符 113"/>
          <p:cNvCxnSpPr>
            <a:stCxn id="106" idx="6"/>
            <a:endCxn id="108" idx="2"/>
          </p:cNvCxnSpPr>
          <p:nvPr/>
        </p:nvCxnSpPr>
        <p:spPr>
          <a:xfrm>
            <a:off x="3145767" y="1104877"/>
            <a:ext cx="305867" cy="0"/>
          </a:xfrm>
          <a:prstGeom prst="line">
            <a:avLst/>
          </a:prstGeom>
          <a:ln w="1905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5" name="直接连接符 114"/>
          <p:cNvCxnSpPr>
            <a:stCxn id="109" idx="6"/>
            <a:endCxn id="103" idx="2"/>
          </p:cNvCxnSpPr>
          <p:nvPr/>
        </p:nvCxnSpPr>
        <p:spPr>
          <a:xfrm>
            <a:off x="2504703" y="2051075"/>
            <a:ext cx="303206" cy="0"/>
          </a:xfrm>
          <a:prstGeom prst="line">
            <a:avLst/>
          </a:prstGeom>
          <a:ln w="1905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7" name="直接连接符 116"/>
          <p:cNvCxnSpPr>
            <a:stCxn id="116" idx="0"/>
            <a:endCxn id="108" idx="4"/>
          </p:cNvCxnSpPr>
          <p:nvPr/>
        </p:nvCxnSpPr>
        <p:spPr>
          <a:xfrm flipV="1">
            <a:off x="3617902" y="1268810"/>
            <a:ext cx="0" cy="618332"/>
          </a:xfrm>
          <a:prstGeom prst="line">
            <a:avLst/>
          </a:prstGeom>
          <a:ln w="1905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8" name="直接连接符 117"/>
          <p:cNvCxnSpPr>
            <a:stCxn id="103" idx="6"/>
            <a:endCxn id="116" idx="2"/>
          </p:cNvCxnSpPr>
          <p:nvPr/>
        </p:nvCxnSpPr>
        <p:spPr>
          <a:xfrm>
            <a:off x="3140445" y="2051075"/>
            <a:ext cx="311189" cy="0"/>
          </a:xfrm>
          <a:prstGeom prst="line">
            <a:avLst/>
          </a:prstGeom>
          <a:ln w="1905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9" name="直接连接符 168"/>
          <p:cNvCxnSpPr>
            <a:stCxn id="162" idx="0"/>
            <a:endCxn id="165" idx="4"/>
          </p:cNvCxnSpPr>
          <p:nvPr/>
        </p:nvCxnSpPr>
        <p:spPr>
          <a:xfrm flipV="1">
            <a:off x="1131710" y="4393901"/>
            <a:ext cx="0" cy="453921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0" name="直接连接符 169"/>
          <p:cNvCxnSpPr>
            <a:stCxn id="162" idx="5"/>
            <a:endCxn id="168" idx="2"/>
          </p:cNvCxnSpPr>
          <p:nvPr/>
        </p:nvCxnSpPr>
        <p:spPr>
          <a:xfrm>
            <a:off x="1249279" y="5127673"/>
            <a:ext cx="376255" cy="264829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1" name="直接连接符 170"/>
          <p:cNvCxnSpPr>
            <a:stCxn id="163" idx="2"/>
            <a:endCxn id="165" idx="7"/>
          </p:cNvCxnSpPr>
          <p:nvPr/>
        </p:nvCxnSpPr>
        <p:spPr>
          <a:xfrm flipH="1">
            <a:off x="1249279" y="3754565"/>
            <a:ext cx="376255" cy="359485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2" name="直接连接符 171"/>
          <p:cNvCxnSpPr>
            <a:stCxn id="163" idx="6"/>
            <a:endCxn id="166" idx="2"/>
          </p:cNvCxnSpPr>
          <p:nvPr/>
        </p:nvCxnSpPr>
        <p:spPr>
          <a:xfrm>
            <a:off x="1958070" y="3754565"/>
            <a:ext cx="303206" cy="1219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3" name="直接连接符 172"/>
          <p:cNvCxnSpPr>
            <a:stCxn id="166" idx="6"/>
            <a:endCxn id="167" idx="1"/>
          </p:cNvCxnSpPr>
          <p:nvPr/>
        </p:nvCxnSpPr>
        <p:spPr>
          <a:xfrm>
            <a:off x="2593812" y="3755784"/>
            <a:ext cx="359888" cy="358267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4" name="直接连接符 173"/>
          <p:cNvCxnSpPr>
            <a:stCxn id="168" idx="6"/>
            <a:endCxn id="164" idx="2"/>
          </p:cNvCxnSpPr>
          <p:nvPr/>
        </p:nvCxnSpPr>
        <p:spPr>
          <a:xfrm>
            <a:off x="1958070" y="5392502"/>
            <a:ext cx="303206" cy="0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6" name="直接连接符 175"/>
          <p:cNvCxnSpPr>
            <a:stCxn id="175" idx="0"/>
            <a:endCxn id="167" idx="4"/>
          </p:cNvCxnSpPr>
          <p:nvPr/>
        </p:nvCxnSpPr>
        <p:spPr>
          <a:xfrm flipV="1">
            <a:off x="3071269" y="4393902"/>
            <a:ext cx="0" cy="453920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7" name="直接连接符 176"/>
          <p:cNvCxnSpPr>
            <a:stCxn id="164" idx="6"/>
            <a:endCxn id="175" idx="3"/>
          </p:cNvCxnSpPr>
          <p:nvPr/>
        </p:nvCxnSpPr>
        <p:spPr>
          <a:xfrm flipV="1">
            <a:off x="2593812" y="5127673"/>
            <a:ext cx="359888" cy="264829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9" name="直接连接符 178"/>
          <p:cNvCxnSpPr>
            <a:stCxn id="175" idx="1"/>
            <a:endCxn id="165" idx="5"/>
          </p:cNvCxnSpPr>
          <p:nvPr/>
        </p:nvCxnSpPr>
        <p:spPr>
          <a:xfrm flipH="1" flipV="1">
            <a:off x="1249279" y="4345886"/>
            <a:ext cx="1704421" cy="549951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1" name="直接连接符 180"/>
          <p:cNvCxnSpPr>
            <a:stCxn id="164" idx="0"/>
            <a:endCxn id="163" idx="4"/>
          </p:cNvCxnSpPr>
          <p:nvPr/>
        </p:nvCxnSpPr>
        <p:spPr>
          <a:xfrm flipH="1" flipV="1">
            <a:off x="1791802" y="3918498"/>
            <a:ext cx="635742" cy="1310071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2" name="直接连接符 181"/>
          <p:cNvCxnSpPr>
            <a:stCxn id="168" idx="0"/>
            <a:endCxn id="166" idx="4"/>
          </p:cNvCxnSpPr>
          <p:nvPr/>
        </p:nvCxnSpPr>
        <p:spPr>
          <a:xfrm flipV="1">
            <a:off x="1791802" y="3919717"/>
            <a:ext cx="635742" cy="1308852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3" name="直接连接符 182"/>
          <p:cNvCxnSpPr>
            <a:stCxn id="162" idx="6"/>
            <a:endCxn id="167" idx="2"/>
          </p:cNvCxnSpPr>
          <p:nvPr/>
        </p:nvCxnSpPr>
        <p:spPr>
          <a:xfrm flipV="1">
            <a:off x="1297978" y="4229969"/>
            <a:ext cx="1607023" cy="781786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3" name="直接连接符 192"/>
          <p:cNvCxnSpPr>
            <a:stCxn id="167" idx="2"/>
            <a:endCxn id="163" idx="5"/>
          </p:cNvCxnSpPr>
          <p:nvPr/>
        </p:nvCxnSpPr>
        <p:spPr>
          <a:xfrm flipH="1" flipV="1">
            <a:off x="1909371" y="3870483"/>
            <a:ext cx="995630" cy="359486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0" name="直接连接符 199"/>
          <p:cNvCxnSpPr>
            <a:stCxn id="175" idx="1"/>
            <a:endCxn id="166" idx="5"/>
          </p:cNvCxnSpPr>
          <p:nvPr/>
        </p:nvCxnSpPr>
        <p:spPr>
          <a:xfrm flipH="1" flipV="1">
            <a:off x="2545113" y="3871702"/>
            <a:ext cx="408587" cy="1024135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3" name="直接连接符 202"/>
          <p:cNvCxnSpPr>
            <a:stCxn id="164" idx="0"/>
            <a:endCxn id="167" idx="3"/>
          </p:cNvCxnSpPr>
          <p:nvPr/>
        </p:nvCxnSpPr>
        <p:spPr>
          <a:xfrm flipV="1">
            <a:off x="2427544" y="4345887"/>
            <a:ext cx="526156" cy="882682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6" name="直接连接符 205"/>
          <p:cNvCxnSpPr>
            <a:stCxn id="168" idx="0"/>
            <a:endCxn id="175" idx="2"/>
          </p:cNvCxnSpPr>
          <p:nvPr/>
        </p:nvCxnSpPr>
        <p:spPr>
          <a:xfrm flipV="1">
            <a:off x="1791802" y="5011755"/>
            <a:ext cx="1113199" cy="216814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9" name="直接连接符 208"/>
          <p:cNvCxnSpPr>
            <a:stCxn id="162" idx="6"/>
            <a:endCxn id="164" idx="1"/>
          </p:cNvCxnSpPr>
          <p:nvPr/>
        </p:nvCxnSpPr>
        <p:spPr>
          <a:xfrm>
            <a:off x="1297978" y="5011755"/>
            <a:ext cx="1011997" cy="264829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2" name="直接连接符 211"/>
          <p:cNvCxnSpPr>
            <a:stCxn id="165" idx="5"/>
            <a:endCxn id="168" idx="1"/>
          </p:cNvCxnSpPr>
          <p:nvPr/>
        </p:nvCxnSpPr>
        <p:spPr>
          <a:xfrm>
            <a:off x="1249279" y="4345886"/>
            <a:ext cx="424954" cy="930698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5" name="直接连接符 214"/>
          <p:cNvCxnSpPr>
            <a:stCxn id="163" idx="4"/>
            <a:endCxn id="162" idx="7"/>
          </p:cNvCxnSpPr>
          <p:nvPr/>
        </p:nvCxnSpPr>
        <p:spPr>
          <a:xfrm flipH="1">
            <a:off x="1249279" y="3918498"/>
            <a:ext cx="542523" cy="977339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0" name="直接连接符 219"/>
          <p:cNvCxnSpPr>
            <a:stCxn id="166" idx="4"/>
            <a:endCxn id="165" idx="6"/>
          </p:cNvCxnSpPr>
          <p:nvPr/>
        </p:nvCxnSpPr>
        <p:spPr>
          <a:xfrm flipH="1">
            <a:off x="1297978" y="3919717"/>
            <a:ext cx="1129566" cy="310251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2" name="直接连接符 231"/>
          <p:cNvCxnSpPr>
            <a:stCxn id="225" idx="7"/>
            <a:endCxn id="228" idx="3"/>
          </p:cNvCxnSpPr>
          <p:nvPr/>
        </p:nvCxnSpPr>
        <p:spPr>
          <a:xfrm flipV="1">
            <a:off x="8951901" y="1351840"/>
            <a:ext cx="520168" cy="259963"/>
          </a:xfrm>
          <a:prstGeom prst="line">
            <a:avLst/>
          </a:prstGeom>
          <a:ln w="1905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3" name="直接连接符 232"/>
          <p:cNvCxnSpPr>
            <a:stCxn id="225" idx="6"/>
            <a:endCxn id="231" idx="2"/>
          </p:cNvCxnSpPr>
          <p:nvPr/>
        </p:nvCxnSpPr>
        <p:spPr>
          <a:xfrm>
            <a:off x="9000600" y="1727721"/>
            <a:ext cx="734798" cy="0"/>
          </a:xfrm>
          <a:prstGeom prst="line">
            <a:avLst/>
          </a:prstGeom>
          <a:ln w="1905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4" name="直接连接符 233"/>
          <p:cNvCxnSpPr>
            <a:stCxn id="226" idx="2"/>
            <a:endCxn id="228" idx="6"/>
          </p:cNvCxnSpPr>
          <p:nvPr/>
        </p:nvCxnSpPr>
        <p:spPr>
          <a:xfrm flipH="1">
            <a:off x="9755906" y="1235922"/>
            <a:ext cx="726039" cy="0"/>
          </a:xfrm>
          <a:prstGeom prst="line">
            <a:avLst/>
          </a:prstGeom>
          <a:ln w="1905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5" name="直接连接符 234"/>
          <p:cNvCxnSpPr>
            <a:stCxn id="226" idx="3"/>
            <a:endCxn id="231" idx="7"/>
          </p:cNvCxnSpPr>
          <p:nvPr/>
        </p:nvCxnSpPr>
        <p:spPr>
          <a:xfrm flipH="1">
            <a:off x="10019235" y="1351840"/>
            <a:ext cx="511409" cy="259963"/>
          </a:xfrm>
          <a:prstGeom prst="line">
            <a:avLst/>
          </a:prstGeom>
          <a:ln w="1905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6" name="直接连接符 275"/>
          <p:cNvCxnSpPr>
            <a:stCxn id="272" idx="7"/>
            <a:endCxn id="274" idx="3"/>
          </p:cNvCxnSpPr>
          <p:nvPr/>
        </p:nvCxnSpPr>
        <p:spPr>
          <a:xfrm flipV="1">
            <a:off x="8949240" y="2219288"/>
            <a:ext cx="522829" cy="261192"/>
          </a:xfrm>
          <a:prstGeom prst="line">
            <a:avLst/>
          </a:prstGeom>
          <a:ln w="1905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7" name="直接连接符 276"/>
          <p:cNvCxnSpPr>
            <a:stCxn id="272" idx="6"/>
            <a:endCxn id="275" idx="2"/>
          </p:cNvCxnSpPr>
          <p:nvPr/>
        </p:nvCxnSpPr>
        <p:spPr>
          <a:xfrm>
            <a:off x="8997939" y="2596398"/>
            <a:ext cx="734798" cy="0"/>
          </a:xfrm>
          <a:prstGeom prst="line">
            <a:avLst/>
          </a:prstGeom>
          <a:ln w="1905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8" name="直接连接符 277"/>
          <p:cNvCxnSpPr>
            <a:stCxn id="273" idx="2"/>
            <a:endCxn id="274" idx="6"/>
          </p:cNvCxnSpPr>
          <p:nvPr/>
        </p:nvCxnSpPr>
        <p:spPr>
          <a:xfrm flipH="1">
            <a:off x="9755906" y="2103370"/>
            <a:ext cx="726039" cy="0"/>
          </a:xfrm>
          <a:prstGeom prst="line">
            <a:avLst/>
          </a:prstGeom>
          <a:ln w="1905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9" name="直接连接符 278"/>
          <p:cNvCxnSpPr>
            <a:stCxn id="273" idx="3"/>
            <a:endCxn id="275" idx="7"/>
          </p:cNvCxnSpPr>
          <p:nvPr/>
        </p:nvCxnSpPr>
        <p:spPr>
          <a:xfrm flipH="1">
            <a:off x="10016574" y="2219288"/>
            <a:ext cx="514070" cy="261192"/>
          </a:xfrm>
          <a:prstGeom prst="line">
            <a:avLst/>
          </a:prstGeom>
          <a:ln w="1905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0" name="直接连接符 279"/>
          <p:cNvCxnSpPr>
            <a:stCxn id="272" idx="0"/>
            <a:endCxn id="225" idx="4"/>
          </p:cNvCxnSpPr>
          <p:nvPr/>
        </p:nvCxnSpPr>
        <p:spPr>
          <a:xfrm flipV="1">
            <a:off x="8831671" y="1891654"/>
            <a:ext cx="2661" cy="540811"/>
          </a:xfrm>
          <a:prstGeom prst="line">
            <a:avLst/>
          </a:prstGeom>
          <a:ln w="1905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5" name="直接连接符 294"/>
          <p:cNvCxnSpPr>
            <a:stCxn id="274" idx="0"/>
            <a:endCxn id="228" idx="4"/>
          </p:cNvCxnSpPr>
          <p:nvPr/>
        </p:nvCxnSpPr>
        <p:spPr>
          <a:xfrm flipV="1">
            <a:off x="9589638" y="1399855"/>
            <a:ext cx="0" cy="539582"/>
          </a:xfrm>
          <a:prstGeom prst="line">
            <a:avLst/>
          </a:prstGeom>
          <a:ln w="1905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8" name="直接连接符 297"/>
          <p:cNvCxnSpPr>
            <a:stCxn id="273" idx="0"/>
            <a:endCxn id="226" idx="4"/>
          </p:cNvCxnSpPr>
          <p:nvPr/>
        </p:nvCxnSpPr>
        <p:spPr>
          <a:xfrm flipV="1">
            <a:off x="10648213" y="1399855"/>
            <a:ext cx="0" cy="539582"/>
          </a:xfrm>
          <a:prstGeom prst="line">
            <a:avLst/>
          </a:prstGeom>
          <a:ln w="1905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1" name="直接连接符 300"/>
          <p:cNvCxnSpPr>
            <a:stCxn id="275" idx="0"/>
            <a:endCxn id="231" idx="4"/>
          </p:cNvCxnSpPr>
          <p:nvPr/>
        </p:nvCxnSpPr>
        <p:spPr>
          <a:xfrm flipV="1">
            <a:off x="9899005" y="1891654"/>
            <a:ext cx="2661" cy="540811"/>
          </a:xfrm>
          <a:prstGeom prst="line">
            <a:avLst/>
          </a:prstGeom>
          <a:ln w="1905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7" name="矩形 306"/>
          <p:cNvSpPr/>
          <p:nvPr/>
        </p:nvSpPr>
        <p:spPr>
          <a:xfrm>
            <a:off x="5304000" y="3569218"/>
            <a:ext cx="2522978" cy="2273837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8" name="矩形 307"/>
          <p:cNvSpPr/>
          <p:nvPr/>
        </p:nvSpPr>
        <p:spPr>
          <a:xfrm>
            <a:off x="4882283" y="441057"/>
            <a:ext cx="2522978" cy="2273837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9" name="矩形 308"/>
          <p:cNvSpPr/>
          <p:nvPr/>
        </p:nvSpPr>
        <p:spPr>
          <a:xfrm>
            <a:off x="1390093" y="-2744"/>
            <a:ext cx="2522978" cy="2273837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0" name="矩形 309"/>
          <p:cNvSpPr/>
          <p:nvPr/>
        </p:nvSpPr>
        <p:spPr>
          <a:xfrm>
            <a:off x="8472000" y="548439"/>
            <a:ext cx="2522978" cy="2273837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1" name="矩形 310"/>
          <p:cNvSpPr/>
          <p:nvPr/>
        </p:nvSpPr>
        <p:spPr>
          <a:xfrm>
            <a:off x="840000" y="3338893"/>
            <a:ext cx="2522978" cy="2273837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椭圆 100"/>
          <p:cNvSpPr/>
          <p:nvPr/>
        </p:nvSpPr>
        <p:spPr>
          <a:xfrm>
            <a:off x="1536425" y="1887142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2" name="椭圆 101"/>
          <p:cNvSpPr/>
          <p:nvPr/>
        </p:nvSpPr>
        <p:spPr>
          <a:xfrm>
            <a:off x="2174828" y="940944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3" name="椭圆 102"/>
          <p:cNvSpPr/>
          <p:nvPr/>
        </p:nvSpPr>
        <p:spPr>
          <a:xfrm>
            <a:off x="2807909" y="1887142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4" name="椭圆 103"/>
          <p:cNvSpPr/>
          <p:nvPr/>
        </p:nvSpPr>
        <p:spPr>
          <a:xfrm>
            <a:off x="1536425" y="940944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6" name="椭圆 105"/>
          <p:cNvSpPr/>
          <p:nvPr/>
        </p:nvSpPr>
        <p:spPr>
          <a:xfrm>
            <a:off x="2813231" y="940944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8" name="椭圆 107"/>
          <p:cNvSpPr/>
          <p:nvPr/>
        </p:nvSpPr>
        <p:spPr>
          <a:xfrm>
            <a:off x="3451634" y="940944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9" name="椭圆 108"/>
          <p:cNvSpPr/>
          <p:nvPr/>
        </p:nvSpPr>
        <p:spPr>
          <a:xfrm>
            <a:off x="2172167" y="1887142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6" name="椭圆 115"/>
          <p:cNvSpPr/>
          <p:nvPr/>
        </p:nvSpPr>
        <p:spPr>
          <a:xfrm>
            <a:off x="3451634" y="1887142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25" name="椭圆 224"/>
          <p:cNvSpPr/>
          <p:nvPr/>
        </p:nvSpPr>
        <p:spPr>
          <a:xfrm>
            <a:off x="8668064" y="1563788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26" name="椭圆 225"/>
          <p:cNvSpPr/>
          <p:nvPr/>
        </p:nvSpPr>
        <p:spPr>
          <a:xfrm>
            <a:off x="10481945" y="1071989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28" name="椭圆 227"/>
          <p:cNvSpPr/>
          <p:nvPr/>
        </p:nvSpPr>
        <p:spPr>
          <a:xfrm>
            <a:off x="9423370" y="1071989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31" name="椭圆 230"/>
          <p:cNvSpPr/>
          <p:nvPr/>
        </p:nvSpPr>
        <p:spPr>
          <a:xfrm>
            <a:off x="9735398" y="1563788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2" name="椭圆 271"/>
          <p:cNvSpPr/>
          <p:nvPr/>
        </p:nvSpPr>
        <p:spPr>
          <a:xfrm>
            <a:off x="8665403" y="2432465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3" name="椭圆 272"/>
          <p:cNvSpPr/>
          <p:nvPr/>
        </p:nvSpPr>
        <p:spPr>
          <a:xfrm>
            <a:off x="10481945" y="1939437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4" name="椭圆 273"/>
          <p:cNvSpPr/>
          <p:nvPr/>
        </p:nvSpPr>
        <p:spPr>
          <a:xfrm>
            <a:off x="9423370" y="1939437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5" name="椭圆 274"/>
          <p:cNvSpPr/>
          <p:nvPr/>
        </p:nvSpPr>
        <p:spPr>
          <a:xfrm>
            <a:off x="9732737" y="2432465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2" name="椭圆 161"/>
          <p:cNvSpPr/>
          <p:nvPr/>
        </p:nvSpPr>
        <p:spPr>
          <a:xfrm>
            <a:off x="965442" y="4847822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" name="椭圆 162"/>
          <p:cNvSpPr/>
          <p:nvPr/>
        </p:nvSpPr>
        <p:spPr>
          <a:xfrm>
            <a:off x="1625534" y="3590632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4" name="椭圆 163"/>
          <p:cNvSpPr/>
          <p:nvPr/>
        </p:nvSpPr>
        <p:spPr>
          <a:xfrm>
            <a:off x="2261276" y="5228569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5" name="椭圆 164"/>
          <p:cNvSpPr/>
          <p:nvPr/>
        </p:nvSpPr>
        <p:spPr>
          <a:xfrm>
            <a:off x="965442" y="4066035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6" name="椭圆 165"/>
          <p:cNvSpPr/>
          <p:nvPr/>
        </p:nvSpPr>
        <p:spPr>
          <a:xfrm>
            <a:off x="2261276" y="3591851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7" name="椭圆 166"/>
          <p:cNvSpPr/>
          <p:nvPr/>
        </p:nvSpPr>
        <p:spPr>
          <a:xfrm>
            <a:off x="2905001" y="4066036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8" name="椭圆 167"/>
          <p:cNvSpPr/>
          <p:nvPr/>
        </p:nvSpPr>
        <p:spPr>
          <a:xfrm>
            <a:off x="1625534" y="5228569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5" name="椭圆 174"/>
          <p:cNvSpPr/>
          <p:nvPr/>
        </p:nvSpPr>
        <p:spPr>
          <a:xfrm>
            <a:off x="2905001" y="4847822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5" name="直接连接符 104"/>
          <p:cNvCxnSpPr>
            <a:stCxn id="133" idx="0"/>
            <a:endCxn id="139" idx="4"/>
          </p:cNvCxnSpPr>
          <p:nvPr/>
        </p:nvCxnSpPr>
        <p:spPr>
          <a:xfrm flipV="1">
            <a:off x="5183517" y="1709024"/>
            <a:ext cx="0" cy="618332"/>
          </a:xfrm>
          <a:prstGeom prst="line">
            <a:avLst/>
          </a:prstGeom>
          <a:ln w="1905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" name="直接连接符 106"/>
          <p:cNvCxnSpPr>
            <a:stCxn id="133" idx="6"/>
            <a:endCxn id="161" idx="2"/>
          </p:cNvCxnSpPr>
          <p:nvPr/>
        </p:nvCxnSpPr>
        <p:spPr>
          <a:xfrm>
            <a:off x="5349785" y="2491289"/>
            <a:ext cx="303206" cy="0"/>
          </a:xfrm>
          <a:prstGeom prst="line">
            <a:avLst/>
          </a:prstGeom>
          <a:ln w="1905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9" name="直接连接符 118"/>
          <p:cNvCxnSpPr>
            <a:stCxn id="135" idx="2"/>
            <a:endCxn id="139" idx="6"/>
          </p:cNvCxnSpPr>
          <p:nvPr/>
        </p:nvCxnSpPr>
        <p:spPr>
          <a:xfrm flipH="1">
            <a:off x="5349785" y="1545091"/>
            <a:ext cx="300930" cy="0"/>
          </a:xfrm>
          <a:prstGeom prst="line">
            <a:avLst/>
          </a:prstGeom>
          <a:ln w="1905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0" name="直接连接符 119"/>
          <p:cNvCxnSpPr>
            <a:stCxn id="135" idx="6"/>
            <a:endCxn id="144" idx="2"/>
          </p:cNvCxnSpPr>
          <p:nvPr/>
        </p:nvCxnSpPr>
        <p:spPr>
          <a:xfrm>
            <a:off x="5983251" y="1545091"/>
            <a:ext cx="303205" cy="0"/>
          </a:xfrm>
          <a:prstGeom prst="line">
            <a:avLst/>
          </a:prstGeom>
          <a:ln w="1905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4" name="直接连接符 123"/>
          <p:cNvCxnSpPr>
            <a:stCxn id="144" idx="6"/>
            <a:endCxn id="145" idx="2"/>
          </p:cNvCxnSpPr>
          <p:nvPr/>
        </p:nvCxnSpPr>
        <p:spPr>
          <a:xfrm>
            <a:off x="6618992" y="1545091"/>
            <a:ext cx="313466" cy="0"/>
          </a:xfrm>
          <a:prstGeom prst="line">
            <a:avLst/>
          </a:prstGeom>
          <a:ln w="1905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8" name="直接连接符 127"/>
          <p:cNvCxnSpPr>
            <a:stCxn id="161" idx="6"/>
            <a:endCxn id="138" idx="2"/>
          </p:cNvCxnSpPr>
          <p:nvPr/>
        </p:nvCxnSpPr>
        <p:spPr>
          <a:xfrm>
            <a:off x="5985527" y="2491289"/>
            <a:ext cx="303206" cy="0"/>
          </a:xfrm>
          <a:prstGeom prst="line">
            <a:avLst/>
          </a:prstGeom>
          <a:ln w="1905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1" name="直接连接符 130"/>
          <p:cNvCxnSpPr>
            <a:stCxn id="178" idx="0"/>
            <a:endCxn id="145" idx="4"/>
          </p:cNvCxnSpPr>
          <p:nvPr/>
        </p:nvCxnSpPr>
        <p:spPr>
          <a:xfrm flipV="1">
            <a:off x="7098726" y="1709024"/>
            <a:ext cx="0" cy="618332"/>
          </a:xfrm>
          <a:prstGeom prst="line">
            <a:avLst/>
          </a:prstGeom>
          <a:ln w="1905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" name="直接连接符 131"/>
          <p:cNvCxnSpPr>
            <a:stCxn id="138" idx="6"/>
            <a:endCxn id="178" idx="2"/>
          </p:cNvCxnSpPr>
          <p:nvPr/>
        </p:nvCxnSpPr>
        <p:spPr>
          <a:xfrm>
            <a:off x="6621269" y="2491289"/>
            <a:ext cx="311189" cy="0"/>
          </a:xfrm>
          <a:prstGeom prst="line">
            <a:avLst/>
          </a:prstGeom>
          <a:ln w="1905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3" name="椭圆 132"/>
          <p:cNvSpPr/>
          <p:nvPr/>
        </p:nvSpPr>
        <p:spPr>
          <a:xfrm>
            <a:off x="5017249" y="2327356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5" name="椭圆 134"/>
          <p:cNvSpPr/>
          <p:nvPr/>
        </p:nvSpPr>
        <p:spPr>
          <a:xfrm>
            <a:off x="5650715" y="1381158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8" name="椭圆 137"/>
          <p:cNvSpPr/>
          <p:nvPr/>
        </p:nvSpPr>
        <p:spPr>
          <a:xfrm>
            <a:off x="6288733" y="2327356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9" name="椭圆 138"/>
          <p:cNvSpPr/>
          <p:nvPr/>
        </p:nvSpPr>
        <p:spPr>
          <a:xfrm>
            <a:off x="5017249" y="1381158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4" name="椭圆 143"/>
          <p:cNvSpPr/>
          <p:nvPr/>
        </p:nvSpPr>
        <p:spPr>
          <a:xfrm>
            <a:off x="6286456" y="1381158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5" name="椭圆 144"/>
          <p:cNvSpPr/>
          <p:nvPr/>
        </p:nvSpPr>
        <p:spPr>
          <a:xfrm>
            <a:off x="6932458" y="1381158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1" name="椭圆 160"/>
          <p:cNvSpPr/>
          <p:nvPr/>
        </p:nvSpPr>
        <p:spPr>
          <a:xfrm>
            <a:off x="5652991" y="2327356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8" name="椭圆 177"/>
          <p:cNvSpPr/>
          <p:nvPr/>
        </p:nvSpPr>
        <p:spPr>
          <a:xfrm>
            <a:off x="6932458" y="2327356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180" name="直接连接符 179"/>
          <p:cNvCxnSpPr>
            <a:stCxn id="161" idx="0"/>
            <a:endCxn id="135" idx="4"/>
          </p:cNvCxnSpPr>
          <p:nvPr/>
        </p:nvCxnSpPr>
        <p:spPr>
          <a:xfrm flipH="1" flipV="1">
            <a:off x="5816983" y="1709024"/>
            <a:ext cx="2276" cy="618332"/>
          </a:xfrm>
          <a:prstGeom prst="line">
            <a:avLst/>
          </a:prstGeom>
          <a:ln w="1905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4" name="直接连接符 183"/>
          <p:cNvCxnSpPr>
            <a:stCxn id="138" idx="0"/>
            <a:endCxn id="144" idx="4"/>
          </p:cNvCxnSpPr>
          <p:nvPr/>
        </p:nvCxnSpPr>
        <p:spPr>
          <a:xfrm flipH="1" flipV="1">
            <a:off x="6452724" y="1709024"/>
            <a:ext cx="2277" cy="618332"/>
          </a:xfrm>
          <a:prstGeom prst="line">
            <a:avLst/>
          </a:prstGeom>
          <a:ln w="1905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7" name="直接连接符 186"/>
          <p:cNvCxnSpPr>
            <a:stCxn id="211" idx="2"/>
            <a:endCxn id="214" idx="7"/>
          </p:cNvCxnSpPr>
          <p:nvPr/>
        </p:nvCxnSpPr>
        <p:spPr>
          <a:xfrm flipH="1">
            <a:off x="5749539" y="3971379"/>
            <a:ext cx="376255" cy="359485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8" name="直接连接符 187"/>
          <p:cNvCxnSpPr>
            <a:stCxn id="211" idx="6"/>
            <a:endCxn id="216" idx="2"/>
          </p:cNvCxnSpPr>
          <p:nvPr/>
        </p:nvCxnSpPr>
        <p:spPr>
          <a:xfrm>
            <a:off x="6458330" y="3971379"/>
            <a:ext cx="303206" cy="1219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0" name="椭圆 209"/>
          <p:cNvSpPr/>
          <p:nvPr/>
        </p:nvSpPr>
        <p:spPr>
          <a:xfrm>
            <a:off x="5465702" y="5064636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1" name="椭圆 210"/>
          <p:cNvSpPr/>
          <p:nvPr/>
        </p:nvSpPr>
        <p:spPr>
          <a:xfrm>
            <a:off x="6125794" y="3807446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3" name="椭圆 212"/>
          <p:cNvSpPr/>
          <p:nvPr/>
        </p:nvSpPr>
        <p:spPr>
          <a:xfrm>
            <a:off x="6761536" y="5445383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4" name="椭圆 213"/>
          <p:cNvSpPr/>
          <p:nvPr/>
        </p:nvSpPr>
        <p:spPr>
          <a:xfrm>
            <a:off x="5465702" y="4282849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6" name="椭圆 215"/>
          <p:cNvSpPr/>
          <p:nvPr/>
        </p:nvSpPr>
        <p:spPr>
          <a:xfrm>
            <a:off x="6761536" y="3808665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7" name="椭圆 216"/>
          <p:cNvSpPr/>
          <p:nvPr/>
        </p:nvSpPr>
        <p:spPr>
          <a:xfrm>
            <a:off x="7405261" y="4282850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8" name="椭圆 217"/>
          <p:cNvSpPr/>
          <p:nvPr/>
        </p:nvSpPr>
        <p:spPr>
          <a:xfrm>
            <a:off x="6125794" y="5445383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9" name="椭圆 218"/>
          <p:cNvSpPr/>
          <p:nvPr/>
        </p:nvSpPr>
        <p:spPr>
          <a:xfrm>
            <a:off x="7405261" y="5064636"/>
            <a:ext cx="332536" cy="327866"/>
          </a:xfrm>
          <a:prstGeom prst="ellipse">
            <a:avLst/>
          </a:prstGeom>
          <a:solidFill>
            <a:srgbClr val="7BBDD7"/>
          </a:solidFill>
          <a:ln w="19050"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1" name="直接连接符 220"/>
          <p:cNvCxnSpPr>
            <a:stCxn id="211" idx="5"/>
            <a:endCxn id="219" idx="1"/>
          </p:cNvCxnSpPr>
          <p:nvPr/>
        </p:nvCxnSpPr>
        <p:spPr>
          <a:xfrm>
            <a:off x="6409631" y="4087297"/>
            <a:ext cx="1044329" cy="1025354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2" name="直接连接符 221"/>
          <p:cNvCxnSpPr>
            <a:stCxn id="211" idx="4"/>
            <a:endCxn id="218" idx="0"/>
          </p:cNvCxnSpPr>
          <p:nvPr/>
        </p:nvCxnSpPr>
        <p:spPr>
          <a:xfrm>
            <a:off x="6292062" y="4135312"/>
            <a:ext cx="0" cy="1310071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3" name="直接连接符 222"/>
          <p:cNvCxnSpPr>
            <a:stCxn id="211" idx="3"/>
            <a:endCxn id="210" idx="7"/>
          </p:cNvCxnSpPr>
          <p:nvPr/>
        </p:nvCxnSpPr>
        <p:spPr>
          <a:xfrm flipH="1">
            <a:off x="5749539" y="4087297"/>
            <a:ext cx="424954" cy="1025354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4" name="直接连接符 223"/>
          <p:cNvCxnSpPr>
            <a:stCxn id="216" idx="3"/>
            <a:endCxn id="210" idx="7"/>
          </p:cNvCxnSpPr>
          <p:nvPr/>
        </p:nvCxnSpPr>
        <p:spPr>
          <a:xfrm flipH="1">
            <a:off x="5749539" y="4088516"/>
            <a:ext cx="1060696" cy="1024135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7" name="直接连接符 226"/>
          <p:cNvCxnSpPr>
            <a:stCxn id="216" idx="3"/>
            <a:endCxn id="214" idx="6"/>
          </p:cNvCxnSpPr>
          <p:nvPr/>
        </p:nvCxnSpPr>
        <p:spPr>
          <a:xfrm flipH="1">
            <a:off x="5798238" y="4088516"/>
            <a:ext cx="1011997" cy="358266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9" name="直接连接符 228"/>
          <p:cNvCxnSpPr>
            <a:stCxn id="216" idx="4"/>
            <a:endCxn id="219" idx="1"/>
          </p:cNvCxnSpPr>
          <p:nvPr/>
        </p:nvCxnSpPr>
        <p:spPr>
          <a:xfrm>
            <a:off x="6927804" y="4136531"/>
            <a:ext cx="526156" cy="97612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0" name="直接连接符 229"/>
          <p:cNvCxnSpPr>
            <a:stCxn id="217" idx="3"/>
            <a:endCxn id="218" idx="0"/>
          </p:cNvCxnSpPr>
          <p:nvPr/>
        </p:nvCxnSpPr>
        <p:spPr>
          <a:xfrm flipH="1">
            <a:off x="6292062" y="4562701"/>
            <a:ext cx="1161898" cy="88268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6" name="直接连接符 235"/>
          <p:cNvCxnSpPr>
            <a:stCxn id="217" idx="3"/>
            <a:endCxn id="213" idx="7"/>
          </p:cNvCxnSpPr>
          <p:nvPr/>
        </p:nvCxnSpPr>
        <p:spPr>
          <a:xfrm flipH="1">
            <a:off x="7045373" y="4562701"/>
            <a:ext cx="408587" cy="930697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7" name="直接连接符 236"/>
          <p:cNvCxnSpPr>
            <a:stCxn id="219" idx="3"/>
            <a:endCxn id="213" idx="6"/>
          </p:cNvCxnSpPr>
          <p:nvPr/>
        </p:nvCxnSpPr>
        <p:spPr>
          <a:xfrm flipH="1">
            <a:off x="7094072" y="5344487"/>
            <a:ext cx="359888" cy="264829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8" name="直接连接符 237"/>
          <p:cNvCxnSpPr>
            <a:stCxn id="210" idx="6"/>
            <a:endCxn id="219" idx="2"/>
          </p:cNvCxnSpPr>
          <p:nvPr/>
        </p:nvCxnSpPr>
        <p:spPr>
          <a:xfrm>
            <a:off x="5798238" y="5228569"/>
            <a:ext cx="1607023" cy="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9" name="直接连接符 238"/>
          <p:cNvCxnSpPr>
            <a:stCxn id="214" idx="5"/>
            <a:endCxn id="219" idx="2"/>
          </p:cNvCxnSpPr>
          <p:nvPr/>
        </p:nvCxnSpPr>
        <p:spPr>
          <a:xfrm>
            <a:off x="5749539" y="4562700"/>
            <a:ext cx="1655722" cy="665869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0" name="直接连接符 239"/>
          <p:cNvCxnSpPr>
            <a:stCxn id="214" idx="5"/>
            <a:endCxn id="213" idx="1"/>
          </p:cNvCxnSpPr>
          <p:nvPr/>
        </p:nvCxnSpPr>
        <p:spPr>
          <a:xfrm>
            <a:off x="5749539" y="4562700"/>
            <a:ext cx="1060696" cy="930698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1" name="直接连接符 240"/>
          <p:cNvCxnSpPr>
            <a:stCxn id="210" idx="6"/>
            <a:endCxn id="213" idx="1"/>
          </p:cNvCxnSpPr>
          <p:nvPr/>
        </p:nvCxnSpPr>
        <p:spPr>
          <a:xfrm>
            <a:off x="5798238" y="5228569"/>
            <a:ext cx="1011997" cy="264829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2" name="直接连接符 241"/>
          <p:cNvCxnSpPr>
            <a:stCxn id="210" idx="5"/>
            <a:endCxn id="218" idx="2"/>
          </p:cNvCxnSpPr>
          <p:nvPr/>
        </p:nvCxnSpPr>
        <p:spPr>
          <a:xfrm>
            <a:off x="5749539" y="5344487"/>
            <a:ext cx="376255" cy="264829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3" name="直接连接符 242"/>
          <p:cNvCxnSpPr>
            <a:stCxn id="214" idx="4"/>
            <a:endCxn id="218" idx="1"/>
          </p:cNvCxnSpPr>
          <p:nvPr/>
        </p:nvCxnSpPr>
        <p:spPr>
          <a:xfrm>
            <a:off x="5631970" y="4610715"/>
            <a:ext cx="542523" cy="882683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94195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992000" y="621000"/>
            <a:ext cx="3600000" cy="288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1991194" y="621000"/>
            <a:ext cx="360000" cy="288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" name="矩形 120"/>
          <p:cNvSpPr/>
          <p:nvPr/>
        </p:nvSpPr>
        <p:spPr>
          <a:xfrm>
            <a:off x="2351194" y="621000"/>
            <a:ext cx="360000" cy="288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2" name="矩形 121"/>
          <p:cNvSpPr/>
          <p:nvPr/>
        </p:nvSpPr>
        <p:spPr>
          <a:xfrm>
            <a:off x="2710388" y="621000"/>
            <a:ext cx="360000" cy="288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3" name="矩形 122"/>
          <p:cNvSpPr/>
          <p:nvPr/>
        </p:nvSpPr>
        <p:spPr>
          <a:xfrm>
            <a:off x="3070388" y="621000"/>
            <a:ext cx="360000" cy="288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5" name="矩形 124"/>
          <p:cNvSpPr/>
          <p:nvPr/>
        </p:nvSpPr>
        <p:spPr>
          <a:xfrm>
            <a:off x="3429582" y="621000"/>
            <a:ext cx="360000" cy="288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6" name="矩形 125"/>
          <p:cNvSpPr/>
          <p:nvPr/>
        </p:nvSpPr>
        <p:spPr>
          <a:xfrm>
            <a:off x="3789582" y="621000"/>
            <a:ext cx="360000" cy="288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7" name="矩形 126"/>
          <p:cNvSpPr/>
          <p:nvPr/>
        </p:nvSpPr>
        <p:spPr>
          <a:xfrm>
            <a:off x="4148776" y="621000"/>
            <a:ext cx="360000" cy="288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9" name="矩形 128"/>
          <p:cNvSpPr/>
          <p:nvPr/>
        </p:nvSpPr>
        <p:spPr>
          <a:xfrm>
            <a:off x="4508776" y="621000"/>
            <a:ext cx="360000" cy="288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5132482" y="645033"/>
          <a:ext cx="195812" cy="2916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4" name="AxMath" r:id="rId3" imgW="151920" imgH="226800" progId="Equation.AxMath">
                  <p:embed/>
                </p:oleObj>
              </mc:Choice>
              <mc:Fallback>
                <p:oleObj name="AxMath" r:id="rId3" imgW="151920" imgH="226800" progId="Equation.AxMath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32482" y="645033"/>
                        <a:ext cx="195812" cy="2916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下箭头 4"/>
          <p:cNvSpPr/>
          <p:nvPr/>
        </p:nvSpPr>
        <p:spPr>
          <a:xfrm>
            <a:off x="3737157" y="1094206"/>
            <a:ext cx="104850" cy="185812"/>
          </a:xfrm>
          <a:prstGeom prst="downArrow">
            <a:avLst>
              <a:gd name="adj1" fmla="val 38112"/>
              <a:gd name="adj2" fmla="val 5000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842007" y="1033223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量化</a:t>
            </a:r>
          </a:p>
        </p:txBody>
      </p:sp>
      <p:sp>
        <p:nvSpPr>
          <p:cNvPr id="134" name="矩形 133"/>
          <p:cNvSpPr/>
          <p:nvPr/>
        </p:nvSpPr>
        <p:spPr>
          <a:xfrm>
            <a:off x="1992000" y="1465223"/>
            <a:ext cx="3600000" cy="288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矩形 135"/>
          <p:cNvSpPr/>
          <p:nvPr/>
        </p:nvSpPr>
        <p:spPr>
          <a:xfrm>
            <a:off x="1991194" y="1465223"/>
            <a:ext cx="360000" cy="288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矩形 136"/>
          <p:cNvSpPr/>
          <p:nvPr/>
        </p:nvSpPr>
        <p:spPr>
          <a:xfrm>
            <a:off x="2351194" y="1465223"/>
            <a:ext cx="360000" cy="288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0" name="矩形 139"/>
          <p:cNvSpPr/>
          <p:nvPr/>
        </p:nvSpPr>
        <p:spPr>
          <a:xfrm>
            <a:off x="2706358" y="1465223"/>
            <a:ext cx="364030" cy="288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矩形 140"/>
          <p:cNvSpPr/>
          <p:nvPr/>
        </p:nvSpPr>
        <p:spPr>
          <a:xfrm>
            <a:off x="3065552" y="1465223"/>
            <a:ext cx="360000" cy="288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2" name="矩形 141"/>
          <p:cNvSpPr/>
          <p:nvPr/>
        </p:nvSpPr>
        <p:spPr>
          <a:xfrm>
            <a:off x="3429582" y="1465223"/>
            <a:ext cx="360000" cy="288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3" name="矩形 142"/>
          <p:cNvSpPr/>
          <p:nvPr/>
        </p:nvSpPr>
        <p:spPr>
          <a:xfrm>
            <a:off x="3789582" y="1465223"/>
            <a:ext cx="360000" cy="288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6" name="矩形 145"/>
          <p:cNvSpPr/>
          <p:nvPr/>
        </p:nvSpPr>
        <p:spPr>
          <a:xfrm>
            <a:off x="4148776" y="1465223"/>
            <a:ext cx="360000" cy="288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7" name="矩形 146"/>
          <p:cNvSpPr/>
          <p:nvPr/>
        </p:nvSpPr>
        <p:spPr>
          <a:xfrm>
            <a:off x="4508776" y="1465223"/>
            <a:ext cx="360000" cy="288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48" name="对象 147"/>
          <p:cNvGraphicFramePr>
            <a:graphicFrameLocks noChangeAspect="1"/>
          </p:cNvGraphicFramePr>
          <p:nvPr/>
        </p:nvGraphicFramePr>
        <p:xfrm>
          <a:off x="5132482" y="1489256"/>
          <a:ext cx="195812" cy="2916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5" name="AxMath" r:id="rId5" imgW="151920" imgH="226800" progId="Equation.AxMath">
                  <p:embed/>
                </p:oleObj>
              </mc:Choice>
              <mc:Fallback>
                <p:oleObj name="AxMath" r:id="rId5" imgW="151920" imgH="226800" progId="Equation.AxMath">
                  <p:embed/>
                  <p:pic>
                    <p:nvPicPr>
                      <p:cNvPr id="148" name="对象 14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32482" y="1489256"/>
                        <a:ext cx="195812" cy="2916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/>
          <p:nvPr/>
        </p:nvSpPr>
        <p:spPr>
          <a:xfrm>
            <a:off x="2080846" y="1465223"/>
            <a:ext cx="268333" cy="288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9" name="矩形 148"/>
          <p:cNvSpPr/>
          <p:nvPr/>
        </p:nvSpPr>
        <p:spPr>
          <a:xfrm>
            <a:off x="2440040" y="1465223"/>
            <a:ext cx="268839" cy="288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0" name="矩形 149"/>
          <p:cNvSpPr/>
          <p:nvPr/>
        </p:nvSpPr>
        <p:spPr>
          <a:xfrm>
            <a:off x="2798025" y="1465223"/>
            <a:ext cx="268333" cy="288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1" name="矩形 150"/>
          <p:cNvSpPr/>
          <p:nvPr/>
        </p:nvSpPr>
        <p:spPr>
          <a:xfrm>
            <a:off x="3164533" y="1465223"/>
            <a:ext cx="268333" cy="288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2" name="矩形 151"/>
          <p:cNvSpPr/>
          <p:nvPr/>
        </p:nvSpPr>
        <p:spPr>
          <a:xfrm>
            <a:off x="3522561" y="1465223"/>
            <a:ext cx="268333" cy="288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3" name="矩形 152"/>
          <p:cNvSpPr/>
          <p:nvPr/>
        </p:nvSpPr>
        <p:spPr>
          <a:xfrm>
            <a:off x="3880040" y="1465223"/>
            <a:ext cx="268333" cy="288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4" name="矩形 153"/>
          <p:cNvSpPr/>
          <p:nvPr/>
        </p:nvSpPr>
        <p:spPr>
          <a:xfrm>
            <a:off x="4237519" y="1465223"/>
            <a:ext cx="268333" cy="288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5" name="矩形 154"/>
          <p:cNvSpPr/>
          <p:nvPr/>
        </p:nvSpPr>
        <p:spPr>
          <a:xfrm>
            <a:off x="4599130" y="1465223"/>
            <a:ext cx="268333" cy="288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左大括号 7"/>
          <p:cNvSpPr/>
          <p:nvPr/>
        </p:nvSpPr>
        <p:spPr>
          <a:xfrm rot="16200000" flipH="1">
            <a:off x="2130966" y="387582"/>
            <a:ext cx="75242" cy="361187"/>
          </a:xfrm>
          <a:prstGeom prst="leftBrace">
            <a:avLst>
              <a:gd name="adj1" fmla="val 88406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6" name="文本框 155"/>
          <p:cNvSpPr txBox="1"/>
          <p:nvPr/>
        </p:nvSpPr>
        <p:spPr>
          <a:xfrm>
            <a:off x="1859591" y="282173"/>
            <a:ext cx="6078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32</a:t>
            </a:r>
            <a:r>
              <a:rPr lang="zh-CN" altLang="en-US" sz="1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比特</a:t>
            </a:r>
            <a:endParaRPr lang="zh-CN" altLang="en-US" sz="11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7" name="左大括号 156"/>
          <p:cNvSpPr/>
          <p:nvPr/>
        </p:nvSpPr>
        <p:spPr>
          <a:xfrm rot="16200000" flipH="1">
            <a:off x="2011554" y="1379490"/>
            <a:ext cx="45719" cy="92853"/>
          </a:xfrm>
          <a:prstGeom prst="leftBrace">
            <a:avLst>
              <a:gd name="adj1" fmla="val 88406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8" name="文本框 157"/>
          <p:cNvSpPr txBox="1"/>
          <p:nvPr/>
        </p:nvSpPr>
        <p:spPr>
          <a:xfrm>
            <a:off x="1765749" y="1149213"/>
            <a:ext cx="53732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1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比特</a:t>
            </a:r>
            <a:endParaRPr lang="zh-CN" altLang="en-US" sz="11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左大括号 8"/>
          <p:cNvSpPr/>
          <p:nvPr/>
        </p:nvSpPr>
        <p:spPr>
          <a:xfrm rot="16200000">
            <a:off x="2137373" y="1639538"/>
            <a:ext cx="153281" cy="452053"/>
          </a:xfrm>
          <a:prstGeom prst="leftBrace">
            <a:avLst>
              <a:gd name="adj1" fmla="val 39572"/>
              <a:gd name="adj2" fmla="val 50000"/>
            </a:avLst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9" name="下箭头 158"/>
          <p:cNvSpPr/>
          <p:nvPr/>
        </p:nvSpPr>
        <p:spPr>
          <a:xfrm>
            <a:off x="3737157" y="2280253"/>
            <a:ext cx="104850" cy="185812"/>
          </a:xfrm>
          <a:prstGeom prst="downArrow">
            <a:avLst>
              <a:gd name="adj1" fmla="val 38112"/>
              <a:gd name="adj2" fmla="val 5000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0" name="文本框 159"/>
          <p:cNvSpPr txBox="1"/>
          <p:nvPr/>
        </p:nvSpPr>
        <p:spPr>
          <a:xfrm>
            <a:off x="3837607" y="2219270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拼接</a:t>
            </a:r>
            <a:endParaRPr lang="zh-CN" altLang="en-US" sz="1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5" name="文本框 184"/>
          <p:cNvSpPr txBox="1"/>
          <p:nvPr/>
        </p:nvSpPr>
        <p:spPr>
          <a:xfrm>
            <a:off x="1973246" y="1943934"/>
            <a:ext cx="4667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组合</a:t>
            </a:r>
            <a:endParaRPr lang="zh-CN" altLang="en-US" sz="11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5" name="下箭头 204"/>
          <p:cNvSpPr/>
          <p:nvPr/>
        </p:nvSpPr>
        <p:spPr>
          <a:xfrm>
            <a:off x="3737157" y="3147153"/>
            <a:ext cx="104850" cy="185812"/>
          </a:xfrm>
          <a:prstGeom prst="downArrow">
            <a:avLst>
              <a:gd name="adj1" fmla="val 38112"/>
              <a:gd name="adj2" fmla="val 5000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7" name="文本框 206"/>
          <p:cNvSpPr txBox="1"/>
          <p:nvPr/>
        </p:nvSpPr>
        <p:spPr>
          <a:xfrm>
            <a:off x="3837607" y="3086170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还原</a:t>
            </a:r>
            <a:endParaRPr lang="zh-CN" altLang="en-US" sz="1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8" name="矩形 207"/>
          <p:cNvSpPr/>
          <p:nvPr/>
        </p:nvSpPr>
        <p:spPr>
          <a:xfrm>
            <a:off x="1992000" y="3497225"/>
            <a:ext cx="3600000" cy="288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4" name="矩形 243"/>
          <p:cNvSpPr/>
          <p:nvPr/>
        </p:nvSpPr>
        <p:spPr>
          <a:xfrm>
            <a:off x="1991194" y="3497225"/>
            <a:ext cx="360000" cy="288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5" name="矩形 244"/>
          <p:cNvSpPr/>
          <p:nvPr/>
        </p:nvSpPr>
        <p:spPr>
          <a:xfrm>
            <a:off x="2351194" y="3497225"/>
            <a:ext cx="360000" cy="288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6" name="矩形 245"/>
          <p:cNvSpPr/>
          <p:nvPr/>
        </p:nvSpPr>
        <p:spPr>
          <a:xfrm>
            <a:off x="2710388" y="3497225"/>
            <a:ext cx="360000" cy="288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7" name="矩形 246"/>
          <p:cNvSpPr/>
          <p:nvPr/>
        </p:nvSpPr>
        <p:spPr>
          <a:xfrm>
            <a:off x="3065552" y="3497225"/>
            <a:ext cx="360000" cy="288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8" name="矩形 247"/>
          <p:cNvSpPr/>
          <p:nvPr/>
        </p:nvSpPr>
        <p:spPr>
          <a:xfrm>
            <a:off x="3429582" y="3497225"/>
            <a:ext cx="360000" cy="288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9" name="矩形 248"/>
          <p:cNvSpPr/>
          <p:nvPr/>
        </p:nvSpPr>
        <p:spPr>
          <a:xfrm>
            <a:off x="3789582" y="3497225"/>
            <a:ext cx="360000" cy="288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0" name="矩形 249"/>
          <p:cNvSpPr/>
          <p:nvPr/>
        </p:nvSpPr>
        <p:spPr>
          <a:xfrm>
            <a:off x="4148776" y="3497225"/>
            <a:ext cx="360000" cy="288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1" name="矩形 250"/>
          <p:cNvSpPr/>
          <p:nvPr/>
        </p:nvSpPr>
        <p:spPr>
          <a:xfrm>
            <a:off x="4508776" y="3497225"/>
            <a:ext cx="360000" cy="288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52" name="对象 251"/>
          <p:cNvGraphicFramePr>
            <a:graphicFrameLocks noChangeAspect="1"/>
          </p:cNvGraphicFramePr>
          <p:nvPr/>
        </p:nvGraphicFramePr>
        <p:xfrm>
          <a:off x="5132482" y="3521258"/>
          <a:ext cx="195812" cy="2916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6" name="AxMath" r:id="rId6" imgW="151920" imgH="226800" progId="Equation.AxMath">
                  <p:embed/>
                </p:oleObj>
              </mc:Choice>
              <mc:Fallback>
                <p:oleObj name="AxMath" r:id="rId6" imgW="151920" imgH="226800" progId="Equation.AxMath">
                  <p:embed/>
                  <p:pic>
                    <p:nvPicPr>
                      <p:cNvPr id="252" name="对象 25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32482" y="3521258"/>
                        <a:ext cx="195812" cy="2916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3" name="矩形 252"/>
          <p:cNvSpPr/>
          <p:nvPr/>
        </p:nvSpPr>
        <p:spPr>
          <a:xfrm>
            <a:off x="2080846" y="3497225"/>
            <a:ext cx="268333" cy="288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4" name="矩形 253"/>
          <p:cNvSpPr/>
          <p:nvPr/>
        </p:nvSpPr>
        <p:spPr>
          <a:xfrm>
            <a:off x="2440040" y="3497225"/>
            <a:ext cx="268333" cy="288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5" name="矩形 254"/>
          <p:cNvSpPr/>
          <p:nvPr/>
        </p:nvSpPr>
        <p:spPr>
          <a:xfrm>
            <a:off x="2798025" y="3497225"/>
            <a:ext cx="268333" cy="288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6" name="矩形 255"/>
          <p:cNvSpPr/>
          <p:nvPr/>
        </p:nvSpPr>
        <p:spPr>
          <a:xfrm>
            <a:off x="3164533" y="3497225"/>
            <a:ext cx="268333" cy="288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7" name="矩形 256"/>
          <p:cNvSpPr/>
          <p:nvPr/>
        </p:nvSpPr>
        <p:spPr>
          <a:xfrm>
            <a:off x="3522561" y="3497225"/>
            <a:ext cx="268333" cy="288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8" name="矩形 257"/>
          <p:cNvSpPr/>
          <p:nvPr/>
        </p:nvSpPr>
        <p:spPr>
          <a:xfrm>
            <a:off x="3880040" y="3497225"/>
            <a:ext cx="268333" cy="288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9" name="矩形 258"/>
          <p:cNvSpPr/>
          <p:nvPr/>
        </p:nvSpPr>
        <p:spPr>
          <a:xfrm>
            <a:off x="4237519" y="3497225"/>
            <a:ext cx="268333" cy="288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0" name="矩形 259"/>
          <p:cNvSpPr/>
          <p:nvPr/>
        </p:nvSpPr>
        <p:spPr>
          <a:xfrm>
            <a:off x="4599130" y="3497225"/>
            <a:ext cx="268333" cy="288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1" name="左大括号 260"/>
          <p:cNvSpPr/>
          <p:nvPr/>
        </p:nvSpPr>
        <p:spPr>
          <a:xfrm rot="16200000" flipH="1">
            <a:off x="2011554" y="3411492"/>
            <a:ext cx="45719" cy="92853"/>
          </a:xfrm>
          <a:prstGeom prst="leftBrace">
            <a:avLst>
              <a:gd name="adj1" fmla="val 88406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2" name="文本框 261"/>
          <p:cNvSpPr txBox="1"/>
          <p:nvPr/>
        </p:nvSpPr>
        <p:spPr>
          <a:xfrm>
            <a:off x="1765749" y="3181215"/>
            <a:ext cx="53732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1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比特</a:t>
            </a:r>
            <a:endParaRPr lang="zh-CN" altLang="en-US" sz="11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2976158" y="2663661"/>
            <a:ext cx="1800403" cy="288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2975352" y="2663661"/>
            <a:ext cx="183327" cy="288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矩形 71"/>
          <p:cNvSpPr/>
          <p:nvPr/>
        </p:nvSpPr>
        <p:spPr>
          <a:xfrm>
            <a:off x="3335352" y="2663661"/>
            <a:ext cx="182521" cy="288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>
            <a:off x="3694546" y="2663661"/>
            <a:ext cx="182521" cy="288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4054546" y="2663661"/>
            <a:ext cx="181715" cy="288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79" name="对象 78"/>
          <p:cNvGraphicFramePr>
            <a:graphicFrameLocks noChangeAspect="1"/>
          </p:cNvGraphicFramePr>
          <p:nvPr/>
        </p:nvGraphicFramePr>
        <p:xfrm>
          <a:off x="4427154" y="2677457"/>
          <a:ext cx="195812" cy="2916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7" name="AxMath" r:id="rId7" imgW="151920" imgH="226800" progId="Equation.AxMath">
                  <p:embed/>
                </p:oleObj>
              </mc:Choice>
              <mc:Fallback>
                <p:oleObj name="AxMath" r:id="rId7" imgW="151920" imgH="226800" progId="Equation.AxMath">
                  <p:embed/>
                  <p:pic>
                    <p:nvPicPr>
                      <p:cNvPr id="79" name="对象 7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427154" y="2677457"/>
                        <a:ext cx="195812" cy="2916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" name="左大括号 79"/>
          <p:cNvSpPr/>
          <p:nvPr/>
        </p:nvSpPr>
        <p:spPr>
          <a:xfrm rot="16200000" flipH="1">
            <a:off x="3034049" y="2511319"/>
            <a:ext cx="62735" cy="186529"/>
          </a:xfrm>
          <a:prstGeom prst="leftBrace">
            <a:avLst>
              <a:gd name="adj1" fmla="val 88406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文本框 80"/>
          <p:cNvSpPr txBox="1"/>
          <p:nvPr/>
        </p:nvSpPr>
        <p:spPr>
          <a:xfrm>
            <a:off x="2798025" y="2306599"/>
            <a:ext cx="53732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zh-CN" altLang="en-US" sz="1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比特</a:t>
            </a:r>
            <a:endParaRPr lang="zh-CN" altLang="en-US" sz="11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2" name="左大括号 81"/>
          <p:cNvSpPr/>
          <p:nvPr/>
        </p:nvSpPr>
        <p:spPr>
          <a:xfrm rot="16200000">
            <a:off x="2856012" y="1637446"/>
            <a:ext cx="153281" cy="452053"/>
          </a:xfrm>
          <a:prstGeom prst="leftBrace">
            <a:avLst>
              <a:gd name="adj1" fmla="val 39572"/>
              <a:gd name="adj2" fmla="val 50000"/>
            </a:avLst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文本框 82"/>
          <p:cNvSpPr txBox="1"/>
          <p:nvPr/>
        </p:nvSpPr>
        <p:spPr>
          <a:xfrm>
            <a:off x="2691885" y="1941842"/>
            <a:ext cx="4667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组合</a:t>
            </a:r>
            <a:endParaRPr lang="zh-CN" altLang="en-US" sz="11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4" name="左大括号 83"/>
          <p:cNvSpPr/>
          <p:nvPr/>
        </p:nvSpPr>
        <p:spPr>
          <a:xfrm rot="16200000">
            <a:off x="3580342" y="1643028"/>
            <a:ext cx="153281" cy="452053"/>
          </a:xfrm>
          <a:prstGeom prst="leftBrace">
            <a:avLst>
              <a:gd name="adj1" fmla="val 39572"/>
              <a:gd name="adj2" fmla="val 50000"/>
            </a:avLst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文本框 84"/>
          <p:cNvSpPr txBox="1"/>
          <p:nvPr/>
        </p:nvSpPr>
        <p:spPr>
          <a:xfrm>
            <a:off x="3416215" y="1947424"/>
            <a:ext cx="4667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组合</a:t>
            </a:r>
            <a:endParaRPr lang="zh-CN" altLang="en-US" sz="11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6" name="左大括号 85"/>
          <p:cNvSpPr/>
          <p:nvPr/>
        </p:nvSpPr>
        <p:spPr>
          <a:xfrm rot="16200000">
            <a:off x="4296463" y="1637445"/>
            <a:ext cx="153281" cy="452053"/>
          </a:xfrm>
          <a:prstGeom prst="leftBrace">
            <a:avLst>
              <a:gd name="adj1" fmla="val 39572"/>
              <a:gd name="adj2" fmla="val 50000"/>
            </a:avLst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文本框 86"/>
          <p:cNvSpPr txBox="1"/>
          <p:nvPr/>
        </p:nvSpPr>
        <p:spPr>
          <a:xfrm>
            <a:off x="4132336" y="1941841"/>
            <a:ext cx="4667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组合</a:t>
            </a:r>
            <a:endParaRPr lang="zh-CN" altLang="en-US" sz="11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91707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992000" y="621000"/>
            <a:ext cx="2016000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文本框 89"/>
          <p:cNvSpPr txBox="1"/>
          <p:nvPr/>
        </p:nvSpPr>
        <p:spPr>
          <a:xfrm>
            <a:off x="2346567" y="981000"/>
            <a:ext cx="13516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模型参数</a:t>
            </a:r>
            <a:r>
              <a:rPr lang="en-US" altLang="zh-CN" sz="1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1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梯度</a:t>
            </a:r>
            <a:endParaRPr lang="zh-CN" altLang="en-US" sz="1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1" name="矩形 90"/>
          <p:cNvSpPr/>
          <p:nvPr/>
        </p:nvSpPr>
        <p:spPr>
          <a:xfrm>
            <a:off x="1992000" y="1557000"/>
            <a:ext cx="2016000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椭圆 91"/>
          <p:cNvSpPr/>
          <p:nvPr/>
        </p:nvSpPr>
        <p:spPr>
          <a:xfrm>
            <a:off x="2064000" y="1629000"/>
            <a:ext cx="216000" cy="216000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椭圆 92"/>
          <p:cNvSpPr/>
          <p:nvPr/>
        </p:nvSpPr>
        <p:spPr>
          <a:xfrm>
            <a:off x="2421300" y="1629000"/>
            <a:ext cx="216000" cy="216000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椭圆 93"/>
          <p:cNvSpPr/>
          <p:nvPr/>
        </p:nvSpPr>
        <p:spPr>
          <a:xfrm>
            <a:off x="2778600" y="1629000"/>
            <a:ext cx="216000" cy="216000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椭圆 94"/>
          <p:cNvSpPr/>
          <p:nvPr/>
        </p:nvSpPr>
        <p:spPr>
          <a:xfrm>
            <a:off x="3718075" y="1629000"/>
            <a:ext cx="216000" cy="216000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96" name="对象 9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5906404"/>
              </p:ext>
            </p:extLst>
          </p:nvPr>
        </p:nvGraphicFramePr>
        <p:xfrm>
          <a:off x="3262894" y="1557000"/>
          <a:ext cx="269737" cy="4017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90" name="AxMath" r:id="rId3" imgW="151920" imgH="226800" progId="Equation.AxMath">
                  <p:embed/>
                </p:oleObj>
              </mc:Choice>
              <mc:Fallback>
                <p:oleObj name="AxMath" r:id="rId3" imgW="151920" imgH="226800" progId="Equation.AxMath">
                  <p:embed/>
                  <p:pic>
                    <p:nvPicPr>
                      <p:cNvPr id="89" name="对象 8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62894" y="1557000"/>
                        <a:ext cx="269737" cy="4017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" name="文本框 96"/>
          <p:cNvSpPr txBox="1"/>
          <p:nvPr/>
        </p:nvSpPr>
        <p:spPr>
          <a:xfrm>
            <a:off x="2570986" y="1917000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辅助变量</a:t>
            </a:r>
            <a:endParaRPr lang="zh-CN" altLang="en-US" sz="1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893781" y="590550"/>
            <a:ext cx="1008000" cy="4211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量化</a:t>
            </a:r>
            <a:endParaRPr lang="zh-CN" altLang="en-US" sz="14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6" name="直接箭头连接符 15"/>
          <p:cNvCxnSpPr>
            <a:stCxn id="2" idx="3"/>
            <a:endCxn id="12" idx="1"/>
          </p:cNvCxnSpPr>
          <p:nvPr/>
        </p:nvCxnSpPr>
        <p:spPr>
          <a:xfrm>
            <a:off x="4008000" y="801000"/>
            <a:ext cx="885781" cy="100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3129132"/>
              </p:ext>
            </p:extLst>
          </p:nvPr>
        </p:nvGraphicFramePr>
        <p:xfrm>
          <a:off x="4582416" y="795650"/>
          <a:ext cx="271392" cy="273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91" name="AxMath" r:id="rId5" imgW="235800" imgH="239040" progId="Equation.AxMath">
                  <p:embed/>
                </p:oleObj>
              </mc:Choice>
              <mc:Fallback>
                <p:oleObj name="AxMath" r:id="rId5" imgW="235800" imgH="239040" progId="Equation.AxMat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82416" y="795650"/>
                        <a:ext cx="271392" cy="2735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0" name="肘形连接符 19"/>
          <p:cNvCxnSpPr>
            <a:stCxn id="91" idx="3"/>
          </p:cNvCxnSpPr>
          <p:nvPr/>
        </p:nvCxnSpPr>
        <p:spPr>
          <a:xfrm flipV="1">
            <a:off x="4008000" y="795650"/>
            <a:ext cx="576000" cy="941350"/>
          </a:xfrm>
          <a:prstGeom prst="bentConnector2">
            <a:avLst/>
          </a:prstGeom>
          <a:ln w="19050">
            <a:solidFill>
              <a:schemeClr val="tx1"/>
            </a:solidFill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椭圆 112"/>
          <p:cNvSpPr/>
          <p:nvPr/>
        </p:nvSpPr>
        <p:spPr>
          <a:xfrm>
            <a:off x="2064000" y="693000"/>
            <a:ext cx="216000" cy="216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" name="椭圆 113"/>
          <p:cNvSpPr/>
          <p:nvPr/>
        </p:nvSpPr>
        <p:spPr>
          <a:xfrm>
            <a:off x="2421300" y="693000"/>
            <a:ext cx="216000" cy="216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" name="椭圆 114"/>
          <p:cNvSpPr/>
          <p:nvPr/>
        </p:nvSpPr>
        <p:spPr>
          <a:xfrm>
            <a:off x="2778600" y="693000"/>
            <a:ext cx="216000" cy="216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" name="椭圆 115"/>
          <p:cNvSpPr/>
          <p:nvPr/>
        </p:nvSpPr>
        <p:spPr>
          <a:xfrm>
            <a:off x="3718075" y="693000"/>
            <a:ext cx="216000" cy="216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17" name="对象 1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404222"/>
              </p:ext>
            </p:extLst>
          </p:nvPr>
        </p:nvGraphicFramePr>
        <p:xfrm>
          <a:off x="3262894" y="621000"/>
          <a:ext cx="269737" cy="4017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92" name="AxMath" r:id="rId7" imgW="151920" imgH="226800" progId="Equation.AxMath">
                  <p:embed/>
                </p:oleObj>
              </mc:Choice>
              <mc:Fallback>
                <p:oleObj name="AxMath" r:id="rId7" imgW="151920" imgH="226800" progId="Equation.AxMath">
                  <p:embed/>
                  <p:pic>
                    <p:nvPicPr>
                      <p:cNvPr id="89" name="对象 8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62894" y="621000"/>
                        <a:ext cx="269737" cy="4017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8" name="矩形 117"/>
          <p:cNvSpPr/>
          <p:nvPr/>
        </p:nvSpPr>
        <p:spPr>
          <a:xfrm>
            <a:off x="6240000" y="621000"/>
            <a:ext cx="2016000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" name="椭圆 118"/>
          <p:cNvSpPr/>
          <p:nvPr/>
        </p:nvSpPr>
        <p:spPr>
          <a:xfrm>
            <a:off x="6312000" y="693000"/>
            <a:ext cx="216000" cy="2160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" name="椭圆 119"/>
          <p:cNvSpPr/>
          <p:nvPr/>
        </p:nvSpPr>
        <p:spPr>
          <a:xfrm>
            <a:off x="6669300" y="693000"/>
            <a:ext cx="216000" cy="2160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4" name="椭圆 123"/>
          <p:cNvSpPr/>
          <p:nvPr/>
        </p:nvSpPr>
        <p:spPr>
          <a:xfrm>
            <a:off x="7026600" y="693000"/>
            <a:ext cx="216000" cy="2160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8" name="椭圆 127"/>
          <p:cNvSpPr/>
          <p:nvPr/>
        </p:nvSpPr>
        <p:spPr>
          <a:xfrm>
            <a:off x="7966075" y="693000"/>
            <a:ext cx="216000" cy="2160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30" name="对象 1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1691636"/>
              </p:ext>
            </p:extLst>
          </p:nvPr>
        </p:nvGraphicFramePr>
        <p:xfrm>
          <a:off x="7510894" y="621000"/>
          <a:ext cx="269737" cy="4017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93" name="AxMath" r:id="rId8" imgW="151920" imgH="226800" progId="Equation.AxMath">
                  <p:embed/>
                </p:oleObj>
              </mc:Choice>
              <mc:Fallback>
                <p:oleObj name="AxMath" r:id="rId8" imgW="151920" imgH="226800" progId="Equation.AxMath">
                  <p:embed/>
                  <p:pic>
                    <p:nvPicPr>
                      <p:cNvPr id="96" name="对象 9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510894" y="621000"/>
                        <a:ext cx="269737" cy="4017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1" name="直接箭头连接符 130"/>
          <p:cNvCxnSpPr>
            <a:stCxn id="12" idx="3"/>
            <a:endCxn id="118" idx="1"/>
          </p:cNvCxnSpPr>
          <p:nvPr/>
        </p:nvCxnSpPr>
        <p:spPr>
          <a:xfrm flipV="1">
            <a:off x="5901781" y="801000"/>
            <a:ext cx="338219" cy="100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矩形 131"/>
          <p:cNvSpPr/>
          <p:nvPr/>
        </p:nvSpPr>
        <p:spPr>
          <a:xfrm>
            <a:off x="6240000" y="1557000"/>
            <a:ext cx="2016000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3" name="椭圆 132"/>
          <p:cNvSpPr/>
          <p:nvPr/>
        </p:nvSpPr>
        <p:spPr>
          <a:xfrm>
            <a:off x="6312000" y="1629000"/>
            <a:ext cx="216000" cy="216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椭圆 134"/>
          <p:cNvSpPr/>
          <p:nvPr/>
        </p:nvSpPr>
        <p:spPr>
          <a:xfrm>
            <a:off x="6669300" y="1629000"/>
            <a:ext cx="216000" cy="216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8" name="椭圆 137"/>
          <p:cNvSpPr/>
          <p:nvPr/>
        </p:nvSpPr>
        <p:spPr>
          <a:xfrm>
            <a:off x="7026600" y="1629000"/>
            <a:ext cx="216000" cy="216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椭圆 138"/>
          <p:cNvSpPr/>
          <p:nvPr/>
        </p:nvSpPr>
        <p:spPr>
          <a:xfrm>
            <a:off x="7966075" y="1629000"/>
            <a:ext cx="216000" cy="216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44" name="对象 1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3368857"/>
              </p:ext>
            </p:extLst>
          </p:nvPr>
        </p:nvGraphicFramePr>
        <p:xfrm>
          <a:off x="7510894" y="1557000"/>
          <a:ext cx="269737" cy="4017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94" name="AxMath" r:id="rId9" imgW="151920" imgH="226800" progId="Equation.AxMath">
                  <p:embed/>
                </p:oleObj>
              </mc:Choice>
              <mc:Fallback>
                <p:oleObj name="AxMath" r:id="rId9" imgW="151920" imgH="226800" progId="Equation.AxMath">
                  <p:embed/>
                  <p:pic>
                    <p:nvPicPr>
                      <p:cNvPr id="130" name="对象 12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510894" y="1557000"/>
                        <a:ext cx="269737" cy="4017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45" name="直接箭头连接符 144"/>
          <p:cNvCxnSpPr>
            <a:stCxn id="118" idx="2"/>
            <a:endCxn id="132" idx="0"/>
          </p:cNvCxnSpPr>
          <p:nvPr/>
        </p:nvCxnSpPr>
        <p:spPr>
          <a:xfrm>
            <a:off x="7248000" y="981000"/>
            <a:ext cx="0" cy="576000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肘形连接符 160"/>
          <p:cNvCxnSpPr>
            <a:stCxn id="91" idx="3"/>
          </p:cNvCxnSpPr>
          <p:nvPr/>
        </p:nvCxnSpPr>
        <p:spPr>
          <a:xfrm flipV="1">
            <a:off x="4008000" y="1337410"/>
            <a:ext cx="3234600" cy="39959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2" name="对象 16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4616467"/>
              </p:ext>
            </p:extLst>
          </p:nvPr>
        </p:nvGraphicFramePr>
        <p:xfrm>
          <a:off x="6998904" y="1097991"/>
          <a:ext cx="271392" cy="273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95" name="AxMath" r:id="rId10" imgW="235800" imgH="239040" progId="Equation.AxMath">
                  <p:embed/>
                </p:oleObj>
              </mc:Choice>
              <mc:Fallback>
                <p:oleObj name="AxMath" r:id="rId10" imgW="235800" imgH="239040" progId="Equation.AxMath">
                  <p:embed/>
                  <p:pic>
                    <p:nvPicPr>
                      <p:cNvPr id="18" name="对象 17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998904" y="1097991"/>
                        <a:ext cx="271392" cy="2735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63" name="肘形连接符 162"/>
          <p:cNvCxnSpPr>
            <a:stCxn id="132" idx="2"/>
            <a:endCxn id="2" idx="1"/>
          </p:cNvCxnSpPr>
          <p:nvPr/>
        </p:nvCxnSpPr>
        <p:spPr>
          <a:xfrm rot="5400000" flipH="1">
            <a:off x="4062000" y="-1269000"/>
            <a:ext cx="1116000" cy="5256000"/>
          </a:xfrm>
          <a:prstGeom prst="bentConnector4">
            <a:avLst>
              <a:gd name="adj1" fmla="val -49161"/>
              <a:gd name="adj2" fmla="val 104349"/>
            </a:avLst>
          </a:prstGeom>
          <a:ln w="19050">
            <a:solidFill>
              <a:schemeClr val="tx1"/>
            </a:solidFill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83631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圆角矩形 67"/>
          <p:cNvSpPr/>
          <p:nvPr/>
        </p:nvSpPr>
        <p:spPr>
          <a:xfrm>
            <a:off x="3337059" y="1458127"/>
            <a:ext cx="2800978" cy="101199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圆角矩形 32"/>
          <p:cNvSpPr/>
          <p:nvPr/>
        </p:nvSpPr>
        <p:spPr>
          <a:xfrm>
            <a:off x="6274090" y="1458127"/>
            <a:ext cx="2374694" cy="99717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3886852" y="1779352"/>
            <a:ext cx="2016000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文本框 89"/>
          <p:cNvSpPr txBox="1"/>
          <p:nvPr/>
        </p:nvSpPr>
        <p:spPr>
          <a:xfrm>
            <a:off x="3854555" y="2147522"/>
            <a:ext cx="20697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融合后的模型参数</a:t>
            </a:r>
            <a:r>
              <a:rPr lang="en-US" altLang="zh-CN" sz="1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1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梯度</a:t>
            </a:r>
            <a:endParaRPr lang="zh-CN" altLang="en-US" sz="1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1" name="矩形 90"/>
          <p:cNvSpPr/>
          <p:nvPr/>
        </p:nvSpPr>
        <p:spPr>
          <a:xfrm>
            <a:off x="3886852" y="2715352"/>
            <a:ext cx="2016000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椭圆 91"/>
          <p:cNvSpPr/>
          <p:nvPr/>
        </p:nvSpPr>
        <p:spPr>
          <a:xfrm>
            <a:off x="3958852" y="2787352"/>
            <a:ext cx="216000" cy="216000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椭圆 92"/>
          <p:cNvSpPr/>
          <p:nvPr/>
        </p:nvSpPr>
        <p:spPr>
          <a:xfrm>
            <a:off x="4316152" y="2787352"/>
            <a:ext cx="216000" cy="216000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椭圆 93"/>
          <p:cNvSpPr/>
          <p:nvPr/>
        </p:nvSpPr>
        <p:spPr>
          <a:xfrm>
            <a:off x="4673452" y="2787352"/>
            <a:ext cx="216000" cy="216000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椭圆 94"/>
          <p:cNvSpPr/>
          <p:nvPr/>
        </p:nvSpPr>
        <p:spPr>
          <a:xfrm>
            <a:off x="5612927" y="2787352"/>
            <a:ext cx="216000" cy="216000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96" name="对象 9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9211713"/>
              </p:ext>
            </p:extLst>
          </p:nvPr>
        </p:nvGraphicFramePr>
        <p:xfrm>
          <a:off x="5157746" y="2715352"/>
          <a:ext cx="269737" cy="4017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9" name="AxMath" r:id="rId3" imgW="151920" imgH="226800" progId="Equation.AxMath">
                  <p:embed/>
                </p:oleObj>
              </mc:Choice>
              <mc:Fallback>
                <p:oleObj name="AxMath" r:id="rId3" imgW="151920" imgH="226800" progId="Equation.AxMath">
                  <p:embed/>
                  <p:pic>
                    <p:nvPicPr>
                      <p:cNvPr id="96" name="对象 9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57746" y="2715352"/>
                        <a:ext cx="269737" cy="4017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" name="文本框 96"/>
          <p:cNvSpPr txBox="1"/>
          <p:nvPr/>
        </p:nvSpPr>
        <p:spPr>
          <a:xfrm>
            <a:off x="3878642" y="3069001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状态</a:t>
            </a:r>
            <a:r>
              <a:rPr lang="zh-CN" altLang="en-US" sz="1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变量</a:t>
            </a:r>
            <a:endParaRPr lang="zh-CN" altLang="en-US" sz="1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426090" y="1746127"/>
            <a:ext cx="1008000" cy="4211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量化</a:t>
            </a:r>
            <a:endParaRPr lang="zh-CN" altLang="en-US" sz="14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6" name="直接箭头连接符 15"/>
          <p:cNvCxnSpPr>
            <a:stCxn id="2" idx="3"/>
            <a:endCxn id="12" idx="1"/>
          </p:cNvCxnSpPr>
          <p:nvPr/>
        </p:nvCxnSpPr>
        <p:spPr>
          <a:xfrm flipV="1">
            <a:off x="5902852" y="1956677"/>
            <a:ext cx="1523238" cy="2675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2050068"/>
              </p:ext>
            </p:extLst>
          </p:nvPr>
        </p:nvGraphicFramePr>
        <p:xfrm>
          <a:off x="6476924" y="2002583"/>
          <a:ext cx="271392" cy="273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0" name="AxMath" r:id="rId5" imgW="235800" imgH="239040" progId="Equation.AxMath">
                  <p:embed/>
                </p:oleObj>
              </mc:Choice>
              <mc:Fallback>
                <p:oleObj name="AxMath" r:id="rId5" imgW="235800" imgH="239040" progId="Equation.AxMath">
                  <p:embed/>
                  <p:pic>
                    <p:nvPicPr>
                      <p:cNvPr id="18" name="对象 1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476924" y="2002583"/>
                        <a:ext cx="271392" cy="2735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0" name="肘形连接符 19"/>
          <p:cNvCxnSpPr/>
          <p:nvPr/>
        </p:nvCxnSpPr>
        <p:spPr>
          <a:xfrm flipV="1">
            <a:off x="5909573" y="1954002"/>
            <a:ext cx="576000" cy="941350"/>
          </a:xfrm>
          <a:prstGeom prst="bentConnector2">
            <a:avLst/>
          </a:prstGeom>
          <a:ln w="19050">
            <a:solidFill>
              <a:schemeClr val="tx1"/>
            </a:solidFill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椭圆 112"/>
          <p:cNvSpPr/>
          <p:nvPr/>
        </p:nvSpPr>
        <p:spPr>
          <a:xfrm>
            <a:off x="3958852" y="1851352"/>
            <a:ext cx="216000" cy="216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" name="椭圆 113"/>
          <p:cNvSpPr/>
          <p:nvPr/>
        </p:nvSpPr>
        <p:spPr>
          <a:xfrm>
            <a:off x="4316152" y="1851352"/>
            <a:ext cx="216000" cy="216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" name="椭圆 114"/>
          <p:cNvSpPr/>
          <p:nvPr/>
        </p:nvSpPr>
        <p:spPr>
          <a:xfrm>
            <a:off x="4673452" y="1851352"/>
            <a:ext cx="216000" cy="216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" name="椭圆 115"/>
          <p:cNvSpPr/>
          <p:nvPr/>
        </p:nvSpPr>
        <p:spPr>
          <a:xfrm>
            <a:off x="5612927" y="1851352"/>
            <a:ext cx="216000" cy="216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17" name="对象 1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8764282"/>
              </p:ext>
            </p:extLst>
          </p:nvPr>
        </p:nvGraphicFramePr>
        <p:xfrm>
          <a:off x="5157746" y="1779352"/>
          <a:ext cx="269737" cy="4017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1" name="AxMath" r:id="rId7" imgW="151920" imgH="226800" progId="Equation.AxMath">
                  <p:embed/>
                </p:oleObj>
              </mc:Choice>
              <mc:Fallback>
                <p:oleObj name="AxMath" r:id="rId7" imgW="151920" imgH="226800" progId="Equation.AxMath">
                  <p:embed/>
                  <p:pic>
                    <p:nvPicPr>
                      <p:cNvPr id="117" name="对象 11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57746" y="1779352"/>
                        <a:ext cx="269737" cy="4017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8" name="矩形 117"/>
          <p:cNvSpPr/>
          <p:nvPr/>
        </p:nvSpPr>
        <p:spPr>
          <a:xfrm>
            <a:off x="6922709" y="2715352"/>
            <a:ext cx="2016000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" name="椭圆 118"/>
          <p:cNvSpPr/>
          <p:nvPr/>
        </p:nvSpPr>
        <p:spPr>
          <a:xfrm>
            <a:off x="6994709" y="2787352"/>
            <a:ext cx="216000" cy="2160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" name="椭圆 119"/>
          <p:cNvSpPr/>
          <p:nvPr/>
        </p:nvSpPr>
        <p:spPr>
          <a:xfrm>
            <a:off x="7352009" y="2787352"/>
            <a:ext cx="216000" cy="2160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4" name="椭圆 123"/>
          <p:cNvSpPr/>
          <p:nvPr/>
        </p:nvSpPr>
        <p:spPr>
          <a:xfrm>
            <a:off x="7709309" y="2787352"/>
            <a:ext cx="216000" cy="2160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8" name="椭圆 127"/>
          <p:cNvSpPr/>
          <p:nvPr/>
        </p:nvSpPr>
        <p:spPr>
          <a:xfrm>
            <a:off x="8648784" y="2787352"/>
            <a:ext cx="216000" cy="2160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30" name="对象 1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1697526"/>
              </p:ext>
            </p:extLst>
          </p:nvPr>
        </p:nvGraphicFramePr>
        <p:xfrm>
          <a:off x="8193603" y="2715352"/>
          <a:ext cx="269737" cy="4017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2" name="AxMath" r:id="rId8" imgW="151920" imgH="226800" progId="Equation.AxMath">
                  <p:embed/>
                </p:oleObj>
              </mc:Choice>
              <mc:Fallback>
                <p:oleObj name="AxMath" r:id="rId8" imgW="151920" imgH="226800" progId="Equation.AxMath">
                  <p:embed/>
                  <p:pic>
                    <p:nvPicPr>
                      <p:cNvPr id="130" name="对象 12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193603" y="2715352"/>
                        <a:ext cx="269737" cy="4017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2" name="矩形 131"/>
          <p:cNvSpPr/>
          <p:nvPr/>
        </p:nvSpPr>
        <p:spPr>
          <a:xfrm>
            <a:off x="5368649" y="3873149"/>
            <a:ext cx="2016000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3" name="椭圆 132"/>
          <p:cNvSpPr/>
          <p:nvPr/>
        </p:nvSpPr>
        <p:spPr>
          <a:xfrm>
            <a:off x="5440649" y="3945149"/>
            <a:ext cx="216000" cy="216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椭圆 134"/>
          <p:cNvSpPr/>
          <p:nvPr/>
        </p:nvSpPr>
        <p:spPr>
          <a:xfrm>
            <a:off x="5797949" y="3945149"/>
            <a:ext cx="216000" cy="216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8" name="椭圆 137"/>
          <p:cNvSpPr/>
          <p:nvPr/>
        </p:nvSpPr>
        <p:spPr>
          <a:xfrm>
            <a:off x="6155249" y="3945149"/>
            <a:ext cx="216000" cy="216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椭圆 138"/>
          <p:cNvSpPr/>
          <p:nvPr/>
        </p:nvSpPr>
        <p:spPr>
          <a:xfrm>
            <a:off x="7094724" y="3945149"/>
            <a:ext cx="216000" cy="216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44" name="对象 1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1456721"/>
              </p:ext>
            </p:extLst>
          </p:nvPr>
        </p:nvGraphicFramePr>
        <p:xfrm>
          <a:off x="6639543" y="3873149"/>
          <a:ext cx="269737" cy="4017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3" name="AxMath" r:id="rId9" imgW="151920" imgH="226800" progId="Equation.AxMath">
                  <p:embed/>
                </p:oleObj>
              </mc:Choice>
              <mc:Fallback>
                <p:oleObj name="AxMath" r:id="rId9" imgW="151920" imgH="226800" progId="Equation.AxMath">
                  <p:embed/>
                  <p:pic>
                    <p:nvPicPr>
                      <p:cNvPr id="144" name="对象 14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639543" y="3873149"/>
                        <a:ext cx="269737" cy="4017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2" name="对象 16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8024690"/>
              </p:ext>
            </p:extLst>
          </p:nvPr>
        </p:nvGraphicFramePr>
        <p:xfrm>
          <a:off x="6368151" y="3420216"/>
          <a:ext cx="271392" cy="273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4" name="AxMath" r:id="rId10" imgW="235800" imgH="239040" progId="Equation.AxMath">
                  <p:embed/>
                </p:oleObj>
              </mc:Choice>
              <mc:Fallback>
                <p:oleObj name="AxMath" r:id="rId10" imgW="235800" imgH="239040" progId="Equation.AxMath">
                  <p:embed/>
                  <p:pic>
                    <p:nvPicPr>
                      <p:cNvPr id="162" name="对象 161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368151" y="3420216"/>
                        <a:ext cx="271392" cy="2735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63" name="肘形连接符 162"/>
          <p:cNvCxnSpPr>
            <a:stCxn id="132" idx="2"/>
          </p:cNvCxnSpPr>
          <p:nvPr/>
        </p:nvCxnSpPr>
        <p:spPr>
          <a:xfrm rot="5400000" flipH="1">
            <a:off x="3881917" y="1738418"/>
            <a:ext cx="2277885" cy="2711579"/>
          </a:xfrm>
          <a:prstGeom prst="bentConnector3">
            <a:avLst>
              <a:gd name="adj1" fmla="val -10036"/>
            </a:avLst>
          </a:prstGeom>
          <a:ln w="19050">
            <a:solidFill>
              <a:schemeClr val="tx1"/>
            </a:solidFill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直接箭头连接符 163"/>
          <p:cNvCxnSpPr>
            <a:stCxn id="12" idx="2"/>
            <a:endCxn id="118" idx="0"/>
          </p:cNvCxnSpPr>
          <p:nvPr/>
        </p:nvCxnSpPr>
        <p:spPr>
          <a:xfrm>
            <a:off x="7930090" y="2167227"/>
            <a:ext cx="619" cy="548125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肘形连接符 3"/>
          <p:cNvCxnSpPr>
            <a:stCxn id="91" idx="2"/>
            <a:endCxn id="118" idx="2"/>
          </p:cNvCxnSpPr>
          <p:nvPr/>
        </p:nvCxnSpPr>
        <p:spPr>
          <a:xfrm rot="16200000" flipH="1">
            <a:off x="6412780" y="1557423"/>
            <a:ext cx="12700" cy="3035857"/>
          </a:xfrm>
          <a:prstGeom prst="bentConnector3">
            <a:avLst>
              <a:gd name="adj1" fmla="val 27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/>
          <p:nvPr/>
        </p:nvCxnSpPr>
        <p:spPr>
          <a:xfrm flipH="1">
            <a:off x="6373949" y="3418158"/>
            <a:ext cx="34" cy="450207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/>
          <p:cNvSpPr txBox="1"/>
          <p:nvPr/>
        </p:nvSpPr>
        <p:spPr>
          <a:xfrm>
            <a:off x="7968000" y="3069000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量化</a:t>
            </a:r>
            <a:r>
              <a:rPr lang="zh-CN" altLang="en-US" sz="1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后的值</a:t>
            </a:r>
            <a:endParaRPr lang="zh-CN" altLang="en-US" sz="1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47" name="对象 4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241945"/>
              </p:ext>
            </p:extLst>
          </p:nvPr>
        </p:nvGraphicFramePr>
        <p:xfrm>
          <a:off x="3427405" y="2031472"/>
          <a:ext cx="271392" cy="273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5" name="AxMath" r:id="rId12" imgW="235800" imgH="239040" progId="Equation.AxMath">
                  <p:embed/>
                </p:oleObj>
              </mc:Choice>
              <mc:Fallback>
                <p:oleObj name="AxMath" r:id="rId12" imgW="235800" imgH="239040" progId="Equation.AxMath">
                  <p:embed/>
                  <p:pic>
                    <p:nvPicPr>
                      <p:cNvPr id="47" name="对象 4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427405" y="2031472"/>
                        <a:ext cx="271392" cy="2735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2" name="肘形连接符 51"/>
          <p:cNvCxnSpPr>
            <a:stCxn id="2" idx="1"/>
          </p:cNvCxnSpPr>
          <p:nvPr/>
        </p:nvCxnSpPr>
        <p:spPr>
          <a:xfrm rot="10800000" flipH="1">
            <a:off x="3886851" y="1779352"/>
            <a:ext cx="1067783" cy="180000"/>
          </a:xfrm>
          <a:prstGeom prst="bentConnector4">
            <a:avLst>
              <a:gd name="adj1" fmla="val -21409"/>
              <a:gd name="adj2" fmla="val 227000"/>
            </a:avLst>
          </a:prstGeom>
          <a:ln w="19050">
            <a:solidFill>
              <a:schemeClr val="tx1"/>
            </a:solidFill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/>
          <p:cNvSpPr txBox="1"/>
          <p:nvPr/>
        </p:nvSpPr>
        <p:spPr>
          <a:xfrm>
            <a:off x="7008603" y="1150350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差分压缩</a:t>
            </a:r>
          </a:p>
        </p:txBody>
      </p:sp>
      <p:sp>
        <p:nvSpPr>
          <p:cNvPr id="70" name="文本框 69"/>
          <p:cNvSpPr txBox="1"/>
          <p:nvPr/>
        </p:nvSpPr>
        <p:spPr>
          <a:xfrm>
            <a:off x="4150512" y="1150349"/>
            <a:ext cx="12618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压缩误差补偿</a:t>
            </a:r>
            <a:endParaRPr lang="zh-CN" altLang="en-US" sz="1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6419130" y="4233149"/>
            <a:ext cx="20697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模型参数</a:t>
            </a:r>
            <a:r>
              <a:rPr lang="en-US" altLang="zh-CN" sz="1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1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梯度的估计值</a:t>
            </a:r>
            <a:endParaRPr lang="zh-CN" altLang="en-US" sz="1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095081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5283</TotalTime>
  <Words>648</Words>
  <Application>Microsoft Office PowerPoint</Application>
  <PresentationFormat>宽屏</PresentationFormat>
  <Paragraphs>385</Paragraphs>
  <Slides>25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25</vt:i4>
      </vt:variant>
    </vt:vector>
  </HeadingPairs>
  <TitlesOfParts>
    <vt:vector size="33" baseType="lpstr">
      <vt:lpstr>等线</vt:lpstr>
      <vt:lpstr>等线 Light</vt:lpstr>
      <vt:lpstr>宋体</vt:lpstr>
      <vt:lpstr>Arial</vt:lpstr>
      <vt:lpstr>Times New Roman</vt:lpstr>
      <vt:lpstr>Office 主题​​</vt:lpstr>
      <vt:lpstr>AxMath</vt:lpstr>
      <vt:lpstr>Equation.AxMath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ZJU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YanChangzhi</dc:creator>
  <cp:lastModifiedBy>ycz</cp:lastModifiedBy>
  <cp:revision>64</cp:revision>
  <dcterms:created xsi:type="dcterms:W3CDTF">2023-12-04T03:10:27Z</dcterms:created>
  <dcterms:modified xsi:type="dcterms:W3CDTF">2023-12-24T15:06:15Z</dcterms:modified>
</cp:coreProperties>
</file>