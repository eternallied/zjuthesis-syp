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574" y="1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57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8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/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/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0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7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8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9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0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1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2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3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4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5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6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7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8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9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0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1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2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3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4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5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3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4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5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6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7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8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9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0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1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2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3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4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5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6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7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8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9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0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1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2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3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4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5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6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7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8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9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30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31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5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6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9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1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2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3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4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5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6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7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8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9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0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2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3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4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5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9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0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1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2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3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4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5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6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7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8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9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0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1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3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4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5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6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7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8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9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1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2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3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5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6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7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8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9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0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1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2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3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4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5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6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7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8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9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0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1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2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3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4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5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6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7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8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9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8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9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0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2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3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4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5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6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7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8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9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0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1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2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3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5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6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7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8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7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8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9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2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3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4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5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6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7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8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9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1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2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3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5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6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7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8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9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0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1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2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3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4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5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6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7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8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9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0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1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2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3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4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5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6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7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8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9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0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1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2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3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4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5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2467</TotalTime>
  <Words>384</Words>
  <Application>Microsoft Office PowerPoint</Application>
  <PresentationFormat>宽屏</PresentationFormat>
  <Paragraphs>172</Paragraphs>
  <Slides>12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20</cp:revision>
  <dcterms:created xsi:type="dcterms:W3CDTF">2023-12-04T03:10:27Z</dcterms:created>
  <dcterms:modified xsi:type="dcterms:W3CDTF">2023-12-10T09:09:20Z</dcterms:modified>
</cp:coreProperties>
</file>