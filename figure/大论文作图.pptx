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74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</Words>
  <Application>Microsoft Office PowerPoint</Application>
  <PresentationFormat>宽屏</PresentationFormat>
  <Paragraphs>33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宋体</vt:lpstr>
      <vt:lpstr>Arial</vt:lpstr>
      <vt:lpstr>Office 主题​​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YanChangzhi</cp:lastModifiedBy>
  <cp:revision>1</cp:revision>
  <dcterms:created xsi:type="dcterms:W3CDTF">2023-12-04T03:10:27Z</dcterms:created>
  <dcterms:modified xsi:type="dcterms:W3CDTF">2023-12-04T03:10:32Z</dcterms:modified>
</cp:coreProperties>
</file>