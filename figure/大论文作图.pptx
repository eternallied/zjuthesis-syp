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BDD7"/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816" y="6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image" Target="../media/image95.wmf"/><Relationship Id="rId4" Type="http://schemas.openxmlformats.org/officeDocument/2006/relationships/image" Target="../media/image98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9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oleObject" Target="../embeddings/oleObject164.bin"/><Relationship Id="rId7" Type="http://schemas.openxmlformats.org/officeDocument/2006/relationships/oleObject" Target="../embeddings/oleObject16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65.bin"/><Relationship Id="rId10" Type="http://schemas.openxmlformats.org/officeDocument/2006/relationships/image" Target="../media/image98.wmf"/><Relationship Id="rId4" Type="http://schemas.openxmlformats.org/officeDocument/2006/relationships/image" Target="../media/image95.wmf"/><Relationship Id="rId9" Type="http://schemas.openxmlformats.org/officeDocument/2006/relationships/oleObject" Target="../embeddings/oleObject167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8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99.wm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55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56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57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9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0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1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2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3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4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5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6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7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8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9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0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1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2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3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4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5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6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17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44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45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46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47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48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49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0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1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2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3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4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5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6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7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8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59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0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1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2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3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4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5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6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7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8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69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70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71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972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6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6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6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7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8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7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0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1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2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3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4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5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6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7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8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89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90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91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9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93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94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95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96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3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4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7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8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99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0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1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2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4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5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6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7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8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09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0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1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2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4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5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6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7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8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19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20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0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1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2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4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5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6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7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8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9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0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1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2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3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4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5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6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7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8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9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0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1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2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3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5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6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7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8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4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7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8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9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2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3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4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5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6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7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8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9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0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1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2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4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5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6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6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7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8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0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1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2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3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4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5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6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7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8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0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1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4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5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6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7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8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9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0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1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2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3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4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5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6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7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8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9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0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1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2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3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4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5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6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7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8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9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0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1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2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3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4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5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6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7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0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1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2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6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8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5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9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3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7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1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77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78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79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0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1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2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3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4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5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6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7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8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89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0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1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2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3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4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5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6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97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58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59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0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1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2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3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4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5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6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7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8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69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0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1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2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3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4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5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6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7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8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79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80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81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82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83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28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29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0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1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2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3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4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5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6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7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8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39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40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41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42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3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331562"/>
              </p:ext>
            </p:extLst>
          </p:nvPr>
        </p:nvGraphicFramePr>
        <p:xfrm>
          <a:off x="3828000" y="1413000"/>
          <a:ext cx="1039756" cy="2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4" name="AxMath" r:id="rId3" imgW="798840" imgH="1546560" progId="Equation.AxMath">
                  <p:embed/>
                </p:oleObj>
              </mc:Choice>
              <mc:Fallback>
                <p:oleObj name="AxMath" r:id="rId3" imgW="798840" imgH="15465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28000" y="1413000"/>
                        <a:ext cx="1039756" cy="20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982050" y="1834450"/>
            <a:ext cx="0" cy="1512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对象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3567777"/>
              </p:ext>
            </p:extLst>
          </p:nvPr>
        </p:nvGraphicFramePr>
        <p:xfrm>
          <a:off x="5160000" y="1413000"/>
          <a:ext cx="53022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5" name="AxMath" r:id="rId5" imgW="407880" imgH="1545840" progId="Equation.AxMath">
                  <p:embed/>
                </p:oleObj>
              </mc:Choice>
              <mc:Fallback>
                <p:oleObj name="AxMath" r:id="rId5" imgW="407880" imgH="154584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60000" y="1413000"/>
                        <a:ext cx="53022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140950" y="13834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邻居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27" name="对象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761714"/>
              </p:ext>
            </p:extLst>
          </p:nvPr>
        </p:nvGraphicFramePr>
        <p:xfrm>
          <a:off x="6316663" y="1412875"/>
          <a:ext cx="103028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6" name="AxMath" r:id="rId7" imgW="791280" imgH="1546560" progId="Equation.AxMath">
                  <p:embed/>
                </p:oleObj>
              </mc:Choice>
              <mc:Fallback>
                <p:oleObj name="AxMath" r:id="rId7" imgW="791280" imgH="154656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16663" y="1412875"/>
                        <a:ext cx="103028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右箭头 8"/>
          <p:cNvSpPr/>
          <p:nvPr/>
        </p:nvSpPr>
        <p:spPr>
          <a:xfrm>
            <a:off x="5904779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7551718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281833"/>
              </p:ext>
            </p:extLst>
          </p:nvPr>
        </p:nvGraphicFramePr>
        <p:xfrm>
          <a:off x="7972486" y="1412875"/>
          <a:ext cx="98107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7" name="AxMath" r:id="rId9" imgW="752760" imgH="1546560" progId="Equation.AxMath">
                  <p:embed/>
                </p:oleObj>
              </mc:Choice>
              <mc:Fallback>
                <p:oleObj name="AxMath" r:id="rId9" imgW="752760" imgH="1546560" progId="Equation.AxMath">
                  <p:embed/>
                  <p:pic>
                    <p:nvPicPr>
                      <p:cNvPr id="27" name="对象 2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972486" y="1412875"/>
                        <a:ext cx="98107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4455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/>
        </p:nvSpPr>
        <p:spPr>
          <a:xfrm>
            <a:off x="1848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56808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>
            <a:stCxn id="11" idx="2"/>
            <a:endCxn id="10" idx="6"/>
          </p:cNvCxnSpPr>
          <p:nvPr/>
        </p:nvCxnSpPr>
        <p:spPr>
          <a:xfrm flipH="1">
            <a:off x="2149478" y="1705622"/>
            <a:ext cx="41860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848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6808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接连接符 14"/>
          <p:cNvCxnSpPr>
            <a:stCxn id="14" idx="2"/>
            <a:endCxn id="13" idx="6"/>
          </p:cNvCxnSpPr>
          <p:nvPr/>
        </p:nvCxnSpPr>
        <p:spPr>
          <a:xfrm flipH="1">
            <a:off x="2149478" y="2497622"/>
            <a:ext cx="41860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343192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152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>
            <a:stCxn id="20" idx="1"/>
            <a:endCxn id="16" idx="5"/>
          </p:cNvCxnSpPr>
          <p:nvPr/>
        </p:nvCxnSpPr>
        <p:spPr>
          <a:xfrm flipH="1" flipV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/>
          <p:cNvSpPr/>
          <p:nvPr/>
        </p:nvSpPr>
        <p:spPr>
          <a:xfrm>
            <a:off x="343192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52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17" idx="3"/>
            <a:endCxn id="19" idx="7"/>
          </p:cNvCxnSpPr>
          <p:nvPr/>
        </p:nvCxnSpPr>
        <p:spPr>
          <a:xfrm flipH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/>
          <p:cNvSpPr/>
          <p:nvPr/>
        </p:nvSpPr>
        <p:spPr>
          <a:xfrm>
            <a:off x="500089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572097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连接符 31"/>
          <p:cNvCxnSpPr>
            <a:stCxn id="33" idx="0"/>
            <a:endCxn id="28" idx="4"/>
          </p:cNvCxnSpPr>
          <p:nvPr/>
        </p:nvCxnSpPr>
        <p:spPr>
          <a:xfrm flipV="1">
            <a:off x="5151629" y="1854244"/>
            <a:ext cx="0" cy="49475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500089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572097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连接符 34"/>
          <p:cNvCxnSpPr>
            <a:stCxn id="29" idx="4"/>
            <a:endCxn id="34" idx="0"/>
          </p:cNvCxnSpPr>
          <p:nvPr/>
        </p:nvCxnSpPr>
        <p:spPr>
          <a:xfrm>
            <a:off x="5871709" y="1854244"/>
            <a:ext cx="0" cy="49475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986489" y="27090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原拓扑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069850" y="27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突变后的拓扑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3068057" y="2052897"/>
            <a:ext cx="216000" cy="9745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452818" y="195135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或者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9911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7161835"/>
              </p:ext>
            </p:extLst>
          </p:nvPr>
        </p:nvGraphicFramePr>
        <p:xfrm>
          <a:off x="2424000" y="1485000"/>
          <a:ext cx="6720348" cy="285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9" name="AxMath" r:id="rId3" imgW="4030560" imgH="1712160" progId="Equation.AxMath">
                  <p:embed/>
                </p:oleObj>
              </mc:Choice>
              <mc:Fallback>
                <p:oleObj name="AxMath" r:id="rId3" imgW="4030560" imgH="1712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24000" y="1485000"/>
                        <a:ext cx="6720348" cy="2855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28654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1131710" y="4393901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1249279" y="5127673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1249279" y="3754565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1958070" y="3754565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2593812" y="3755784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1958070" y="5392502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3071269" y="4393902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2593812" y="5127673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1249279" y="4345886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1791802" y="3918498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1791802" y="3919717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1297978" y="4229969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1909371" y="3870483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2545113" y="3871702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2427544" y="4345887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1791802" y="5011755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1297978" y="5011755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1249279" y="4345886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1249279" y="3918498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1297978" y="3919717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8951901" y="1351840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9000600" y="1727721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9755906" y="1235922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10019235" y="1351840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8949240" y="2219288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8997939" y="2596398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9755906" y="2103370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10016574" y="2219288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8831671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9589638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10648213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9899005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5304000" y="3569218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8472000" y="548439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840000" y="3338893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8668064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10481945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9423370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9735398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8665403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10481945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9423370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9732737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965442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1625534" y="359063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2261276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965442" y="406603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2261276" y="35918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2905001" y="40660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1625534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2905001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接连接符 104"/>
          <p:cNvCxnSpPr>
            <a:stCxn id="133" idx="0"/>
            <a:endCxn id="139" idx="4"/>
          </p:cNvCxnSpPr>
          <p:nvPr/>
        </p:nvCxnSpPr>
        <p:spPr>
          <a:xfrm flipV="1">
            <a:off x="5183517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/>
          <p:cNvCxnSpPr>
            <a:stCxn id="133" idx="6"/>
            <a:endCxn id="161" idx="2"/>
          </p:cNvCxnSpPr>
          <p:nvPr/>
        </p:nvCxnSpPr>
        <p:spPr>
          <a:xfrm>
            <a:off x="5349785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135" idx="2"/>
            <a:endCxn id="139" idx="6"/>
          </p:cNvCxnSpPr>
          <p:nvPr/>
        </p:nvCxnSpPr>
        <p:spPr>
          <a:xfrm flipH="1">
            <a:off x="5349785" y="1545091"/>
            <a:ext cx="300930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/>
          <p:cNvCxnSpPr>
            <a:stCxn id="135" idx="6"/>
            <a:endCxn id="144" idx="2"/>
          </p:cNvCxnSpPr>
          <p:nvPr/>
        </p:nvCxnSpPr>
        <p:spPr>
          <a:xfrm>
            <a:off x="5983251" y="1545091"/>
            <a:ext cx="303205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/>
          <p:cNvCxnSpPr>
            <a:stCxn id="144" idx="6"/>
            <a:endCxn id="145" idx="2"/>
          </p:cNvCxnSpPr>
          <p:nvPr/>
        </p:nvCxnSpPr>
        <p:spPr>
          <a:xfrm>
            <a:off x="6618992" y="1545091"/>
            <a:ext cx="31346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/>
          <p:cNvCxnSpPr>
            <a:stCxn id="161" idx="6"/>
            <a:endCxn id="138" idx="2"/>
          </p:cNvCxnSpPr>
          <p:nvPr/>
        </p:nvCxnSpPr>
        <p:spPr>
          <a:xfrm>
            <a:off x="5985527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/>
          <p:cNvCxnSpPr>
            <a:stCxn id="178" idx="0"/>
            <a:endCxn id="145" idx="4"/>
          </p:cNvCxnSpPr>
          <p:nvPr/>
        </p:nvCxnSpPr>
        <p:spPr>
          <a:xfrm flipV="1">
            <a:off x="7098726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/>
          <p:cNvCxnSpPr>
            <a:stCxn id="138" idx="6"/>
            <a:endCxn id="178" idx="2"/>
          </p:cNvCxnSpPr>
          <p:nvPr/>
        </p:nvCxnSpPr>
        <p:spPr>
          <a:xfrm>
            <a:off x="6621269" y="2491289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椭圆 132"/>
          <p:cNvSpPr/>
          <p:nvPr/>
        </p:nvSpPr>
        <p:spPr>
          <a:xfrm>
            <a:off x="5017249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5" name="椭圆 134"/>
          <p:cNvSpPr/>
          <p:nvPr/>
        </p:nvSpPr>
        <p:spPr>
          <a:xfrm>
            <a:off x="5650715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8" name="椭圆 137"/>
          <p:cNvSpPr/>
          <p:nvPr/>
        </p:nvSpPr>
        <p:spPr>
          <a:xfrm>
            <a:off x="6288733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9" name="椭圆 138"/>
          <p:cNvSpPr/>
          <p:nvPr/>
        </p:nvSpPr>
        <p:spPr>
          <a:xfrm>
            <a:off x="5017249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4" name="椭圆 143"/>
          <p:cNvSpPr/>
          <p:nvPr/>
        </p:nvSpPr>
        <p:spPr>
          <a:xfrm>
            <a:off x="6286456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5" name="椭圆 144"/>
          <p:cNvSpPr/>
          <p:nvPr/>
        </p:nvSpPr>
        <p:spPr>
          <a:xfrm>
            <a:off x="6932458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1" name="椭圆 160"/>
          <p:cNvSpPr/>
          <p:nvPr/>
        </p:nvSpPr>
        <p:spPr>
          <a:xfrm>
            <a:off x="5652991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8" name="椭圆 177"/>
          <p:cNvSpPr/>
          <p:nvPr/>
        </p:nvSpPr>
        <p:spPr>
          <a:xfrm>
            <a:off x="6932458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80" name="直接连接符 179"/>
          <p:cNvCxnSpPr>
            <a:stCxn id="161" idx="0"/>
            <a:endCxn id="135" idx="4"/>
          </p:cNvCxnSpPr>
          <p:nvPr/>
        </p:nvCxnSpPr>
        <p:spPr>
          <a:xfrm flipH="1" flipV="1">
            <a:off x="5816983" y="1709024"/>
            <a:ext cx="2276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直接连接符 183"/>
          <p:cNvCxnSpPr>
            <a:stCxn id="138" idx="0"/>
            <a:endCxn id="144" idx="4"/>
          </p:cNvCxnSpPr>
          <p:nvPr/>
        </p:nvCxnSpPr>
        <p:spPr>
          <a:xfrm flipH="1" flipV="1">
            <a:off x="6452724" y="1709024"/>
            <a:ext cx="2277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211" idx="2"/>
            <a:endCxn id="214" idx="7"/>
          </p:cNvCxnSpPr>
          <p:nvPr/>
        </p:nvCxnSpPr>
        <p:spPr>
          <a:xfrm flipH="1">
            <a:off x="5749539" y="3971379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211" idx="6"/>
            <a:endCxn id="216" idx="2"/>
          </p:cNvCxnSpPr>
          <p:nvPr/>
        </p:nvCxnSpPr>
        <p:spPr>
          <a:xfrm>
            <a:off x="6458330" y="3971379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0" name="椭圆 209"/>
          <p:cNvSpPr/>
          <p:nvPr/>
        </p:nvSpPr>
        <p:spPr>
          <a:xfrm>
            <a:off x="5465702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6125794" y="380744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6761536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椭圆 213"/>
          <p:cNvSpPr/>
          <p:nvPr/>
        </p:nvSpPr>
        <p:spPr>
          <a:xfrm>
            <a:off x="5465702" y="428284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6761536" y="38086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7405261" y="428285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8" name="椭圆 217"/>
          <p:cNvSpPr/>
          <p:nvPr/>
        </p:nvSpPr>
        <p:spPr>
          <a:xfrm>
            <a:off x="6125794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椭圆 218"/>
          <p:cNvSpPr/>
          <p:nvPr/>
        </p:nvSpPr>
        <p:spPr>
          <a:xfrm>
            <a:off x="7405261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1" name="直接连接符 220"/>
          <p:cNvCxnSpPr>
            <a:stCxn id="211" idx="5"/>
            <a:endCxn id="219" idx="1"/>
          </p:cNvCxnSpPr>
          <p:nvPr/>
        </p:nvCxnSpPr>
        <p:spPr>
          <a:xfrm>
            <a:off x="6409631" y="4087297"/>
            <a:ext cx="1044329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/>
          <p:cNvCxnSpPr>
            <a:stCxn id="211" idx="4"/>
            <a:endCxn id="218" idx="0"/>
          </p:cNvCxnSpPr>
          <p:nvPr/>
        </p:nvCxnSpPr>
        <p:spPr>
          <a:xfrm>
            <a:off x="6292062" y="4135312"/>
            <a:ext cx="0" cy="131007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直接连接符 222"/>
          <p:cNvCxnSpPr>
            <a:stCxn id="211" idx="3"/>
            <a:endCxn id="210" idx="7"/>
          </p:cNvCxnSpPr>
          <p:nvPr/>
        </p:nvCxnSpPr>
        <p:spPr>
          <a:xfrm flipH="1">
            <a:off x="5749539" y="4087297"/>
            <a:ext cx="424954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直接连接符 223"/>
          <p:cNvCxnSpPr>
            <a:stCxn id="216" idx="3"/>
            <a:endCxn id="210" idx="7"/>
          </p:cNvCxnSpPr>
          <p:nvPr/>
        </p:nvCxnSpPr>
        <p:spPr>
          <a:xfrm flipH="1">
            <a:off x="5749539" y="4088516"/>
            <a:ext cx="1060696" cy="10241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/>
          <p:cNvCxnSpPr>
            <a:stCxn id="216" idx="3"/>
            <a:endCxn id="214" idx="6"/>
          </p:cNvCxnSpPr>
          <p:nvPr/>
        </p:nvCxnSpPr>
        <p:spPr>
          <a:xfrm flipH="1">
            <a:off x="5798238" y="4088516"/>
            <a:ext cx="1011997" cy="358266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/>
          <p:cNvCxnSpPr>
            <a:stCxn id="216" idx="4"/>
            <a:endCxn id="219" idx="1"/>
          </p:cNvCxnSpPr>
          <p:nvPr/>
        </p:nvCxnSpPr>
        <p:spPr>
          <a:xfrm>
            <a:off x="6927804" y="4136531"/>
            <a:ext cx="526156" cy="97612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/>
          <p:cNvCxnSpPr>
            <a:stCxn id="217" idx="3"/>
            <a:endCxn id="218" idx="0"/>
          </p:cNvCxnSpPr>
          <p:nvPr/>
        </p:nvCxnSpPr>
        <p:spPr>
          <a:xfrm flipH="1">
            <a:off x="6292062" y="4562701"/>
            <a:ext cx="1161898" cy="882682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直接连接符 235"/>
          <p:cNvCxnSpPr>
            <a:stCxn id="217" idx="3"/>
            <a:endCxn id="213" idx="7"/>
          </p:cNvCxnSpPr>
          <p:nvPr/>
        </p:nvCxnSpPr>
        <p:spPr>
          <a:xfrm flipH="1">
            <a:off x="7045373" y="4562701"/>
            <a:ext cx="408587" cy="93069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/>
          <p:cNvCxnSpPr>
            <a:stCxn id="219" idx="3"/>
            <a:endCxn id="213" idx="6"/>
          </p:cNvCxnSpPr>
          <p:nvPr/>
        </p:nvCxnSpPr>
        <p:spPr>
          <a:xfrm flipH="1">
            <a:off x="7094072" y="5344487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直接连接符 237"/>
          <p:cNvCxnSpPr>
            <a:stCxn id="210" idx="6"/>
            <a:endCxn id="219" idx="2"/>
          </p:cNvCxnSpPr>
          <p:nvPr/>
        </p:nvCxnSpPr>
        <p:spPr>
          <a:xfrm>
            <a:off x="5798238" y="5228569"/>
            <a:ext cx="1607023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直接连接符 238"/>
          <p:cNvCxnSpPr>
            <a:stCxn id="214" idx="5"/>
            <a:endCxn id="219" idx="2"/>
          </p:cNvCxnSpPr>
          <p:nvPr/>
        </p:nvCxnSpPr>
        <p:spPr>
          <a:xfrm>
            <a:off x="5749539" y="4562700"/>
            <a:ext cx="1655722" cy="66586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/>
          <p:cNvCxnSpPr>
            <a:stCxn id="214" idx="5"/>
            <a:endCxn id="213" idx="1"/>
          </p:cNvCxnSpPr>
          <p:nvPr/>
        </p:nvCxnSpPr>
        <p:spPr>
          <a:xfrm>
            <a:off x="5749539" y="4562700"/>
            <a:ext cx="1060696" cy="93069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/>
          <p:cNvCxnSpPr>
            <a:stCxn id="210" idx="6"/>
            <a:endCxn id="213" idx="1"/>
          </p:cNvCxnSpPr>
          <p:nvPr/>
        </p:nvCxnSpPr>
        <p:spPr>
          <a:xfrm>
            <a:off x="5798238" y="5228569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直接连接符 241"/>
          <p:cNvCxnSpPr>
            <a:stCxn id="210" idx="5"/>
            <a:endCxn id="218" idx="2"/>
          </p:cNvCxnSpPr>
          <p:nvPr/>
        </p:nvCxnSpPr>
        <p:spPr>
          <a:xfrm>
            <a:off x="5749539" y="5344487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/>
          <p:cNvCxnSpPr>
            <a:stCxn id="214" idx="4"/>
            <a:endCxn id="218" idx="1"/>
          </p:cNvCxnSpPr>
          <p:nvPr/>
        </p:nvCxnSpPr>
        <p:spPr>
          <a:xfrm>
            <a:off x="5631970" y="4610715"/>
            <a:ext cx="542523" cy="882683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419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4027</TotalTime>
  <Words>607</Words>
  <Application>Microsoft Office PowerPoint</Application>
  <PresentationFormat>宽屏</PresentationFormat>
  <Paragraphs>364</Paragraphs>
  <Slides>22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9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50</cp:revision>
  <dcterms:created xsi:type="dcterms:W3CDTF">2023-12-04T03:10:27Z</dcterms:created>
  <dcterms:modified xsi:type="dcterms:W3CDTF">2023-12-20T15:08:29Z</dcterms:modified>
</cp:coreProperties>
</file>