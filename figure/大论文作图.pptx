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3" r:id="rId24"/>
    <p:sldId id="284" r:id="rId25"/>
    <p:sldId id="286" r:id="rId26"/>
    <p:sldId id="287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BDD7"/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1" d="100"/>
          <a:sy n="151" d="100"/>
        </p:scale>
        <p:origin x="57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w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0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wmf"/><Relationship Id="rId2" Type="http://schemas.openxmlformats.org/officeDocument/2006/relationships/image" Target="../media/image101.wmf"/><Relationship Id="rId1" Type="http://schemas.openxmlformats.org/officeDocument/2006/relationships/image" Target="../media/image100.wmf"/></Relationships>
</file>

<file path=ppt/drawings/_rels/vmlDrawing17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wmf"/><Relationship Id="rId1" Type="http://schemas.openxmlformats.org/officeDocument/2006/relationships/image" Target="../media/image103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8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99.w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9.bin"/><Relationship Id="rId7" Type="http://schemas.openxmlformats.org/officeDocument/2006/relationships/oleObject" Target="../embeddings/oleObject172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4.vml"/><Relationship Id="rId6" Type="http://schemas.openxmlformats.org/officeDocument/2006/relationships/oleObject" Target="../embeddings/oleObject171.bin"/><Relationship Id="rId5" Type="http://schemas.openxmlformats.org/officeDocument/2006/relationships/oleObject" Target="../embeddings/oleObject170.bin"/><Relationship Id="rId4" Type="http://schemas.openxmlformats.org/officeDocument/2006/relationships/image" Target="../media/image100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76.bin"/><Relationship Id="rId3" Type="http://schemas.openxmlformats.org/officeDocument/2006/relationships/oleObject" Target="../embeddings/oleObject173.bin"/><Relationship Id="rId7" Type="http://schemas.openxmlformats.org/officeDocument/2006/relationships/oleObject" Target="../embeddings/oleObject17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101.wmf"/><Relationship Id="rId11" Type="http://schemas.openxmlformats.org/officeDocument/2006/relationships/image" Target="../media/image102.wmf"/><Relationship Id="rId5" Type="http://schemas.openxmlformats.org/officeDocument/2006/relationships/oleObject" Target="../embeddings/oleObject174.bin"/><Relationship Id="rId10" Type="http://schemas.openxmlformats.org/officeDocument/2006/relationships/oleObject" Target="../embeddings/oleObject178.bin"/><Relationship Id="rId4" Type="http://schemas.openxmlformats.org/officeDocument/2006/relationships/image" Target="../media/image100.wmf"/><Relationship Id="rId9" Type="http://schemas.openxmlformats.org/officeDocument/2006/relationships/oleObject" Target="../embeddings/oleObject177.bin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3" Type="http://schemas.openxmlformats.org/officeDocument/2006/relationships/oleObject" Target="../embeddings/oleObject179.bin"/><Relationship Id="rId7" Type="http://schemas.openxmlformats.org/officeDocument/2006/relationships/oleObject" Target="../embeddings/oleObject181.bin"/><Relationship Id="rId12" Type="http://schemas.openxmlformats.org/officeDocument/2006/relationships/oleObject" Target="../embeddings/oleObject185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101.wmf"/><Relationship Id="rId11" Type="http://schemas.openxmlformats.org/officeDocument/2006/relationships/image" Target="../media/image102.wmf"/><Relationship Id="rId5" Type="http://schemas.openxmlformats.org/officeDocument/2006/relationships/oleObject" Target="../embeddings/oleObject180.bin"/><Relationship Id="rId10" Type="http://schemas.openxmlformats.org/officeDocument/2006/relationships/oleObject" Target="../embeddings/oleObject184.bin"/><Relationship Id="rId4" Type="http://schemas.openxmlformats.org/officeDocument/2006/relationships/image" Target="../media/image100.wmf"/><Relationship Id="rId9" Type="http://schemas.openxmlformats.org/officeDocument/2006/relationships/oleObject" Target="../embeddings/oleObject183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104.wmf"/><Relationship Id="rId5" Type="http://schemas.openxmlformats.org/officeDocument/2006/relationships/oleObject" Target="../embeddings/oleObject187.bin"/><Relationship Id="rId4" Type="http://schemas.openxmlformats.org/officeDocument/2006/relationships/image" Target="../media/image10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88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89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90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6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7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8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89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0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1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2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3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4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5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6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7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8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99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0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1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2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3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4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2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3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4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5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6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7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8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09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0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1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2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3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4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5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6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7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8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19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0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1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2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3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4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5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6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7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8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29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130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4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5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6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7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8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39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0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1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2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3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4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5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6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7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8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49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1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2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3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54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8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9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0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2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3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4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5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6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7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8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9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0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2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3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4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6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7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78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6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7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28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8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7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8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299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2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3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4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5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6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7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8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09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0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1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2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4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5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6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1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6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7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8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2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1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3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4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5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6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7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8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3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0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1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4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5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6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7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8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49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0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1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2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3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4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5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6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7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8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59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0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1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2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3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4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5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6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7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8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69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0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1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2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3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374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25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26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27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28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29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0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1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2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4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5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6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7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8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39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1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2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3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4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5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6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7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8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4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4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5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6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7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8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59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0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1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5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69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3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7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7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8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881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08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09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0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1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2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3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4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5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6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7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8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19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0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1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2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3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4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5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6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7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928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44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45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46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47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48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49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0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1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2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3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4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5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6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7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8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59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0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1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2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3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4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5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6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7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8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69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3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4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5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6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7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8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99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0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1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2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3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4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5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6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707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4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88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89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90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91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98765756"/>
              </p:ext>
            </p:extLst>
          </p:nvPr>
        </p:nvGraphicFramePr>
        <p:xfrm>
          <a:off x="2289175" y="1477963"/>
          <a:ext cx="6989763" cy="287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50" name="AxMath" r:id="rId3" imgW="4193280" imgH="1721160" progId="Equation.AxMath">
                  <p:embed/>
                </p:oleObj>
              </mc:Choice>
              <mc:Fallback>
                <p:oleObj name="AxMath" r:id="rId3" imgW="4193280" imgH="1721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9175" y="1477963"/>
                        <a:ext cx="6989763" cy="287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865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1131710" y="4393901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1249279" y="5127673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1249279" y="3754565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1958070" y="3754565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2593812" y="3755784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1958070" y="5392502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3071269" y="4393902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2593812" y="5127673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1249279" y="4345886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1791802" y="3918498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1791802" y="3919717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1297978" y="4229969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1909371" y="3870483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2545113" y="3871702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2427544" y="4345887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1791802" y="5011755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1297978" y="5011755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1249279" y="4345886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1249279" y="3918498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1297978" y="3919717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8951901" y="1351840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9000600" y="1727721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9755906" y="1235922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10019235" y="1351840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8949240" y="2219288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8997939" y="2596398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9755906" y="2103370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10016574" y="2219288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8831671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9589638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10648213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9899005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5304000" y="3569218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8472000" y="548439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840000" y="3338893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8668064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10481945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9423370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9735398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8665403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10481945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9423370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9732737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965442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1625534" y="359063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2261276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965442" y="406603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2261276" y="35918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2905001" y="40660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1625534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2905001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接连接符 104"/>
          <p:cNvCxnSpPr>
            <a:stCxn id="133" idx="0"/>
            <a:endCxn id="139" idx="4"/>
          </p:cNvCxnSpPr>
          <p:nvPr/>
        </p:nvCxnSpPr>
        <p:spPr>
          <a:xfrm flipV="1">
            <a:off x="5183517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/>
          <p:cNvCxnSpPr>
            <a:stCxn id="133" idx="6"/>
            <a:endCxn id="161" idx="2"/>
          </p:cNvCxnSpPr>
          <p:nvPr/>
        </p:nvCxnSpPr>
        <p:spPr>
          <a:xfrm>
            <a:off x="5349785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135" idx="2"/>
            <a:endCxn id="139" idx="6"/>
          </p:cNvCxnSpPr>
          <p:nvPr/>
        </p:nvCxnSpPr>
        <p:spPr>
          <a:xfrm flipH="1">
            <a:off x="5349785" y="1545091"/>
            <a:ext cx="300930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/>
          <p:cNvCxnSpPr>
            <a:stCxn id="135" idx="6"/>
            <a:endCxn id="144" idx="2"/>
          </p:cNvCxnSpPr>
          <p:nvPr/>
        </p:nvCxnSpPr>
        <p:spPr>
          <a:xfrm>
            <a:off x="5983251" y="1545091"/>
            <a:ext cx="303205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/>
          <p:cNvCxnSpPr>
            <a:stCxn id="144" idx="6"/>
            <a:endCxn id="145" idx="2"/>
          </p:cNvCxnSpPr>
          <p:nvPr/>
        </p:nvCxnSpPr>
        <p:spPr>
          <a:xfrm>
            <a:off x="6618992" y="1545091"/>
            <a:ext cx="31346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/>
          <p:cNvCxnSpPr>
            <a:stCxn id="161" idx="6"/>
            <a:endCxn id="138" idx="2"/>
          </p:cNvCxnSpPr>
          <p:nvPr/>
        </p:nvCxnSpPr>
        <p:spPr>
          <a:xfrm>
            <a:off x="5985527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/>
          <p:cNvCxnSpPr>
            <a:stCxn id="178" idx="0"/>
            <a:endCxn id="145" idx="4"/>
          </p:cNvCxnSpPr>
          <p:nvPr/>
        </p:nvCxnSpPr>
        <p:spPr>
          <a:xfrm flipV="1">
            <a:off x="7098726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138" idx="6"/>
            <a:endCxn id="178" idx="2"/>
          </p:cNvCxnSpPr>
          <p:nvPr/>
        </p:nvCxnSpPr>
        <p:spPr>
          <a:xfrm>
            <a:off x="6621269" y="2491289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椭圆 132"/>
          <p:cNvSpPr/>
          <p:nvPr/>
        </p:nvSpPr>
        <p:spPr>
          <a:xfrm>
            <a:off x="5017249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5" name="椭圆 134"/>
          <p:cNvSpPr/>
          <p:nvPr/>
        </p:nvSpPr>
        <p:spPr>
          <a:xfrm>
            <a:off x="5650715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8" name="椭圆 137"/>
          <p:cNvSpPr/>
          <p:nvPr/>
        </p:nvSpPr>
        <p:spPr>
          <a:xfrm>
            <a:off x="6288733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9" name="椭圆 138"/>
          <p:cNvSpPr/>
          <p:nvPr/>
        </p:nvSpPr>
        <p:spPr>
          <a:xfrm>
            <a:off x="5017249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4" name="椭圆 143"/>
          <p:cNvSpPr/>
          <p:nvPr/>
        </p:nvSpPr>
        <p:spPr>
          <a:xfrm>
            <a:off x="6286456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5" name="椭圆 144"/>
          <p:cNvSpPr/>
          <p:nvPr/>
        </p:nvSpPr>
        <p:spPr>
          <a:xfrm>
            <a:off x="6932458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1" name="椭圆 160"/>
          <p:cNvSpPr/>
          <p:nvPr/>
        </p:nvSpPr>
        <p:spPr>
          <a:xfrm>
            <a:off x="5652991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8" name="椭圆 177"/>
          <p:cNvSpPr/>
          <p:nvPr/>
        </p:nvSpPr>
        <p:spPr>
          <a:xfrm>
            <a:off x="6932458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80" name="直接连接符 179"/>
          <p:cNvCxnSpPr>
            <a:stCxn id="161" idx="0"/>
            <a:endCxn id="135" idx="4"/>
          </p:cNvCxnSpPr>
          <p:nvPr/>
        </p:nvCxnSpPr>
        <p:spPr>
          <a:xfrm flipH="1" flipV="1">
            <a:off x="5816983" y="1709024"/>
            <a:ext cx="2276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直接连接符 183"/>
          <p:cNvCxnSpPr>
            <a:stCxn id="138" idx="0"/>
            <a:endCxn id="144" idx="4"/>
          </p:cNvCxnSpPr>
          <p:nvPr/>
        </p:nvCxnSpPr>
        <p:spPr>
          <a:xfrm flipH="1" flipV="1">
            <a:off x="6452724" y="1709024"/>
            <a:ext cx="2277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211" idx="2"/>
            <a:endCxn id="214" idx="7"/>
          </p:cNvCxnSpPr>
          <p:nvPr/>
        </p:nvCxnSpPr>
        <p:spPr>
          <a:xfrm flipH="1">
            <a:off x="5749539" y="3971379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211" idx="6"/>
            <a:endCxn id="216" idx="2"/>
          </p:cNvCxnSpPr>
          <p:nvPr/>
        </p:nvCxnSpPr>
        <p:spPr>
          <a:xfrm>
            <a:off x="6458330" y="3971379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0" name="椭圆 209"/>
          <p:cNvSpPr/>
          <p:nvPr/>
        </p:nvSpPr>
        <p:spPr>
          <a:xfrm>
            <a:off x="5465702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6125794" y="380744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6761536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椭圆 213"/>
          <p:cNvSpPr/>
          <p:nvPr/>
        </p:nvSpPr>
        <p:spPr>
          <a:xfrm>
            <a:off x="5465702" y="428284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6761536" y="38086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7405261" y="428285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8" name="椭圆 217"/>
          <p:cNvSpPr/>
          <p:nvPr/>
        </p:nvSpPr>
        <p:spPr>
          <a:xfrm>
            <a:off x="6125794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椭圆 218"/>
          <p:cNvSpPr/>
          <p:nvPr/>
        </p:nvSpPr>
        <p:spPr>
          <a:xfrm>
            <a:off x="7405261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1" name="直接连接符 220"/>
          <p:cNvCxnSpPr>
            <a:stCxn id="211" idx="5"/>
            <a:endCxn id="219" idx="1"/>
          </p:cNvCxnSpPr>
          <p:nvPr/>
        </p:nvCxnSpPr>
        <p:spPr>
          <a:xfrm>
            <a:off x="6409631" y="4087297"/>
            <a:ext cx="1044329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/>
          <p:cNvCxnSpPr>
            <a:stCxn id="211" idx="4"/>
            <a:endCxn id="218" idx="0"/>
          </p:cNvCxnSpPr>
          <p:nvPr/>
        </p:nvCxnSpPr>
        <p:spPr>
          <a:xfrm>
            <a:off x="6292062" y="4135312"/>
            <a:ext cx="0" cy="131007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连接符 222"/>
          <p:cNvCxnSpPr>
            <a:stCxn id="211" idx="3"/>
            <a:endCxn id="210" idx="7"/>
          </p:cNvCxnSpPr>
          <p:nvPr/>
        </p:nvCxnSpPr>
        <p:spPr>
          <a:xfrm flipH="1">
            <a:off x="5749539" y="4087297"/>
            <a:ext cx="424954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直接连接符 223"/>
          <p:cNvCxnSpPr>
            <a:stCxn id="216" idx="3"/>
            <a:endCxn id="210" idx="7"/>
          </p:cNvCxnSpPr>
          <p:nvPr/>
        </p:nvCxnSpPr>
        <p:spPr>
          <a:xfrm flipH="1">
            <a:off x="5749539" y="4088516"/>
            <a:ext cx="1060696" cy="10241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/>
          <p:cNvCxnSpPr>
            <a:stCxn id="216" idx="3"/>
            <a:endCxn id="214" idx="6"/>
          </p:cNvCxnSpPr>
          <p:nvPr/>
        </p:nvCxnSpPr>
        <p:spPr>
          <a:xfrm flipH="1">
            <a:off x="5798238" y="4088516"/>
            <a:ext cx="1011997" cy="35826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/>
          <p:cNvCxnSpPr>
            <a:stCxn id="216" idx="4"/>
            <a:endCxn id="219" idx="1"/>
          </p:cNvCxnSpPr>
          <p:nvPr/>
        </p:nvCxnSpPr>
        <p:spPr>
          <a:xfrm>
            <a:off x="6927804" y="4136531"/>
            <a:ext cx="526156" cy="97612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/>
          <p:cNvCxnSpPr>
            <a:stCxn id="217" idx="3"/>
            <a:endCxn id="218" idx="0"/>
          </p:cNvCxnSpPr>
          <p:nvPr/>
        </p:nvCxnSpPr>
        <p:spPr>
          <a:xfrm flipH="1">
            <a:off x="6292062" y="4562701"/>
            <a:ext cx="1161898" cy="882682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直接连接符 235"/>
          <p:cNvCxnSpPr>
            <a:stCxn id="217" idx="3"/>
            <a:endCxn id="213" idx="7"/>
          </p:cNvCxnSpPr>
          <p:nvPr/>
        </p:nvCxnSpPr>
        <p:spPr>
          <a:xfrm flipH="1">
            <a:off x="7045373" y="4562701"/>
            <a:ext cx="408587" cy="93069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/>
          <p:cNvCxnSpPr>
            <a:stCxn id="219" idx="3"/>
            <a:endCxn id="213" idx="6"/>
          </p:cNvCxnSpPr>
          <p:nvPr/>
        </p:nvCxnSpPr>
        <p:spPr>
          <a:xfrm flipH="1">
            <a:off x="7094072" y="5344487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直接连接符 237"/>
          <p:cNvCxnSpPr>
            <a:stCxn id="210" idx="6"/>
            <a:endCxn id="219" idx="2"/>
          </p:cNvCxnSpPr>
          <p:nvPr/>
        </p:nvCxnSpPr>
        <p:spPr>
          <a:xfrm>
            <a:off x="5798238" y="5228569"/>
            <a:ext cx="1607023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直接连接符 238"/>
          <p:cNvCxnSpPr>
            <a:stCxn id="214" idx="5"/>
            <a:endCxn id="219" idx="2"/>
          </p:cNvCxnSpPr>
          <p:nvPr/>
        </p:nvCxnSpPr>
        <p:spPr>
          <a:xfrm>
            <a:off x="5749539" y="4562700"/>
            <a:ext cx="1655722" cy="66586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/>
          <p:cNvCxnSpPr>
            <a:stCxn id="214" idx="5"/>
            <a:endCxn id="213" idx="1"/>
          </p:cNvCxnSpPr>
          <p:nvPr/>
        </p:nvCxnSpPr>
        <p:spPr>
          <a:xfrm>
            <a:off x="5749539" y="4562700"/>
            <a:ext cx="1060696" cy="93069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/>
          <p:cNvCxnSpPr>
            <a:stCxn id="210" idx="6"/>
            <a:endCxn id="213" idx="1"/>
          </p:cNvCxnSpPr>
          <p:nvPr/>
        </p:nvCxnSpPr>
        <p:spPr>
          <a:xfrm>
            <a:off x="5798238" y="5228569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连接符 241"/>
          <p:cNvCxnSpPr>
            <a:stCxn id="210" idx="5"/>
            <a:endCxn id="218" idx="2"/>
          </p:cNvCxnSpPr>
          <p:nvPr/>
        </p:nvCxnSpPr>
        <p:spPr>
          <a:xfrm>
            <a:off x="5749539" y="5344487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/>
          <p:cNvCxnSpPr>
            <a:stCxn id="214" idx="4"/>
            <a:endCxn id="218" idx="1"/>
          </p:cNvCxnSpPr>
          <p:nvPr/>
        </p:nvCxnSpPr>
        <p:spPr>
          <a:xfrm>
            <a:off x="5631970" y="4610715"/>
            <a:ext cx="542523" cy="882683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419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92000" y="621000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1991194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/>
          <p:cNvSpPr/>
          <p:nvPr/>
        </p:nvSpPr>
        <p:spPr>
          <a:xfrm>
            <a:off x="2351194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/>
          <p:cNvSpPr/>
          <p:nvPr/>
        </p:nvSpPr>
        <p:spPr>
          <a:xfrm>
            <a:off x="2710388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/>
          <p:cNvSpPr/>
          <p:nvPr/>
        </p:nvSpPr>
        <p:spPr>
          <a:xfrm>
            <a:off x="3070388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/>
          <p:cNvSpPr/>
          <p:nvPr/>
        </p:nvSpPr>
        <p:spPr>
          <a:xfrm>
            <a:off x="3429582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/>
          <p:cNvSpPr/>
          <p:nvPr/>
        </p:nvSpPr>
        <p:spPr>
          <a:xfrm>
            <a:off x="3789582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/>
          <p:cNvSpPr/>
          <p:nvPr/>
        </p:nvSpPr>
        <p:spPr>
          <a:xfrm>
            <a:off x="4148776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/>
          <p:cNvSpPr/>
          <p:nvPr/>
        </p:nvSpPr>
        <p:spPr>
          <a:xfrm>
            <a:off x="4508776" y="621000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5132482" y="645033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6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645033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下箭头 4"/>
          <p:cNvSpPr/>
          <p:nvPr/>
        </p:nvSpPr>
        <p:spPr>
          <a:xfrm>
            <a:off x="3737157" y="1094206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842007" y="103322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</a:p>
        </p:txBody>
      </p:sp>
      <p:sp>
        <p:nvSpPr>
          <p:cNvPr id="134" name="矩形 133"/>
          <p:cNvSpPr/>
          <p:nvPr/>
        </p:nvSpPr>
        <p:spPr>
          <a:xfrm>
            <a:off x="1992000" y="1465223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/>
          <p:cNvSpPr/>
          <p:nvPr/>
        </p:nvSpPr>
        <p:spPr>
          <a:xfrm>
            <a:off x="1991194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/>
          <p:cNvSpPr/>
          <p:nvPr/>
        </p:nvSpPr>
        <p:spPr>
          <a:xfrm>
            <a:off x="2351194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/>
          <p:cNvSpPr/>
          <p:nvPr/>
        </p:nvSpPr>
        <p:spPr>
          <a:xfrm>
            <a:off x="2706358" y="1465223"/>
            <a:ext cx="36403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/>
          <p:cNvSpPr/>
          <p:nvPr/>
        </p:nvSpPr>
        <p:spPr>
          <a:xfrm>
            <a:off x="306555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/>
          <p:cNvSpPr/>
          <p:nvPr/>
        </p:nvSpPr>
        <p:spPr>
          <a:xfrm>
            <a:off x="342958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/>
          <p:cNvSpPr/>
          <p:nvPr/>
        </p:nvSpPr>
        <p:spPr>
          <a:xfrm>
            <a:off x="3789582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/>
          <p:cNvSpPr/>
          <p:nvPr/>
        </p:nvSpPr>
        <p:spPr>
          <a:xfrm>
            <a:off x="4148776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/>
          <p:cNvSpPr/>
          <p:nvPr/>
        </p:nvSpPr>
        <p:spPr>
          <a:xfrm>
            <a:off x="4508776" y="1465223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/>
        </p:nvGraphicFramePr>
        <p:xfrm>
          <a:off x="5132482" y="1489256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63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1489256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矩形 6"/>
          <p:cNvSpPr/>
          <p:nvPr/>
        </p:nvSpPr>
        <p:spPr>
          <a:xfrm>
            <a:off x="2080846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/>
          <p:cNvSpPr/>
          <p:nvPr/>
        </p:nvSpPr>
        <p:spPr>
          <a:xfrm>
            <a:off x="2440040" y="1465223"/>
            <a:ext cx="268839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/>
          <p:cNvSpPr/>
          <p:nvPr/>
        </p:nvSpPr>
        <p:spPr>
          <a:xfrm>
            <a:off x="2798025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/>
          <p:cNvSpPr/>
          <p:nvPr/>
        </p:nvSpPr>
        <p:spPr>
          <a:xfrm>
            <a:off x="3164533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/>
          <p:cNvSpPr/>
          <p:nvPr/>
        </p:nvSpPr>
        <p:spPr>
          <a:xfrm>
            <a:off x="3522561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/>
          <p:cNvSpPr/>
          <p:nvPr/>
        </p:nvSpPr>
        <p:spPr>
          <a:xfrm>
            <a:off x="3880040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/>
          <p:cNvSpPr/>
          <p:nvPr/>
        </p:nvSpPr>
        <p:spPr>
          <a:xfrm>
            <a:off x="4237519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/>
          <p:cNvSpPr/>
          <p:nvPr/>
        </p:nvSpPr>
        <p:spPr>
          <a:xfrm>
            <a:off x="4599130" y="1465223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左大括号 7"/>
          <p:cNvSpPr/>
          <p:nvPr/>
        </p:nvSpPr>
        <p:spPr>
          <a:xfrm rot="16200000" flipH="1">
            <a:off x="2130966" y="387582"/>
            <a:ext cx="75242" cy="361187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文本框 155"/>
          <p:cNvSpPr txBox="1"/>
          <p:nvPr/>
        </p:nvSpPr>
        <p:spPr>
          <a:xfrm>
            <a:off x="1859591" y="282173"/>
            <a:ext cx="6078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7" name="左大括号 156"/>
          <p:cNvSpPr/>
          <p:nvPr/>
        </p:nvSpPr>
        <p:spPr>
          <a:xfrm rot="16200000" flipH="1">
            <a:off x="2011554" y="1379490"/>
            <a:ext cx="45719" cy="92853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/>
          <p:cNvSpPr txBox="1"/>
          <p:nvPr/>
        </p:nvSpPr>
        <p:spPr>
          <a:xfrm>
            <a:off x="1765749" y="1149213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左大括号 8"/>
          <p:cNvSpPr/>
          <p:nvPr/>
        </p:nvSpPr>
        <p:spPr>
          <a:xfrm rot="16200000">
            <a:off x="2137373" y="1639538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下箭头 158"/>
          <p:cNvSpPr/>
          <p:nvPr/>
        </p:nvSpPr>
        <p:spPr>
          <a:xfrm>
            <a:off x="3737157" y="2280253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文本框 159"/>
          <p:cNvSpPr txBox="1"/>
          <p:nvPr/>
        </p:nvSpPr>
        <p:spPr>
          <a:xfrm>
            <a:off x="3837607" y="221927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拼接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5" name="文本框 184"/>
          <p:cNvSpPr txBox="1"/>
          <p:nvPr/>
        </p:nvSpPr>
        <p:spPr>
          <a:xfrm>
            <a:off x="1973246" y="194393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05" name="下箭头 204"/>
          <p:cNvSpPr/>
          <p:nvPr/>
        </p:nvSpPr>
        <p:spPr>
          <a:xfrm>
            <a:off x="3737157" y="3147153"/>
            <a:ext cx="104850" cy="185812"/>
          </a:xfrm>
          <a:prstGeom prst="downArrow">
            <a:avLst>
              <a:gd name="adj1" fmla="val 38112"/>
              <a:gd name="adj2" fmla="val 5000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文本框 206"/>
          <p:cNvSpPr txBox="1"/>
          <p:nvPr/>
        </p:nvSpPr>
        <p:spPr>
          <a:xfrm>
            <a:off x="3837607" y="308617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还原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08" name="矩形 207"/>
          <p:cNvSpPr/>
          <p:nvPr/>
        </p:nvSpPr>
        <p:spPr>
          <a:xfrm>
            <a:off x="1992000" y="3497225"/>
            <a:ext cx="3600000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/>
          <p:cNvSpPr/>
          <p:nvPr/>
        </p:nvSpPr>
        <p:spPr>
          <a:xfrm>
            <a:off x="1991194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/>
          <p:cNvSpPr/>
          <p:nvPr/>
        </p:nvSpPr>
        <p:spPr>
          <a:xfrm>
            <a:off x="2351194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/>
          <p:cNvSpPr/>
          <p:nvPr/>
        </p:nvSpPr>
        <p:spPr>
          <a:xfrm>
            <a:off x="2710388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/>
          <p:cNvSpPr/>
          <p:nvPr/>
        </p:nvSpPr>
        <p:spPr>
          <a:xfrm>
            <a:off x="306555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/>
          <p:cNvSpPr/>
          <p:nvPr/>
        </p:nvSpPr>
        <p:spPr>
          <a:xfrm>
            <a:off x="342958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/>
          <p:cNvSpPr/>
          <p:nvPr/>
        </p:nvSpPr>
        <p:spPr>
          <a:xfrm>
            <a:off x="3789582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/>
          <p:cNvSpPr/>
          <p:nvPr/>
        </p:nvSpPr>
        <p:spPr>
          <a:xfrm>
            <a:off x="4148776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/>
          <p:cNvSpPr/>
          <p:nvPr/>
        </p:nvSpPr>
        <p:spPr>
          <a:xfrm>
            <a:off x="4508776" y="3497225"/>
            <a:ext cx="360000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252" name="对象 251"/>
          <p:cNvGraphicFramePr>
            <a:graphicFrameLocks noChangeAspect="1"/>
          </p:cNvGraphicFramePr>
          <p:nvPr/>
        </p:nvGraphicFramePr>
        <p:xfrm>
          <a:off x="5132482" y="3521258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64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2" name="对象 25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32482" y="3521258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3" name="矩形 252"/>
          <p:cNvSpPr/>
          <p:nvPr/>
        </p:nvSpPr>
        <p:spPr>
          <a:xfrm>
            <a:off x="2080846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 253"/>
          <p:cNvSpPr/>
          <p:nvPr/>
        </p:nvSpPr>
        <p:spPr>
          <a:xfrm>
            <a:off x="244004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矩形 254"/>
          <p:cNvSpPr/>
          <p:nvPr/>
        </p:nvSpPr>
        <p:spPr>
          <a:xfrm>
            <a:off x="2798025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矩形 255"/>
          <p:cNvSpPr/>
          <p:nvPr/>
        </p:nvSpPr>
        <p:spPr>
          <a:xfrm>
            <a:off x="3164533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矩形 256"/>
          <p:cNvSpPr/>
          <p:nvPr/>
        </p:nvSpPr>
        <p:spPr>
          <a:xfrm>
            <a:off x="3522561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8" name="矩形 257"/>
          <p:cNvSpPr/>
          <p:nvPr/>
        </p:nvSpPr>
        <p:spPr>
          <a:xfrm>
            <a:off x="388004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9" name="矩形 258"/>
          <p:cNvSpPr/>
          <p:nvPr/>
        </p:nvSpPr>
        <p:spPr>
          <a:xfrm>
            <a:off x="4237519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0" name="矩形 259"/>
          <p:cNvSpPr/>
          <p:nvPr/>
        </p:nvSpPr>
        <p:spPr>
          <a:xfrm>
            <a:off x="4599130" y="3497225"/>
            <a:ext cx="26833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左大括号 260"/>
          <p:cNvSpPr/>
          <p:nvPr/>
        </p:nvSpPr>
        <p:spPr>
          <a:xfrm rot="16200000" flipH="1">
            <a:off x="2011554" y="3411492"/>
            <a:ext cx="45719" cy="92853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文本框 261"/>
          <p:cNvSpPr txBox="1"/>
          <p:nvPr/>
        </p:nvSpPr>
        <p:spPr>
          <a:xfrm>
            <a:off x="1765749" y="3181215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2976158" y="2663661"/>
            <a:ext cx="1800403" cy="288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2975352" y="2663661"/>
            <a:ext cx="183327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3335352" y="2663661"/>
            <a:ext cx="182521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3694546" y="2663661"/>
            <a:ext cx="182521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4054546" y="2663661"/>
            <a:ext cx="181715" cy="28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79" name="对象 78"/>
          <p:cNvGraphicFramePr>
            <a:graphicFrameLocks noChangeAspect="1"/>
          </p:cNvGraphicFramePr>
          <p:nvPr/>
        </p:nvGraphicFramePr>
        <p:xfrm>
          <a:off x="4427154" y="2677457"/>
          <a:ext cx="195812" cy="2916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6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79" name="对象 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427154" y="2677457"/>
                        <a:ext cx="195812" cy="2916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左大括号 79"/>
          <p:cNvSpPr/>
          <p:nvPr/>
        </p:nvSpPr>
        <p:spPr>
          <a:xfrm rot="16200000" flipH="1">
            <a:off x="3034049" y="2511319"/>
            <a:ext cx="62735" cy="186529"/>
          </a:xfrm>
          <a:prstGeom prst="leftBrace">
            <a:avLst>
              <a:gd name="adj1" fmla="val 88406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文本框 80"/>
          <p:cNvSpPr txBox="1"/>
          <p:nvPr/>
        </p:nvSpPr>
        <p:spPr>
          <a:xfrm>
            <a:off x="2798025" y="2306599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比特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左大括号 81"/>
          <p:cNvSpPr/>
          <p:nvPr/>
        </p:nvSpPr>
        <p:spPr>
          <a:xfrm rot="16200000">
            <a:off x="2856012" y="1637446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文本框 82"/>
          <p:cNvSpPr txBox="1"/>
          <p:nvPr/>
        </p:nvSpPr>
        <p:spPr>
          <a:xfrm>
            <a:off x="2691885" y="1941842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左大括号 83"/>
          <p:cNvSpPr/>
          <p:nvPr/>
        </p:nvSpPr>
        <p:spPr>
          <a:xfrm rot="16200000">
            <a:off x="3580342" y="1643028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/>
          <p:cNvSpPr txBox="1"/>
          <p:nvPr/>
        </p:nvSpPr>
        <p:spPr>
          <a:xfrm>
            <a:off x="3416215" y="1947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6" name="左大括号 85"/>
          <p:cNvSpPr/>
          <p:nvPr/>
        </p:nvSpPr>
        <p:spPr>
          <a:xfrm rot="16200000">
            <a:off x="4296463" y="1637445"/>
            <a:ext cx="153281" cy="452053"/>
          </a:xfrm>
          <a:prstGeom prst="leftBrace">
            <a:avLst>
              <a:gd name="adj1" fmla="val 39572"/>
              <a:gd name="adj2" fmla="val 50000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文本框 86"/>
          <p:cNvSpPr txBox="1"/>
          <p:nvPr/>
        </p:nvSpPr>
        <p:spPr>
          <a:xfrm>
            <a:off x="4132336" y="1941841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1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组合</a:t>
            </a:r>
            <a:endParaRPr lang="zh-CN" altLang="en-US" sz="11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170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992000" y="621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/>
          <p:cNvSpPr txBox="1"/>
          <p:nvPr/>
        </p:nvSpPr>
        <p:spPr>
          <a:xfrm>
            <a:off x="2346567" y="981000"/>
            <a:ext cx="13516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1992000" y="1557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20640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24213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2778600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3718075" y="1629000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6" name="对象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5906404"/>
              </p:ext>
            </p:extLst>
          </p:nvPr>
        </p:nvGraphicFramePr>
        <p:xfrm>
          <a:off x="3262894" y="1557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2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89" name="对象 8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62894" y="1557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2570986" y="191700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辅助变量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893781" y="590550"/>
            <a:ext cx="1008000" cy="4211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endParaRPr lang="zh-CN" altLang="en-US" sz="14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6" name="直接箭头连接符 15"/>
          <p:cNvCxnSpPr>
            <a:stCxn id="2" idx="3"/>
            <a:endCxn id="12" idx="1"/>
          </p:cNvCxnSpPr>
          <p:nvPr/>
        </p:nvCxnSpPr>
        <p:spPr>
          <a:xfrm>
            <a:off x="4008000" y="801000"/>
            <a:ext cx="885781" cy="1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3129132"/>
              </p:ext>
            </p:extLst>
          </p:nvPr>
        </p:nvGraphicFramePr>
        <p:xfrm>
          <a:off x="4582416" y="795650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3" name="AxMath" r:id="rId5" imgW="235800" imgH="239040" progId="Equation.AxMath">
                  <p:embed/>
                </p:oleObj>
              </mc:Choice>
              <mc:Fallback>
                <p:oleObj name="AxMath" r:id="rId5" imgW="235800" imgH="2390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582416" y="795650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肘形连接符 19"/>
          <p:cNvCxnSpPr>
            <a:stCxn id="91" idx="3"/>
          </p:cNvCxnSpPr>
          <p:nvPr/>
        </p:nvCxnSpPr>
        <p:spPr>
          <a:xfrm flipV="1">
            <a:off x="4008000" y="795650"/>
            <a:ext cx="576000" cy="941350"/>
          </a:xfrm>
          <a:prstGeom prst="bentConnector2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20640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/>
          <p:cNvSpPr/>
          <p:nvPr/>
        </p:nvSpPr>
        <p:spPr>
          <a:xfrm>
            <a:off x="24213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/>
          <p:cNvSpPr/>
          <p:nvPr/>
        </p:nvSpPr>
        <p:spPr>
          <a:xfrm>
            <a:off x="2778600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/>
          <p:cNvSpPr/>
          <p:nvPr/>
        </p:nvSpPr>
        <p:spPr>
          <a:xfrm>
            <a:off x="3718075" y="693000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7" name="对象 1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404222"/>
              </p:ext>
            </p:extLst>
          </p:nvPr>
        </p:nvGraphicFramePr>
        <p:xfrm>
          <a:off x="3262894" y="621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89" name="对象 8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262894" y="621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" name="矩形 117"/>
          <p:cNvSpPr/>
          <p:nvPr/>
        </p:nvSpPr>
        <p:spPr>
          <a:xfrm>
            <a:off x="6240000" y="621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/>
          <p:cNvSpPr/>
          <p:nvPr/>
        </p:nvSpPr>
        <p:spPr>
          <a:xfrm>
            <a:off x="63120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/>
          <p:cNvSpPr/>
          <p:nvPr/>
        </p:nvSpPr>
        <p:spPr>
          <a:xfrm>
            <a:off x="66693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/>
          <p:cNvSpPr/>
          <p:nvPr/>
        </p:nvSpPr>
        <p:spPr>
          <a:xfrm>
            <a:off x="7026600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/>
          <p:cNvSpPr/>
          <p:nvPr/>
        </p:nvSpPr>
        <p:spPr>
          <a:xfrm>
            <a:off x="7966075" y="693000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0" name="对象 1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1691636"/>
              </p:ext>
            </p:extLst>
          </p:nvPr>
        </p:nvGraphicFramePr>
        <p:xfrm>
          <a:off x="7510894" y="621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96" name="对象 9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10894" y="621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1" name="直接箭头连接符 130"/>
          <p:cNvCxnSpPr>
            <a:stCxn id="12" idx="3"/>
            <a:endCxn id="118" idx="1"/>
          </p:cNvCxnSpPr>
          <p:nvPr/>
        </p:nvCxnSpPr>
        <p:spPr>
          <a:xfrm flipV="1">
            <a:off x="5901781" y="801000"/>
            <a:ext cx="338219" cy="1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矩形 131"/>
          <p:cNvSpPr/>
          <p:nvPr/>
        </p:nvSpPr>
        <p:spPr>
          <a:xfrm>
            <a:off x="6240000" y="1557000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/>
          <p:cNvSpPr/>
          <p:nvPr/>
        </p:nvSpPr>
        <p:spPr>
          <a:xfrm>
            <a:off x="63120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/>
          <p:cNvSpPr/>
          <p:nvPr/>
        </p:nvSpPr>
        <p:spPr>
          <a:xfrm>
            <a:off x="66693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/>
          <p:cNvSpPr/>
          <p:nvPr/>
        </p:nvSpPr>
        <p:spPr>
          <a:xfrm>
            <a:off x="7026600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/>
          <p:cNvSpPr/>
          <p:nvPr/>
        </p:nvSpPr>
        <p:spPr>
          <a:xfrm>
            <a:off x="7966075" y="1629000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03368857"/>
              </p:ext>
            </p:extLst>
          </p:nvPr>
        </p:nvGraphicFramePr>
        <p:xfrm>
          <a:off x="7510894" y="1557000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6" name="AxMath" r:id="rId9" imgW="151920" imgH="226800" progId="Equation.AxMath">
                  <p:embed/>
                </p:oleObj>
              </mc:Choice>
              <mc:Fallback>
                <p:oleObj name="AxMath" r:id="rId9" imgW="151920" imgH="226800" progId="Equation.AxMath">
                  <p:embed/>
                  <p:pic>
                    <p:nvPicPr>
                      <p:cNvPr id="130" name="对象 12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10894" y="1557000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5" name="直接箭头连接符 144"/>
          <p:cNvCxnSpPr>
            <a:stCxn id="118" idx="2"/>
            <a:endCxn id="132" idx="0"/>
          </p:cNvCxnSpPr>
          <p:nvPr/>
        </p:nvCxnSpPr>
        <p:spPr>
          <a:xfrm>
            <a:off x="7248000" y="981000"/>
            <a:ext cx="0" cy="57600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肘形连接符 160"/>
          <p:cNvCxnSpPr>
            <a:stCxn id="91" idx="3"/>
          </p:cNvCxnSpPr>
          <p:nvPr/>
        </p:nvCxnSpPr>
        <p:spPr>
          <a:xfrm flipV="1">
            <a:off x="4008000" y="1337410"/>
            <a:ext cx="3234600" cy="399590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2" name="对象 1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4616467"/>
              </p:ext>
            </p:extLst>
          </p:nvPr>
        </p:nvGraphicFramePr>
        <p:xfrm>
          <a:off x="6998904" y="1097991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607" name="AxMath" r:id="rId10" imgW="235800" imgH="239040" progId="Equation.AxMath">
                  <p:embed/>
                </p:oleObj>
              </mc:Choice>
              <mc:Fallback>
                <p:oleObj name="AxMath" r:id="rId10" imgW="235800" imgH="239040" progId="Equation.AxMath">
                  <p:embed/>
                  <p:pic>
                    <p:nvPicPr>
                      <p:cNvPr id="18" name="对象 17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998904" y="1097991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3" name="肘形连接符 162"/>
          <p:cNvCxnSpPr>
            <a:stCxn id="132" idx="2"/>
            <a:endCxn id="2" idx="1"/>
          </p:cNvCxnSpPr>
          <p:nvPr/>
        </p:nvCxnSpPr>
        <p:spPr>
          <a:xfrm rot="5400000" flipH="1">
            <a:off x="4062000" y="-1269000"/>
            <a:ext cx="1116000" cy="5256000"/>
          </a:xfrm>
          <a:prstGeom prst="bentConnector4">
            <a:avLst>
              <a:gd name="adj1" fmla="val -49161"/>
              <a:gd name="adj2" fmla="val 104349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83631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圆角矩形 67"/>
          <p:cNvSpPr/>
          <p:nvPr/>
        </p:nvSpPr>
        <p:spPr>
          <a:xfrm>
            <a:off x="3337059" y="1458127"/>
            <a:ext cx="2800978" cy="101199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圆角矩形 32"/>
          <p:cNvSpPr/>
          <p:nvPr/>
        </p:nvSpPr>
        <p:spPr>
          <a:xfrm>
            <a:off x="6274090" y="1458127"/>
            <a:ext cx="2374694" cy="997171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3886852" y="1779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/>
          <p:cNvSpPr txBox="1"/>
          <p:nvPr/>
        </p:nvSpPr>
        <p:spPr>
          <a:xfrm>
            <a:off x="3854555" y="2147522"/>
            <a:ext cx="2069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融合后的模型参数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3886852" y="2715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椭圆 91"/>
          <p:cNvSpPr/>
          <p:nvPr/>
        </p:nvSpPr>
        <p:spPr>
          <a:xfrm>
            <a:off x="39588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椭圆 92"/>
          <p:cNvSpPr/>
          <p:nvPr/>
        </p:nvSpPr>
        <p:spPr>
          <a:xfrm>
            <a:off x="43161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椭圆 93"/>
          <p:cNvSpPr/>
          <p:nvPr/>
        </p:nvSpPr>
        <p:spPr>
          <a:xfrm>
            <a:off x="4673452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椭圆 94"/>
          <p:cNvSpPr/>
          <p:nvPr/>
        </p:nvSpPr>
        <p:spPr>
          <a:xfrm>
            <a:off x="5612927" y="2787352"/>
            <a:ext cx="216000" cy="216000"/>
          </a:xfrm>
          <a:prstGeom prst="ellipse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6" name="对象 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9211713"/>
              </p:ext>
            </p:extLst>
          </p:nvPr>
        </p:nvGraphicFramePr>
        <p:xfrm>
          <a:off x="5157746" y="2715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3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96" name="对象 9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57746" y="2715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7" name="文本框 96"/>
          <p:cNvSpPr txBox="1"/>
          <p:nvPr/>
        </p:nvSpPr>
        <p:spPr>
          <a:xfrm>
            <a:off x="3878642" y="3069001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状态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变量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7426090" y="1746127"/>
            <a:ext cx="1008000" cy="4211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endParaRPr lang="zh-CN" altLang="en-US" sz="1400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6" name="直接箭头连接符 15"/>
          <p:cNvCxnSpPr>
            <a:stCxn id="2" idx="3"/>
            <a:endCxn id="12" idx="1"/>
          </p:cNvCxnSpPr>
          <p:nvPr/>
        </p:nvCxnSpPr>
        <p:spPr>
          <a:xfrm flipV="1">
            <a:off x="5902852" y="1956677"/>
            <a:ext cx="1523238" cy="267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对象 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2050068"/>
              </p:ext>
            </p:extLst>
          </p:nvPr>
        </p:nvGraphicFramePr>
        <p:xfrm>
          <a:off x="6476924" y="2002583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4" name="AxMath" r:id="rId5" imgW="235800" imgH="239040" progId="Equation.AxMath">
                  <p:embed/>
                </p:oleObj>
              </mc:Choice>
              <mc:Fallback>
                <p:oleObj name="AxMath" r:id="rId5" imgW="235800" imgH="239040" progId="Equation.AxMath">
                  <p:embed/>
                  <p:pic>
                    <p:nvPicPr>
                      <p:cNvPr id="18" name="对象 17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76924" y="2002583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0" name="肘形连接符 19"/>
          <p:cNvCxnSpPr/>
          <p:nvPr/>
        </p:nvCxnSpPr>
        <p:spPr>
          <a:xfrm flipV="1">
            <a:off x="5909573" y="1954002"/>
            <a:ext cx="576000" cy="941350"/>
          </a:xfrm>
          <a:prstGeom prst="bentConnector2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椭圆 112"/>
          <p:cNvSpPr/>
          <p:nvPr/>
        </p:nvSpPr>
        <p:spPr>
          <a:xfrm>
            <a:off x="39588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椭圆 113"/>
          <p:cNvSpPr/>
          <p:nvPr/>
        </p:nvSpPr>
        <p:spPr>
          <a:xfrm>
            <a:off x="43161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椭圆 114"/>
          <p:cNvSpPr/>
          <p:nvPr/>
        </p:nvSpPr>
        <p:spPr>
          <a:xfrm>
            <a:off x="4673452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椭圆 115"/>
          <p:cNvSpPr/>
          <p:nvPr/>
        </p:nvSpPr>
        <p:spPr>
          <a:xfrm>
            <a:off x="5612927" y="1851352"/>
            <a:ext cx="216000" cy="216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17" name="对象 1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8764282"/>
              </p:ext>
            </p:extLst>
          </p:nvPr>
        </p:nvGraphicFramePr>
        <p:xfrm>
          <a:off x="5157746" y="1779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5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17" name="对象 11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57746" y="1779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" name="矩形 117"/>
          <p:cNvSpPr/>
          <p:nvPr/>
        </p:nvSpPr>
        <p:spPr>
          <a:xfrm>
            <a:off x="6922709" y="2715352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椭圆 118"/>
          <p:cNvSpPr/>
          <p:nvPr/>
        </p:nvSpPr>
        <p:spPr>
          <a:xfrm>
            <a:off x="69947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椭圆 119"/>
          <p:cNvSpPr/>
          <p:nvPr/>
        </p:nvSpPr>
        <p:spPr>
          <a:xfrm>
            <a:off x="73520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椭圆 123"/>
          <p:cNvSpPr/>
          <p:nvPr/>
        </p:nvSpPr>
        <p:spPr>
          <a:xfrm>
            <a:off x="7709309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椭圆 127"/>
          <p:cNvSpPr/>
          <p:nvPr/>
        </p:nvSpPr>
        <p:spPr>
          <a:xfrm>
            <a:off x="8648784" y="2787352"/>
            <a:ext cx="216000" cy="216000"/>
          </a:xfrm>
          <a:prstGeom prst="ellips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0" name="对象 1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1697526"/>
              </p:ext>
            </p:extLst>
          </p:nvPr>
        </p:nvGraphicFramePr>
        <p:xfrm>
          <a:off x="8193603" y="2715352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6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30" name="对象 12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3603" y="2715352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5368649" y="3873149"/>
            <a:ext cx="2016000" cy="36000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椭圆 132"/>
          <p:cNvSpPr/>
          <p:nvPr/>
        </p:nvSpPr>
        <p:spPr>
          <a:xfrm>
            <a:off x="54406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椭圆 134"/>
          <p:cNvSpPr/>
          <p:nvPr/>
        </p:nvSpPr>
        <p:spPr>
          <a:xfrm>
            <a:off x="57979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椭圆 137"/>
          <p:cNvSpPr/>
          <p:nvPr/>
        </p:nvSpPr>
        <p:spPr>
          <a:xfrm>
            <a:off x="6155249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椭圆 138"/>
          <p:cNvSpPr/>
          <p:nvPr/>
        </p:nvSpPr>
        <p:spPr>
          <a:xfrm>
            <a:off x="7094724" y="3945149"/>
            <a:ext cx="216000" cy="216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1456721"/>
              </p:ext>
            </p:extLst>
          </p:nvPr>
        </p:nvGraphicFramePr>
        <p:xfrm>
          <a:off x="6639543" y="3873149"/>
          <a:ext cx="269737" cy="4017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7" name="AxMath" r:id="rId9" imgW="151920" imgH="226800" progId="Equation.AxMath">
                  <p:embed/>
                </p:oleObj>
              </mc:Choice>
              <mc:Fallback>
                <p:oleObj name="AxMath" r:id="rId9" imgW="151920" imgH="2268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639543" y="3873149"/>
                        <a:ext cx="269737" cy="4017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2" name="对象 16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18024690"/>
              </p:ext>
            </p:extLst>
          </p:nvPr>
        </p:nvGraphicFramePr>
        <p:xfrm>
          <a:off x="6368151" y="3420216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8" name="AxMath" r:id="rId10" imgW="235800" imgH="239040" progId="Equation.AxMath">
                  <p:embed/>
                </p:oleObj>
              </mc:Choice>
              <mc:Fallback>
                <p:oleObj name="AxMath" r:id="rId10" imgW="235800" imgH="239040" progId="Equation.AxMath">
                  <p:embed/>
                  <p:pic>
                    <p:nvPicPr>
                      <p:cNvPr id="162" name="对象 161"/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6368151" y="3420216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63" name="肘形连接符 162"/>
          <p:cNvCxnSpPr>
            <a:stCxn id="132" idx="2"/>
          </p:cNvCxnSpPr>
          <p:nvPr/>
        </p:nvCxnSpPr>
        <p:spPr>
          <a:xfrm rot="5400000" flipH="1">
            <a:off x="3881917" y="1738418"/>
            <a:ext cx="2277885" cy="2711579"/>
          </a:xfrm>
          <a:prstGeom prst="bentConnector3">
            <a:avLst>
              <a:gd name="adj1" fmla="val -10036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箭头连接符 163"/>
          <p:cNvCxnSpPr>
            <a:stCxn id="12" idx="2"/>
            <a:endCxn id="118" idx="0"/>
          </p:cNvCxnSpPr>
          <p:nvPr/>
        </p:nvCxnSpPr>
        <p:spPr>
          <a:xfrm>
            <a:off x="7930090" y="2167227"/>
            <a:ext cx="619" cy="54812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肘形连接符 3"/>
          <p:cNvCxnSpPr>
            <a:stCxn id="91" idx="2"/>
            <a:endCxn id="118" idx="2"/>
          </p:cNvCxnSpPr>
          <p:nvPr/>
        </p:nvCxnSpPr>
        <p:spPr>
          <a:xfrm rot="16200000" flipH="1">
            <a:off x="6412780" y="1557423"/>
            <a:ext cx="12700" cy="3035857"/>
          </a:xfrm>
          <a:prstGeom prst="bentConnector3">
            <a:avLst>
              <a:gd name="adj1" fmla="val 27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/>
          <p:cNvCxnSpPr/>
          <p:nvPr/>
        </p:nvCxnSpPr>
        <p:spPr>
          <a:xfrm flipH="1">
            <a:off x="6373949" y="3418158"/>
            <a:ext cx="34" cy="450207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7968000" y="3069000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量化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后的值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241945"/>
              </p:ext>
            </p:extLst>
          </p:nvPr>
        </p:nvGraphicFramePr>
        <p:xfrm>
          <a:off x="3427405" y="2031472"/>
          <a:ext cx="271392" cy="273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9" name="AxMath" r:id="rId12" imgW="235800" imgH="239040" progId="Equation.AxMath">
                  <p:embed/>
                </p:oleObj>
              </mc:Choice>
              <mc:Fallback>
                <p:oleObj name="AxMath" r:id="rId12" imgW="235800" imgH="239040" progId="Equation.AxMath">
                  <p:embed/>
                  <p:pic>
                    <p:nvPicPr>
                      <p:cNvPr id="47" name="对象 4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427405" y="2031472"/>
                        <a:ext cx="271392" cy="2735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2" name="肘形连接符 51"/>
          <p:cNvCxnSpPr>
            <a:stCxn id="2" idx="1"/>
          </p:cNvCxnSpPr>
          <p:nvPr/>
        </p:nvCxnSpPr>
        <p:spPr>
          <a:xfrm rot="10800000" flipH="1">
            <a:off x="3886851" y="1779352"/>
            <a:ext cx="1067783" cy="180000"/>
          </a:xfrm>
          <a:prstGeom prst="bentConnector4">
            <a:avLst>
              <a:gd name="adj1" fmla="val -21409"/>
              <a:gd name="adj2" fmla="val 227000"/>
            </a:avLst>
          </a:prstGeom>
          <a:ln w="19050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7008603" y="1150350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latin typeface="宋体" panose="02010600030101010101" pitchFamily="2" charset="-122"/>
                <a:ea typeface="宋体" panose="02010600030101010101" pitchFamily="2" charset="-122"/>
              </a:rPr>
              <a:t>差分压缩</a:t>
            </a:r>
          </a:p>
        </p:txBody>
      </p:sp>
      <p:sp>
        <p:nvSpPr>
          <p:cNvPr id="70" name="文本框 69"/>
          <p:cNvSpPr txBox="1"/>
          <p:nvPr/>
        </p:nvSpPr>
        <p:spPr>
          <a:xfrm>
            <a:off x="4150512" y="1150349"/>
            <a:ext cx="12618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压缩误差补偿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6419130" y="4233149"/>
            <a:ext cx="20697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模型参数</a:t>
            </a:r>
            <a:r>
              <a:rPr lang="en-US" altLang="zh-CN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/</a:t>
            </a:r>
            <a:r>
              <a:rPr lang="zh-CN" altLang="en-US" sz="14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梯度的估计值</a:t>
            </a:r>
            <a:endParaRPr lang="zh-CN" altLang="en-US" sz="14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09508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/>
          <p:cNvGraphicFramePr>
            <a:graphicFrameLocks noChangeAspect="1"/>
          </p:cNvGraphicFramePr>
          <p:nvPr/>
        </p:nvGraphicFramePr>
        <p:xfrm>
          <a:off x="966616" y="1195389"/>
          <a:ext cx="4961410" cy="18305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47" name="AxMath" r:id="rId3" imgW="4664520" imgH="1721160" progId="Equation.AxMath">
                  <p:embed/>
                </p:oleObj>
              </mc:Choice>
              <mc:Fallback>
                <p:oleObj name="AxMath" r:id="rId3" imgW="4664520" imgH="1721160" progId="Equation.AxMath">
                  <p:embed/>
                  <p:pic>
                    <p:nvPicPr>
                      <p:cNvPr id="5" name="对象 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966616" y="1195389"/>
                        <a:ext cx="4961410" cy="18305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6"/>
          <p:cNvGraphicFramePr>
            <a:graphicFrameLocks noChangeAspect="1"/>
          </p:cNvGraphicFramePr>
          <p:nvPr/>
        </p:nvGraphicFramePr>
        <p:xfrm>
          <a:off x="6908299" y="1195555"/>
          <a:ext cx="4338638" cy="1830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48" name="AxMath" r:id="rId5" imgW="4078080" imgH="1721160" progId="Equation.AxMath">
                  <p:embed/>
                </p:oleObj>
              </mc:Choice>
              <mc:Fallback>
                <p:oleObj name="AxMath" r:id="rId5" imgW="4078080" imgH="1721160" progId="Equation.AxMath">
                  <p:embed/>
                  <p:pic>
                    <p:nvPicPr>
                      <p:cNvPr id="7" name="对象 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908299" y="1195555"/>
                        <a:ext cx="4338638" cy="1830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矩形 7"/>
          <p:cNvSpPr/>
          <p:nvPr/>
        </p:nvSpPr>
        <p:spPr>
          <a:xfrm>
            <a:off x="848500" y="1097005"/>
            <a:ext cx="5197642" cy="20273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6531225" y="1097004"/>
            <a:ext cx="5197642" cy="202732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116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5703</TotalTime>
  <Words>648</Words>
  <Application>Microsoft Office PowerPoint</Application>
  <PresentationFormat>宽屏</PresentationFormat>
  <Paragraphs>385</Paragraphs>
  <Slides>26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26</vt:i4>
      </vt:variant>
    </vt:vector>
  </HeadingPairs>
  <TitlesOfParts>
    <vt:vector size="34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65</cp:revision>
  <dcterms:created xsi:type="dcterms:W3CDTF">2023-12-04T03:10:27Z</dcterms:created>
  <dcterms:modified xsi:type="dcterms:W3CDTF">2023-12-25T15:11:00Z</dcterms:modified>
</cp:coreProperties>
</file>