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1" d="100"/>
          <a:sy n="151" d="100"/>
        </p:scale>
        <p:origin x="57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8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9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1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2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3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4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5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6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7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8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39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0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1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2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3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4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5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6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7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8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49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7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8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9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9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2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3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4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6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7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8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09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0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1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2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3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4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5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6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7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9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20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21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22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1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1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6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7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8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2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0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1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2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3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4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5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6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7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8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0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1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2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4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5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46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1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2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3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5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6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7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8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19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0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1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2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3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4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5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6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7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8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29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0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1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2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3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4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6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7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8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539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8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49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0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2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3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4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5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6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7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8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59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0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1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2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3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5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6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7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8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6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7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8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79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2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3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4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5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6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7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8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89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1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2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3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5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6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7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8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9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0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1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2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3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4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5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6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7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9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0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1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2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3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4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5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6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7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8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9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0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1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2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3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4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25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8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4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6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3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7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1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5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9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1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2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3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4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5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6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7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8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59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0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1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2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3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4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5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6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7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8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69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70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71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2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3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4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5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6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7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8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09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0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1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2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3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4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5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6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7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8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19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0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1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2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3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4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5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6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27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3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3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5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5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5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7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0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1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2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3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3839</TotalTime>
  <Words>567</Words>
  <Application>Microsoft Office PowerPoint</Application>
  <PresentationFormat>宽屏</PresentationFormat>
  <Paragraphs>324</Paragraphs>
  <Slides>20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43</cp:revision>
  <dcterms:created xsi:type="dcterms:W3CDTF">2023-12-04T03:10:27Z</dcterms:created>
  <dcterms:modified xsi:type="dcterms:W3CDTF">2023-12-18T12:08:32Z</dcterms:modified>
</cp:coreProperties>
</file>