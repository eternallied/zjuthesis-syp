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26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/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9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/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0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/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1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2098</TotalTime>
  <Words>303</Words>
  <Application>Microsoft Office PowerPoint</Application>
  <PresentationFormat>宽屏</PresentationFormat>
  <Paragraphs>130</Paragraphs>
  <Slides>7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YanChangzhi</cp:lastModifiedBy>
  <cp:revision>18</cp:revision>
  <dcterms:created xsi:type="dcterms:W3CDTF">2023-12-04T03:10:27Z</dcterms:created>
  <dcterms:modified xsi:type="dcterms:W3CDTF">2023-12-10T02:45:50Z</dcterms:modified>
</cp:coreProperties>
</file>