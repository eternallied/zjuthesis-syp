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816" y="6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252000" cy="25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8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9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0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7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8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49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0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1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2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3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4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5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6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7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8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59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0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1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2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3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4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5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83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84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85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86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87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88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89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0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1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2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3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4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5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6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7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8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99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0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1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2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3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4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5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6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7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8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9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10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11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0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0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0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5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6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7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19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0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1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2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3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4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5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6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7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8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29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30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3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32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33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34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35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9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0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1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3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4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5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6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7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8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49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0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1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3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4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5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6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7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8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59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0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1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2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4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5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6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7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8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9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0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1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2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3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4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5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6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7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8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9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0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1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2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3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5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6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7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8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7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7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8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9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2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3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4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5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6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7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8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9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0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1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2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4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5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6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6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7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8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0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1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2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3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4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5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6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7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8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0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1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4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5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6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7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8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9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0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1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2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3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4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5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6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7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8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9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0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1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2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3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4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5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6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7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8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9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0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1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2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3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4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8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8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9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0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7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8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1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5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99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0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0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0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03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88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89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0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1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2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3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4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5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6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7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8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99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0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1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2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3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4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5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6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7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508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24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25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26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27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28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29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0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1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2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3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4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5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6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7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8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39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0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1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2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3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4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5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6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7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8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549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3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4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5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6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7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8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9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0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1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2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3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4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5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6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07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3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3446</TotalTime>
  <Words>547</Words>
  <Application>Microsoft Office PowerPoint</Application>
  <PresentationFormat>宽屏</PresentationFormat>
  <Paragraphs>308</Paragraphs>
  <Slides>18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39</cp:revision>
  <dcterms:created xsi:type="dcterms:W3CDTF">2023-12-04T03:10:27Z</dcterms:created>
  <dcterms:modified xsi:type="dcterms:W3CDTF">2023-12-17T15:08:50Z</dcterms:modified>
</cp:coreProperties>
</file>