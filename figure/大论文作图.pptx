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1" d="100"/>
          <a:sy n="151" d="100"/>
        </p:scale>
        <p:origin x="57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6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7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8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0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0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0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0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5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6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7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8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9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0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1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2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3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4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5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6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7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8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29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0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1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2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3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57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58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59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0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1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2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3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4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5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6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7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8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69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0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1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2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3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4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5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6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7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8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79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0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1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2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3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4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885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89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0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1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3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4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5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6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7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8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899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0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1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2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3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4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6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7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8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09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0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0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0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0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0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3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4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5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7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8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19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0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1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2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3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4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5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7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8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29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3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31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32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933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75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76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77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78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79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0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1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2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3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4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5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6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7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8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89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0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1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2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3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4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5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6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7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8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99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400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401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402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403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2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3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4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6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7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8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19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0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1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2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3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4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5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6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7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29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0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1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1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2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3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5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6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7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8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49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0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1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2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3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5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6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9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0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1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2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3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4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5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6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7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8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69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0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1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2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3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4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5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6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7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8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79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0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1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2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3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4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5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6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7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8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89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5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5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6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7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7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8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4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8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9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2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6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0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10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4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5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6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7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8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19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0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1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2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3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4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5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6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7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8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29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30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31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32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33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634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0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1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2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3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4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5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6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7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8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89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0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1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2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3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4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5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6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7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8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699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0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1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2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3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4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705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3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4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5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6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7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8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89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0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1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2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3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4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5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6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497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2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3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4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5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47161835"/>
              </p:ext>
            </p:extLst>
          </p:nvPr>
        </p:nvGraphicFramePr>
        <p:xfrm>
          <a:off x="2424000" y="1485000"/>
          <a:ext cx="6720348" cy="285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6" name="AxMath" r:id="rId3" imgW="4030560" imgH="1712160" progId="Equation.AxMath">
                  <p:embed/>
                </p:oleObj>
              </mc:Choice>
              <mc:Fallback>
                <p:oleObj name="AxMath" r:id="rId3" imgW="4030560" imgH="1712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24000" y="1485000"/>
                        <a:ext cx="6720348" cy="2855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567</Words>
  <Application>Microsoft Office PowerPoint</Application>
  <PresentationFormat>宽屏</PresentationFormat>
  <Paragraphs>324</Paragraphs>
  <Slides>21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45</cp:revision>
  <dcterms:created xsi:type="dcterms:W3CDTF">2023-12-04T03:10:27Z</dcterms:created>
  <dcterms:modified xsi:type="dcterms:W3CDTF">2023-12-18T15:05:02Z</dcterms:modified>
</cp:coreProperties>
</file>