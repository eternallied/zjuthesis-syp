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58" r:id="rId3"/>
    <p:sldId id="259" r:id="rId4"/>
    <p:sldId id="28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3" r:id="rId25"/>
    <p:sldId id="284" r:id="rId26"/>
    <p:sldId id="286" r:id="rId27"/>
    <p:sldId id="287" r:id="rId28"/>
    <p:sldId id="28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7DAB"/>
    <a:srgbClr val="DBDBDB"/>
    <a:srgbClr val="F4F4F4"/>
    <a:srgbClr val="F3F3F3"/>
    <a:srgbClr val="FDFDFD"/>
    <a:srgbClr val="FBFBFB"/>
    <a:srgbClr val="7BBDD7"/>
    <a:srgbClr val="E2F0D9"/>
    <a:srgbClr val="F2F2F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1536" y="6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0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7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wmf"/><Relationship Id="rId1" Type="http://schemas.openxmlformats.org/officeDocument/2006/relationships/image" Target="../media/image103.wmf"/></Relationships>
</file>

<file path=ppt/drawings/_rels/vmlDrawing18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wmf"/><Relationship Id="rId1" Type="http://schemas.openxmlformats.org/officeDocument/2006/relationships/image" Target="../media/image100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8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99.w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9.bin"/><Relationship Id="rId7" Type="http://schemas.openxmlformats.org/officeDocument/2006/relationships/oleObject" Target="../embeddings/oleObject172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4.vml"/><Relationship Id="rId6" Type="http://schemas.openxmlformats.org/officeDocument/2006/relationships/oleObject" Target="../embeddings/oleObject171.bin"/><Relationship Id="rId5" Type="http://schemas.openxmlformats.org/officeDocument/2006/relationships/oleObject" Target="../embeddings/oleObject170.bin"/><Relationship Id="rId4" Type="http://schemas.openxmlformats.org/officeDocument/2006/relationships/image" Target="../media/image100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6.bin"/><Relationship Id="rId3" Type="http://schemas.openxmlformats.org/officeDocument/2006/relationships/oleObject" Target="../embeddings/oleObject173.bin"/><Relationship Id="rId7" Type="http://schemas.openxmlformats.org/officeDocument/2006/relationships/oleObject" Target="../embeddings/oleObject17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101.wmf"/><Relationship Id="rId11" Type="http://schemas.openxmlformats.org/officeDocument/2006/relationships/image" Target="../media/image102.wmf"/><Relationship Id="rId5" Type="http://schemas.openxmlformats.org/officeDocument/2006/relationships/oleObject" Target="../embeddings/oleObject174.bin"/><Relationship Id="rId10" Type="http://schemas.openxmlformats.org/officeDocument/2006/relationships/oleObject" Target="../embeddings/oleObject178.bin"/><Relationship Id="rId4" Type="http://schemas.openxmlformats.org/officeDocument/2006/relationships/image" Target="../media/image100.wmf"/><Relationship Id="rId9" Type="http://schemas.openxmlformats.org/officeDocument/2006/relationships/oleObject" Target="../embeddings/oleObject177.bin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3" Type="http://schemas.openxmlformats.org/officeDocument/2006/relationships/oleObject" Target="../embeddings/oleObject179.bin"/><Relationship Id="rId7" Type="http://schemas.openxmlformats.org/officeDocument/2006/relationships/oleObject" Target="../embeddings/oleObject181.bin"/><Relationship Id="rId12" Type="http://schemas.openxmlformats.org/officeDocument/2006/relationships/oleObject" Target="../embeddings/oleObject18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101.wmf"/><Relationship Id="rId11" Type="http://schemas.openxmlformats.org/officeDocument/2006/relationships/image" Target="../media/image102.wmf"/><Relationship Id="rId5" Type="http://schemas.openxmlformats.org/officeDocument/2006/relationships/oleObject" Target="../embeddings/oleObject180.bin"/><Relationship Id="rId10" Type="http://schemas.openxmlformats.org/officeDocument/2006/relationships/oleObject" Target="../embeddings/oleObject184.bin"/><Relationship Id="rId4" Type="http://schemas.openxmlformats.org/officeDocument/2006/relationships/image" Target="../media/image100.wmf"/><Relationship Id="rId9" Type="http://schemas.openxmlformats.org/officeDocument/2006/relationships/oleObject" Target="../embeddings/oleObject183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104.wmf"/><Relationship Id="rId5" Type="http://schemas.openxmlformats.org/officeDocument/2006/relationships/oleObject" Target="../embeddings/oleObject187.bin"/><Relationship Id="rId4" Type="http://schemas.openxmlformats.org/officeDocument/2006/relationships/image" Target="../media/image103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3.bin"/><Relationship Id="rId7" Type="http://schemas.openxmlformats.org/officeDocument/2006/relationships/oleObject" Target="../embeddings/oleObject18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105.wmf"/><Relationship Id="rId5" Type="http://schemas.openxmlformats.org/officeDocument/2006/relationships/oleObject" Target="../embeddings/oleObject188.bin"/><Relationship Id="rId4" Type="http://schemas.openxmlformats.org/officeDocument/2006/relationships/image" Target="../media/image100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圆角矩形 33"/>
          <p:cNvSpPr/>
          <p:nvPr/>
        </p:nvSpPr>
        <p:spPr>
          <a:xfrm>
            <a:off x="9320630" y="1235789"/>
            <a:ext cx="1898900" cy="4468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圆角矩形 32"/>
          <p:cNvSpPr/>
          <p:nvPr/>
        </p:nvSpPr>
        <p:spPr>
          <a:xfrm>
            <a:off x="1002773" y="1376258"/>
            <a:ext cx="1898900" cy="4468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圆角矩形 1"/>
          <p:cNvSpPr/>
          <p:nvPr/>
        </p:nvSpPr>
        <p:spPr>
          <a:xfrm>
            <a:off x="1046366" y="566818"/>
            <a:ext cx="1800000" cy="45446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4362877" y="22491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362877" y="224914"/>
            <a:ext cx="3607078" cy="23400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497000" y="31542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798094" y="3500732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1798094" y="3500732"/>
            <a:ext cx="3607078" cy="236513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2868099" y="359123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168787" y="4088336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998441" y="4753135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998441" y="531131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4643402" y="148207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4643401" y="2028133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6744000" y="3501000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6744000" y="3501000"/>
            <a:ext cx="3607078" cy="23648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7814005" y="359150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6744000" y="4090167"/>
            <a:ext cx="360707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带宽自适应的量化分布式训练</a:t>
            </a:r>
            <a:endParaRPr lang="en-US" altLang="zh-CN" b="1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算法设计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6852624" y="4758162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基于带宽矩阵的自适应策略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852624" y="5304219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差分压缩与压缩误差补偿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151519" y="603772"/>
            <a:ext cx="1579279" cy="380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b="1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9364223" y="1265089"/>
            <a:ext cx="1811714" cy="380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1046366" y="1405558"/>
            <a:ext cx="1811714" cy="380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提高一致性</a:t>
            </a:r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速度</a:t>
            </a:r>
            <a:endParaRPr lang="en-US" altLang="zh-CN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643402" y="809035"/>
            <a:ext cx="304602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面向一般拓扑的分布式训练时间预测</a:t>
            </a:r>
          </a:p>
        </p:txBody>
      </p:sp>
      <p:cxnSp>
        <p:nvCxnSpPr>
          <p:cNvPr id="4" name="肘形连接符 3"/>
          <p:cNvCxnSpPr>
            <a:stCxn id="26" idx="2"/>
            <a:endCxn id="36" idx="0"/>
          </p:cNvCxnSpPr>
          <p:nvPr/>
        </p:nvCxnSpPr>
        <p:spPr>
          <a:xfrm rot="5400000">
            <a:off x="4416159" y="1750475"/>
            <a:ext cx="935732" cy="25647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圆角矩形 32"/>
          <p:cNvSpPr/>
          <p:nvPr/>
        </p:nvSpPr>
        <p:spPr>
          <a:xfrm>
            <a:off x="66636" y="334881"/>
            <a:ext cx="3607077" cy="45975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4029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4029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133000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658446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137759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6584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4029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399251"/>
            <a:ext cx="360707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带宽自适应的量化分布式训练</a:t>
            </a:r>
            <a:endParaRPr lang="en-US" altLang="zh-CN" b="1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算法设计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137759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基于带宽矩阵的自适应策略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65108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差分压缩与压缩误差补偿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449339" y="4703220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470236" y="4781444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776000" y="3209837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860350" y="3298936"/>
            <a:ext cx="1826141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节约训练时间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651419" y="332173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95133" y="332173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47161" y="1394205"/>
            <a:ext cx="304602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面向一般拓扑的分布式训练时间预测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1162285" y="389685"/>
            <a:ext cx="1415772" cy="3485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6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分析性能瓶颈</a:t>
            </a:r>
            <a:endParaRPr lang="en-US" altLang="zh-CN" sz="1600" b="1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4307166" y="332414"/>
            <a:ext cx="7847608" cy="45975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/>
        </p:nvSpPr>
        <p:spPr>
          <a:xfrm>
            <a:off x="7575438" y="368394"/>
            <a:ext cx="1425390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6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优化性能瓶颈</a:t>
            </a:r>
            <a:endParaRPr lang="en-US" altLang="zh-CN" sz="1600" b="1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加号 2"/>
          <p:cNvSpPr/>
          <p:nvPr/>
        </p:nvSpPr>
        <p:spPr>
          <a:xfrm>
            <a:off x="8040000" y="1824536"/>
            <a:ext cx="423002" cy="432000"/>
          </a:xfrm>
          <a:prstGeom prst="mathPlus">
            <a:avLst>
              <a:gd name="adj1" fmla="val 15856"/>
            </a:avLst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右箭头 3"/>
          <p:cNvSpPr/>
          <p:nvPr/>
        </p:nvSpPr>
        <p:spPr>
          <a:xfrm>
            <a:off x="3811981" y="1918039"/>
            <a:ext cx="360000" cy="244994"/>
          </a:xfrm>
          <a:prstGeom prst="rightArrow">
            <a:avLst>
              <a:gd name="adj1" fmla="val 41706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2701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9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2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3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4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5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6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7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8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9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0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1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2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3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4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5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6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7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8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9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80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5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6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7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8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9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0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1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2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3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4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5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6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7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8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9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0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1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2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3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4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5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6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7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8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9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0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1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2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3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1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7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8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9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1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2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3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4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5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6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7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8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9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0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1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2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4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5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6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7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1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2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3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5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6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7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8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9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0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1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2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3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5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6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7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9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70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71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7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7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8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9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2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3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4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5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6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7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8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9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0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1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2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4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5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6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6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7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8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1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3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4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5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6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7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8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0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1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4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5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6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7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8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9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0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1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2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3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4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5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6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7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8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9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0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1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2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3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4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5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6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7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8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9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0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1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2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3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4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2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9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4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0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1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1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5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29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3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37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3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4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5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6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7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8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19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0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1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2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3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4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5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6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7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8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9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30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31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32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33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790657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3"/>
            <a:ext cx="790657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5132259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5672540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393072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8427035" y="2749504"/>
            <a:ext cx="702083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9131518" y="2749185"/>
            <a:ext cx="641131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9772650" y="2746707"/>
            <a:ext cx="52705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8400000" y="2701297"/>
            <a:ext cx="191389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9512300" y="2520950"/>
            <a:ext cx="419100" cy="15875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9895515" y="2316055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14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15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16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17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18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19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0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1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2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3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4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5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4187202"/>
              </p:ext>
            </p:extLst>
          </p:nvPr>
        </p:nvGraphicFramePr>
        <p:xfrm>
          <a:off x="5233750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6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233750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1917206"/>
              </p:ext>
            </p:extLst>
          </p:nvPr>
        </p:nvGraphicFramePr>
        <p:xfrm>
          <a:off x="5814775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7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814775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3048477"/>
              </p:ext>
            </p:extLst>
          </p:nvPr>
        </p:nvGraphicFramePr>
        <p:xfrm>
          <a:off x="6546612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8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6546612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5451225"/>
              </p:ext>
            </p:extLst>
          </p:nvPr>
        </p:nvGraphicFramePr>
        <p:xfrm>
          <a:off x="8531220" y="2725458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29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531220" y="2725458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1179636"/>
              </p:ext>
            </p:extLst>
          </p:nvPr>
        </p:nvGraphicFramePr>
        <p:xfrm>
          <a:off x="921078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0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921078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7999137"/>
              </p:ext>
            </p:extLst>
          </p:nvPr>
        </p:nvGraphicFramePr>
        <p:xfrm>
          <a:off x="9921081" y="2737527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1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9921081" y="2737527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2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3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4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5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6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7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0308172" y="313279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4043057"/>
              </p:ext>
            </p:extLst>
          </p:nvPr>
        </p:nvGraphicFramePr>
        <p:xfrm>
          <a:off x="10205425" y="322103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8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0205425" y="322103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039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48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49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0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1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2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3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4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5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6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7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8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59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60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61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962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01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56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57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58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59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98765756"/>
              </p:ext>
            </p:extLst>
          </p:nvPr>
        </p:nvGraphicFramePr>
        <p:xfrm>
          <a:off x="2289175" y="1477963"/>
          <a:ext cx="6989763" cy="287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67" name="AxMath" r:id="rId3" imgW="4193280" imgH="1721160" progId="Equation.AxMath">
                  <p:embed/>
                </p:oleObj>
              </mc:Choice>
              <mc:Fallback>
                <p:oleObj name="AxMath" r:id="rId3" imgW="4193280" imgH="1721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9175" y="1477963"/>
                        <a:ext cx="6989763" cy="287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865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1131710" y="4393901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1249279" y="5127673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1249279" y="3754565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1958070" y="3754565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2593812" y="3755784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1958070" y="5392502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3071269" y="4393902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2593812" y="5127673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1249279" y="4345886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1791802" y="3918498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1791802" y="3919717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1297978" y="4229969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1909371" y="3870483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2545113" y="3871702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2427544" y="4345887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1791802" y="5011755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1297978" y="5011755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1249279" y="4345886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1249279" y="3918498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1297978" y="3919717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8951901" y="1351840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9000600" y="1727721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9755906" y="1235922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10019235" y="1351840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8949240" y="2219288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8997939" y="2596398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9755906" y="2103370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10016574" y="2219288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8831671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9589638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10648213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9899005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5304000" y="3569218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8472000" y="548439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840000" y="3338893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8668064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10481945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9423370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9735398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8665403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10481945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9423370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9732737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965442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1625534" y="359063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2261276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965442" y="406603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2261276" y="35918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2905001" y="40660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1625534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2905001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接连接符 104"/>
          <p:cNvCxnSpPr>
            <a:stCxn id="133" idx="0"/>
            <a:endCxn id="139" idx="4"/>
          </p:cNvCxnSpPr>
          <p:nvPr/>
        </p:nvCxnSpPr>
        <p:spPr>
          <a:xfrm flipV="1">
            <a:off x="5183517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/>
          <p:cNvCxnSpPr>
            <a:stCxn id="133" idx="6"/>
            <a:endCxn id="161" idx="2"/>
          </p:cNvCxnSpPr>
          <p:nvPr/>
        </p:nvCxnSpPr>
        <p:spPr>
          <a:xfrm>
            <a:off x="5349785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135" idx="2"/>
            <a:endCxn id="139" idx="6"/>
          </p:cNvCxnSpPr>
          <p:nvPr/>
        </p:nvCxnSpPr>
        <p:spPr>
          <a:xfrm flipH="1">
            <a:off x="5349785" y="1545091"/>
            <a:ext cx="300930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/>
          <p:cNvCxnSpPr>
            <a:stCxn id="135" idx="6"/>
            <a:endCxn id="144" idx="2"/>
          </p:cNvCxnSpPr>
          <p:nvPr/>
        </p:nvCxnSpPr>
        <p:spPr>
          <a:xfrm>
            <a:off x="5983251" y="1545091"/>
            <a:ext cx="303205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/>
          <p:cNvCxnSpPr>
            <a:stCxn id="144" idx="6"/>
            <a:endCxn id="145" idx="2"/>
          </p:cNvCxnSpPr>
          <p:nvPr/>
        </p:nvCxnSpPr>
        <p:spPr>
          <a:xfrm>
            <a:off x="6618992" y="1545091"/>
            <a:ext cx="31346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/>
          <p:cNvCxnSpPr>
            <a:stCxn id="161" idx="6"/>
            <a:endCxn id="138" idx="2"/>
          </p:cNvCxnSpPr>
          <p:nvPr/>
        </p:nvCxnSpPr>
        <p:spPr>
          <a:xfrm>
            <a:off x="5985527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/>
          <p:cNvCxnSpPr>
            <a:stCxn id="178" idx="0"/>
            <a:endCxn id="145" idx="4"/>
          </p:cNvCxnSpPr>
          <p:nvPr/>
        </p:nvCxnSpPr>
        <p:spPr>
          <a:xfrm flipV="1">
            <a:off x="7098726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138" idx="6"/>
            <a:endCxn id="178" idx="2"/>
          </p:cNvCxnSpPr>
          <p:nvPr/>
        </p:nvCxnSpPr>
        <p:spPr>
          <a:xfrm>
            <a:off x="6621269" y="2491289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椭圆 132"/>
          <p:cNvSpPr/>
          <p:nvPr/>
        </p:nvSpPr>
        <p:spPr>
          <a:xfrm>
            <a:off x="5017249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5" name="椭圆 134"/>
          <p:cNvSpPr/>
          <p:nvPr/>
        </p:nvSpPr>
        <p:spPr>
          <a:xfrm>
            <a:off x="5650715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8" name="椭圆 137"/>
          <p:cNvSpPr/>
          <p:nvPr/>
        </p:nvSpPr>
        <p:spPr>
          <a:xfrm>
            <a:off x="6288733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9" name="椭圆 138"/>
          <p:cNvSpPr/>
          <p:nvPr/>
        </p:nvSpPr>
        <p:spPr>
          <a:xfrm>
            <a:off x="5017249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4" name="椭圆 143"/>
          <p:cNvSpPr/>
          <p:nvPr/>
        </p:nvSpPr>
        <p:spPr>
          <a:xfrm>
            <a:off x="6286456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5" name="椭圆 144"/>
          <p:cNvSpPr/>
          <p:nvPr/>
        </p:nvSpPr>
        <p:spPr>
          <a:xfrm>
            <a:off x="6932458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1" name="椭圆 160"/>
          <p:cNvSpPr/>
          <p:nvPr/>
        </p:nvSpPr>
        <p:spPr>
          <a:xfrm>
            <a:off x="5652991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8" name="椭圆 177"/>
          <p:cNvSpPr/>
          <p:nvPr/>
        </p:nvSpPr>
        <p:spPr>
          <a:xfrm>
            <a:off x="6932458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80" name="直接连接符 179"/>
          <p:cNvCxnSpPr>
            <a:stCxn id="161" idx="0"/>
            <a:endCxn id="135" idx="4"/>
          </p:cNvCxnSpPr>
          <p:nvPr/>
        </p:nvCxnSpPr>
        <p:spPr>
          <a:xfrm flipH="1" flipV="1">
            <a:off x="5816983" y="1709024"/>
            <a:ext cx="2276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直接连接符 183"/>
          <p:cNvCxnSpPr>
            <a:stCxn id="138" idx="0"/>
            <a:endCxn id="144" idx="4"/>
          </p:cNvCxnSpPr>
          <p:nvPr/>
        </p:nvCxnSpPr>
        <p:spPr>
          <a:xfrm flipH="1" flipV="1">
            <a:off x="6452724" y="1709024"/>
            <a:ext cx="2277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211" idx="2"/>
            <a:endCxn id="214" idx="7"/>
          </p:cNvCxnSpPr>
          <p:nvPr/>
        </p:nvCxnSpPr>
        <p:spPr>
          <a:xfrm flipH="1">
            <a:off x="5749539" y="3971379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211" idx="6"/>
            <a:endCxn id="216" idx="2"/>
          </p:cNvCxnSpPr>
          <p:nvPr/>
        </p:nvCxnSpPr>
        <p:spPr>
          <a:xfrm>
            <a:off x="6458330" y="3971379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0" name="椭圆 209"/>
          <p:cNvSpPr/>
          <p:nvPr/>
        </p:nvSpPr>
        <p:spPr>
          <a:xfrm>
            <a:off x="5465702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6125794" y="380744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6761536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椭圆 213"/>
          <p:cNvSpPr/>
          <p:nvPr/>
        </p:nvSpPr>
        <p:spPr>
          <a:xfrm>
            <a:off x="5465702" y="428284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6761536" y="38086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7405261" y="428285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8" name="椭圆 217"/>
          <p:cNvSpPr/>
          <p:nvPr/>
        </p:nvSpPr>
        <p:spPr>
          <a:xfrm>
            <a:off x="6125794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椭圆 218"/>
          <p:cNvSpPr/>
          <p:nvPr/>
        </p:nvSpPr>
        <p:spPr>
          <a:xfrm>
            <a:off x="7405261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1" name="直接连接符 220"/>
          <p:cNvCxnSpPr>
            <a:stCxn id="211" idx="5"/>
            <a:endCxn id="219" idx="1"/>
          </p:cNvCxnSpPr>
          <p:nvPr/>
        </p:nvCxnSpPr>
        <p:spPr>
          <a:xfrm>
            <a:off x="6409631" y="4087297"/>
            <a:ext cx="1044329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/>
          <p:cNvCxnSpPr>
            <a:stCxn id="211" idx="4"/>
            <a:endCxn id="218" idx="0"/>
          </p:cNvCxnSpPr>
          <p:nvPr/>
        </p:nvCxnSpPr>
        <p:spPr>
          <a:xfrm>
            <a:off x="6292062" y="4135312"/>
            <a:ext cx="0" cy="131007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连接符 222"/>
          <p:cNvCxnSpPr>
            <a:stCxn id="211" idx="3"/>
            <a:endCxn id="210" idx="7"/>
          </p:cNvCxnSpPr>
          <p:nvPr/>
        </p:nvCxnSpPr>
        <p:spPr>
          <a:xfrm flipH="1">
            <a:off x="5749539" y="4087297"/>
            <a:ext cx="424954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直接连接符 223"/>
          <p:cNvCxnSpPr>
            <a:stCxn id="216" idx="3"/>
            <a:endCxn id="210" idx="7"/>
          </p:cNvCxnSpPr>
          <p:nvPr/>
        </p:nvCxnSpPr>
        <p:spPr>
          <a:xfrm flipH="1">
            <a:off x="5749539" y="4088516"/>
            <a:ext cx="1060696" cy="10241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/>
          <p:cNvCxnSpPr>
            <a:stCxn id="216" idx="3"/>
            <a:endCxn id="214" idx="6"/>
          </p:cNvCxnSpPr>
          <p:nvPr/>
        </p:nvCxnSpPr>
        <p:spPr>
          <a:xfrm flipH="1">
            <a:off x="5798238" y="4088516"/>
            <a:ext cx="1011997" cy="35826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/>
          <p:cNvCxnSpPr>
            <a:stCxn id="216" idx="4"/>
            <a:endCxn id="219" idx="1"/>
          </p:cNvCxnSpPr>
          <p:nvPr/>
        </p:nvCxnSpPr>
        <p:spPr>
          <a:xfrm>
            <a:off x="6927804" y="4136531"/>
            <a:ext cx="526156" cy="97612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/>
          <p:cNvCxnSpPr>
            <a:stCxn id="217" idx="3"/>
            <a:endCxn id="218" idx="0"/>
          </p:cNvCxnSpPr>
          <p:nvPr/>
        </p:nvCxnSpPr>
        <p:spPr>
          <a:xfrm flipH="1">
            <a:off x="6292062" y="4562701"/>
            <a:ext cx="1161898" cy="882682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直接连接符 235"/>
          <p:cNvCxnSpPr>
            <a:stCxn id="217" idx="3"/>
            <a:endCxn id="213" idx="7"/>
          </p:cNvCxnSpPr>
          <p:nvPr/>
        </p:nvCxnSpPr>
        <p:spPr>
          <a:xfrm flipH="1">
            <a:off x="7045373" y="4562701"/>
            <a:ext cx="408587" cy="93069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/>
          <p:cNvCxnSpPr>
            <a:stCxn id="219" idx="3"/>
            <a:endCxn id="213" idx="6"/>
          </p:cNvCxnSpPr>
          <p:nvPr/>
        </p:nvCxnSpPr>
        <p:spPr>
          <a:xfrm flipH="1">
            <a:off x="7094072" y="5344487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直接连接符 237"/>
          <p:cNvCxnSpPr>
            <a:stCxn id="210" idx="6"/>
            <a:endCxn id="219" idx="2"/>
          </p:cNvCxnSpPr>
          <p:nvPr/>
        </p:nvCxnSpPr>
        <p:spPr>
          <a:xfrm>
            <a:off x="5798238" y="5228569"/>
            <a:ext cx="1607023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直接连接符 238"/>
          <p:cNvCxnSpPr>
            <a:stCxn id="214" idx="5"/>
            <a:endCxn id="219" idx="2"/>
          </p:cNvCxnSpPr>
          <p:nvPr/>
        </p:nvCxnSpPr>
        <p:spPr>
          <a:xfrm>
            <a:off x="5749539" y="4562700"/>
            <a:ext cx="1655722" cy="66586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/>
          <p:cNvCxnSpPr>
            <a:stCxn id="214" idx="5"/>
            <a:endCxn id="213" idx="1"/>
          </p:cNvCxnSpPr>
          <p:nvPr/>
        </p:nvCxnSpPr>
        <p:spPr>
          <a:xfrm>
            <a:off x="5749539" y="4562700"/>
            <a:ext cx="1060696" cy="93069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/>
          <p:cNvCxnSpPr>
            <a:stCxn id="210" idx="6"/>
            <a:endCxn id="213" idx="1"/>
          </p:cNvCxnSpPr>
          <p:nvPr/>
        </p:nvCxnSpPr>
        <p:spPr>
          <a:xfrm>
            <a:off x="5798238" y="5228569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连接符 241"/>
          <p:cNvCxnSpPr>
            <a:stCxn id="210" idx="5"/>
            <a:endCxn id="218" idx="2"/>
          </p:cNvCxnSpPr>
          <p:nvPr/>
        </p:nvCxnSpPr>
        <p:spPr>
          <a:xfrm>
            <a:off x="5749539" y="5344487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/>
          <p:cNvCxnSpPr>
            <a:stCxn id="214" idx="4"/>
            <a:endCxn id="218" idx="1"/>
          </p:cNvCxnSpPr>
          <p:nvPr/>
        </p:nvCxnSpPr>
        <p:spPr>
          <a:xfrm>
            <a:off x="5631970" y="4610715"/>
            <a:ext cx="542523" cy="882683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4195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92000" y="621000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1991194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/>
          <p:cNvSpPr/>
          <p:nvPr/>
        </p:nvSpPr>
        <p:spPr>
          <a:xfrm>
            <a:off x="2351194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/>
          <p:cNvSpPr/>
          <p:nvPr/>
        </p:nvSpPr>
        <p:spPr>
          <a:xfrm>
            <a:off x="2710388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/>
          <p:cNvSpPr/>
          <p:nvPr/>
        </p:nvSpPr>
        <p:spPr>
          <a:xfrm>
            <a:off x="3070388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/>
          <p:cNvSpPr/>
          <p:nvPr/>
        </p:nvSpPr>
        <p:spPr>
          <a:xfrm>
            <a:off x="3429582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/>
          <p:cNvSpPr/>
          <p:nvPr/>
        </p:nvSpPr>
        <p:spPr>
          <a:xfrm>
            <a:off x="3789582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/>
          <p:cNvSpPr/>
          <p:nvPr/>
        </p:nvSpPr>
        <p:spPr>
          <a:xfrm>
            <a:off x="4148776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4508776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5132482" y="645033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645033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下箭头 4"/>
          <p:cNvSpPr/>
          <p:nvPr/>
        </p:nvSpPr>
        <p:spPr>
          <a:xfrm>
            <a:off x="3737157" y="1094206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842007" y="103322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</a:p>
        </p:txBody>
      </p:sp>
      <p:sp>
        <p:nvSpPr>
          <p:cNvPr id="134" name="矩形 133"/>
          <p:cNvSpPr/>
          <p:nvPr/>
        </p:nvSpPr>
        <p:spPr>
          <a:xfrm>
            <a:off x="1992000" y="1465223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/>
          <p:cNvSpPr/>
          <p:nvPr/>
        </p:nvSpPr>
        <p:spPr>
          <a:xfrm>
            <a:off x="1991194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/>
          <p:cNvSpPr/>
          <p:nvPr/>
        </p:nvSpPr>
        <p:spPr>
          <a:xfrm>
            <a:off x="2351194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/>
          <p:cNvSpPr/>
          <p:nvPr/>
        </p:nvSpPr>
        <p:spPr>
          <a:xfrm>
            <a:off x="2706358" y="1465223"/>
            <a:ext cx="36403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306555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/>
          <p:cNvSpPr/>
          <p:nvPr/>
        </p:nvSpPr>
        <p:spPr>
          <a:xfrm>
            <a:off x="342958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/>
          <p:cNvSpPr/>
          <p:nvPr/>
        </p:nvSpPr>
        <p:spPr>
          <a:xfrm>
            <a:off x="378958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/>
          <p:cNvSpPr/>
          <p:nvPr/>
        </p:nvSpPr>
        <p:spPr>
          <a:xfrm>
            <a:off x="4148776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/>
          <p:cNvSpPr/>
          <p:nvPr/>
        </p:nvSpPr>
        <p:spPr>
          <a:xfrm>
            <a:off x="4508776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/>
        </p:nvGraphicFramePr>
        <p:xfrm>
          <a:off x="5132482" y="1489256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1489256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2080846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/>
          <p:cNvSpPr/>
          <p:nvPr/>
        </p:nvSpPr>
        <p:spPr>
          <a:xfrm>
            <a:off x="2440040" y="1465223"/>
            <a:ext cx="268839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/>
          <p:cNvSpPr/>
          <p:nvPr/>
        </p:nvSpPr>
        <p:spPr>
          <a:xfrm>
            <a:off x="2798025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/>
          <p:cNvSpPr/>
          <p:nvPr/>
        </p:nvSpPr>
        <p:spPr>
          <a:xfrm>
            <a:off x="3164533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/>
          <p:cNvSpPr/>
          <p:nvPr/>
        </p:nvSpPr>
        <p:spPr>
          <a:xfrm>
            <a:off x="3522561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/>
          <p:cNvSpPr/>
          <p:nvPr/>
        </p:nvSpPr>
        <p:spPr>
          <a:xfrm>
            <a:off x="3880040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/>
          <p:cNvSpPr/>
          <p:nvPr/>
        </p:nvSpPr>
        <p:spPr>
          <a:xfrm>
            <a:off x="4237519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/>
          <p:cNvSpPr/>
          <p:nvPr/>
        </p:nvSpPr>
        <p:spPr>
          <a:xfrm>
            <a:off x="4599130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左大括号 7"/>
          <p:cNvSpPr/>
          <p:nvPr/>
        </p:nvSpPr>
        <p:spPr>
          <a:xfrm rot="16200000" flipH="1">
            <a:off x="2130966" y="387582"/>
            <a:ext cx="75242" cy="361187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文本框 155"/>
          <p:cNvSpPr txBox="1"/>
          <p:nvPr/>
        </p:nvSpPr>
        <p:spPr>
          <a:xfrm>
            <a:off x="1859591" y="282173"/>
            <a:ext cx="6078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7" name="左大括号 156"/>
          <p:cNvSpPr/>
          <p:nvPr/>
        </p:nvSpPr>
        <p:spPr>
          <a:xfrm rot="16200000" flipH="1">
            <a:off x="2011554" y="1379490"/>
            <a:ext cx="45719" cy="92853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/>
          <p:cNvSpPr txBox="1"/>
          <p:nvPr/>
        </p:nvSpPr>
        <p:spPr>
          <a:xfrm>
            <a:off x="1765749" y="1149213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左大括号 8"/>
          <p:cNvSpPr/>
          <p:nvPr/>
        </p:nvSpPr>
        <p:spPr>
          <a:xfrm rot="16200000">
            <a:off x="2137373" y="1639538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下箭头 158"/>
          <p:cNvSpPr/>
          <p:nvPr/>
        </p:nvSpPr>
        <p:spPr>
          <a:xfrm>
            <a:off x="3737157" y="2280253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文本框 159"/>
          <p:cNvSpPr txBox="1"/>
          <p:nvPr/>
        </p:nvSpPr>
        <p:spPr>
          <a:xfrm>
            <a:off x="3837607" y="221927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拼接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5" name="文本框 184"/>
          <p:cNvSpPr txBox="1"/>
          <p:nvPr/>
        </p:nvSpPr>
        <p:spPr>
          <a:xfrm>
            <a:off x="1973246" y="194393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5" name="下箭头 204"/>
          <p:cNvSpPr/>
          <p:nvPr/>
        </p:nvSpPr>
        <p:spPr>
          <a:xfrm>
            <a:off x="3737157" y="3147153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文本框 206"/>
          <p:cNvSpPr txBox="1"/>
          <p:nvPr/>
        </p:nvSpPr>
        <p:spPr>
          <a:xfrm>
            <a:off x="3837607" y="308617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还原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8" name="矩形 207"/>
          <p:cNvSpPr/>
          <p:nvPr/>
        </p:nvSpPr>
        <p:spPr>
          <a:xfrm>
            <a:off x="1992000" y="3497225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/>
          <p:cNvSpPr/>
          <p:nvPr/>
        </p:nvSpPr>
        <p:spPr>
          <a:xfrm>
            <a:off x="1991194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/>
          <p:cNvSpPr/>
          <p:nvPr/>
        </p:nvSpPr>
        <p:spPr>
          <a:xfrm>
            <a:off x="2351194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/>
          <p:cNvSpPr/>
          <p:nvPr/>
        </p:nvSpPr>
        <p:spPr>
          <a:xfrm>
            <a:off x="2710388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/>
          <p:cNvSpPr/>
          <p:nvPr/>
        </p:nvSpPr>
        <p:spPr>
          <a:xfrm>
            <a:off x="306555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/>
          <p:cNvSpPr/>
          <p:nvPr/>
        </p:nvSpPr>
        <p:spPr>
          <a:xfrm>
            <a:off x="342958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/>
          <p:cNvSpPr/>
          <p:nvPr/>
        </p:nvSpPr>
        <p:spPr>
          <a:xfrm>
            <a:off x="378958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/>
          <p:cNvSpPr/>
          <p:nvPr/>
        </p:nvSpPr>
        <p:spPr>
          <a:xfrm>
            <a:off x="4148776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/>
          <p:cNvSpPr/>
          <p:nvPr/>
        </p:nvSpPr>
        <p:spPr>
          <a:xfrm>
            <a:off x="4508776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52" name="对象 251"/>
          <p:cNvGraphicFramePr>
            <a:graphicFrameLocks noChangeAspect="1"/>
          </p:cNvGraphicFramePr>
          <p:nvPr/>
        </p:nvGraphicFramePr>
        <p:xfrm>
          <a:off x="5132482" y="3521258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2" name="对象 25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3521258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3" name="矩形 252"/>
          <p:cNvSpPr/>
          <p:nvPr/>
        </p:nvSpPr>
        <p:spPr>
          <a:xfrm>
            <a:off x="2080846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 253"/>
          <p:cNvSpPr/>
          <p:nvPr/>
        </p:nvSpPr>
        <p:spPr>
          <a:xfrm>
            <a:off x="244004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矩形 254"/>
          <p:cNvSpPr/>
          <p:nvPr/>
        </p:nvSpPr>
        <p:spPr>
          <a:xfrm>
            <a:off x="2798025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矩形 255"/>
          <p:cNvSpPr/>
          <p:nvPr/>
        </p:nvSpPr>
        <p:spPr>
          <a:xfrm>
            <a:off x="3164533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矩形 256"/>
          <p:cNvSpPr/>
          <p:nvPr/>
        </p:nvSpPr>
        <p:spPr>
          <a:xfrm>
            <a:off x="3522561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8" name="矩形 257"/>
          <p:cNvSpPr/>
          <p:nvPr/>
        </p:nvSpPr>
        <p:spPr>
          <a:xfrm>
            <a:off x="388004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9" name="矩形 258"/>
          <p:cNvSpPr/>
          <p:nvPr/>
        </p:nvSpPr>
        <p:spPr>
          <a:xfrm>
            <a:off x="4237519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矩形 259"/>
          <p:cNvSpPr/>
          <p:nvPr/>
        </p:nvSpPr>
        <p:spPr>
          <a:xfrm>
            <a:off x="459913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左大括号 260"/>
          <p:cNvSpPr/>
          <p:nvPr/>
        </p:nvSpPr>
        <p:spPr>
          <a:xfrm rot="16200000" flipH="1">
            <a:off x="2011554" y="3411492"/>
            <a:ext cx="45719" cy="92853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/>
          <p:cNvSpPr txBox="1"/>
          <p:nvPr/>
        </p:nvSpPr>
        <p:spPr>
          <a:xfrm>
            <a:off x="1765749" y="3181215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2976158" y="2663661"/>
            <a:ext cx="180040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975352" y="2663661"/>
            <a:ext cx="183327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3335352" y="2663661"/>
            <a:ext cx="182521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3694546" y="2663661"/>
            <a:ext cx="182521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4054546" y="2663661"/>
            <a:ext cx="181715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9" name="对象 78"/>
          <p:cNvGraphicFramePr>
            <a:graphicFrameLocks noChangeAspect="1"/>
          </p:cNvGraphicFramePr>
          <p:nvPr/>
        </p:nvGraphicFramePr>
        <p:xfrm>
          <a:off x="4427154" y="2677457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79" name="对象 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427154" y="2677457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左大括号 79"/>
          <p:cNvSpPr/>
          <p:nvPr/>
        </p:nvSpPr>
        <p:spPr>
          <a:xfrm rot="16200000" flipH="1">
            <a:off x="3034049" y="2511319"/>
            <a:ext cx="62735" cy="186529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/>
          <p:cNvSpPr txBox="1"/>
          <p:nvPr/>
        </p:nvSpPr>
        <p:spPr>
          <a:xfrm>
            <a:off x="2798025" y="2306599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左大括号 81"/>
          <p:cNvSpPr/>
          <p:nvPr/>
        </p:nvSpPr>
        <p:spPr>
          <a:xfrm rot="16200000">
            <a:off x="2856012" y="1637446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文本框 82"/>
          <p:cNvSpPr txBox="1"/>
          <p:nvPr/>
        </p:nvSpPr>
        <p:spPr>
          <a:xfrm>
            <a:off x="2691885" y="1941842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左大括号 83"/>
          <p:cNvSpPr/>
          <p:nvPr/>
        </p:nvSpPr>
        <p:spPr>
          <a:xfrm rot="16200000">
            <a:off x="3580342" y="1643028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3416215" y="1947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6" name="左大括号 85"/>
          <p:cNvSpPr/>
          <p:nvPr/>
        </p:nvSpPr>
        <p:spPr>
          <a:xfrm rot="16200000">
            <a:off x="4296463" y="1637445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/>
          <p:cNvSpPr txBox="1"/>
          <p:nvPr/>
        </p:nvSpPr>
        <p:spPr>
          <a:xfrm>
            <a:off x="4132336" y="1941841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170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92000" y="621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/>
          <p:cNvSpPr txBox="1"/>
          <p:nvPr/>
        </p:nvSpPr>
        <p:spPr>
          <a:xfrm>
            <a:off x="2346567" y="981000"/>
            <a:ext cx="13516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1992000" y="1557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20640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24213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27786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3718075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6" name="对象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5906404"/>
              </p:ext>
            </p:extLst>
          </p:nvPr>
        </p:nvGraphicFramePr>
        <p:xfrm>
          <a:off x="3262894" y="1557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89" name="对象 8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62894" y="1557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2570986" y="191700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辅助变量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893781" y="590550"/>
            <a:ext cx="1008000" cy="4211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endParaRPr lang="zh-CN" altLang="en-US" sz="14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6" name="直接箭头连接符 15"/>
          <p:cNvCxnSpPr>
            <a:stCxn id="2" idx="3"/>
            <a:endCxn id="12" idx="1"/>
          </p:cNvCxnSpPr>
          <p:nvPr/>
        </p:nvCxnSpPr>
        <p:spPr>
          <a:xfrm>
            <a:off x="4008000" y="801000"/>
            <a:ext cx="885781" cy="1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3129132"/>
              </p:ext>
            </p:extLst>
          </p:nvPr>
        </p:nvGraphicFramePr>
        <p:xfrm>
          <a:off x="4582416" y="795650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5" name="AxMath" r:id="rId5" imgW="235800" imgH="239040" progId="Equation.AxMath">
                  <p:embed/>
                </p:oleObj>
              </mc:Choice>
              <mc:Fallback>
                <p:oleObj name="AxMath" r:id="rId5" imgW="235800" imgH="2390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582416" y="795650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肘形连接符 19"/>
          <p:cNvCxnSpPr>
            <a:stCxn id="91" idx="3"/>
          </p:cNvCxnSpPr>
          <p:nvPr/>
        </p:nvCxnSpPr>
        <p:spPr>
          <a:xfrm flipV="1">
            <a:off x="4008000" y="795650"/>
            <a:ext cx="576000" cy="941350"/>
          </a:xfrm>
          <a:prstGeom prst="bentConnector2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20640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/>
          <p:cNvSpPr/>
          <p:nvPr/>
        </p:nvSpPr>
        <p:spPr>
          <a:xfrm>
            <a:off x="24213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/>
          <p:cNvSpPr/>
          <p:nvPr/>
        </p:nvSpPr>
        <p:spPr>
          <a:xfrm>
            <a:off x="27786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/>
          <p:cNvSpPr/>
          <p:nvPr/>
        </p:nvSpPr>
        <p:spPr>
          <a:xfrm>
            <a:off x="3718075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7" name="对象 1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404222"/>
              </p:ext>
            </p:extLst>
          </p:nvPr>
        </p:nvGraphicFramePr>
        <p:xfrm>
          <a:off x="3262894" y="621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89" name="对象 8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62894" y="621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" name="矩形 117"/>
          <p:cNvSpPr/>
          <p:nvPr/>
        </p:nvSpPr>
        <p:spPr>
          <a:xfrm>
            <a:off x="6240000" y="621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/>
          <p:cNvSpPr/>
          <p:nvPr/>
        </p:nvSpPr>
        <p:spPr>
          <a:xfrm>
            <a:off x="63120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/>
          <p:cNvSpPr/>
          <p:nvPr/>
        </p:nvSpPr>
        <p:spPr>
          <a:xfrm>
            <a:off x="66693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/>
          <p:cNvSpPr/>
          <p:nvPr/>
        </p:nvSpPr>
        <p:spPr>
          <a:xfrm>
            <a:off x="70266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/>
          <p:cNvSpPr/>
          <p:nvPr/>
        </p:nvSpPr>
        <p:spPr>
          <a:xfrm>
            <a:off x="7966075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0" name="对象 1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1691636"/>
              </p:ext>
            </p:extLst>
          </p:nvPr>
        </p:nvGraphicFramePr>
        <p:xfrm>
          <a:off x="7510894" y="621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96" name="对象 9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10894" y="621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1" name="直接箭头连接符 130"/>
          <p:cNvCxnSpPr>
            <a:stCxn id="12" idx="3"/>
            <a:endCxn id="118" idx="1"/>
          </p:cNvCxnSpPr>
          <p:nvPr/>
        </p:nvCxnSpPr>
        <p:spPr>
          <a:xfrm flipV="1">
            <a:off x="5901781" y="801000"/>
            <a:ext cx="338219" cy="1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/>
          <p:cNvSpPr/>
          <p:nvPr/>
        </p:nvSpPr>
        <p:spPr>
          <a:xfrm>
            <a:off x="6240000" y="1557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/>
          <p:cNvSpPr/>
          <p:nvPr/>
        </p:nvSpPr>
        <p:spPr>
          <a:xfrm>
            <a:off x="63120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/>
          <p:cNvSpPr/>
          <p:nvPr/>
        </p:nvSpPr>
        <p:spPr>
          <a:xfrm>
            <a:off x="66693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/>
          <p:cNvSpPr/>
          <p:nvPr/>
        </p:nvSpPr>
        <p:spPr>
          <a:xfrm>
            <a:off x="70266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/>
          <p:cNvSpPr/>
          <p:nvPr/>
        </p:nvSpPr>
        <p:spPr>
          <a:xfrm>
            <a:off x="7966075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3368857"/>
              </p:ext>
            </p:extLst>
          </p:nvPr>
        </p:nvGraphicFramePr>
        <p:xfrm>
          <a:off x="7510894" y="1557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8" name="AxMath" r:id="rId9" imgW="151920" imgH="226800" progId="Equation.AxMath">
                  <p:embed/>
                </p:oleObj>
              </mc:Choice>
              <mc:Fallback>
                <p:oleObj name="AxMath" r:id="rId9" imgW="151920" imgH="226800" progId="Equation.AxMath">
                  <p:embed/>
                  <p:pic>
                    <p:nvPicPr>
                      <p:cNvPr id="130" name="对象 12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10894" y="1557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5" name="直接箭头连接符 144"/>
          <p:cNvCxnSpPr>
            <a:stCxn id="118" idx="2"/>
            <a:endCxn id="132" idx="0"/>
          </p:cNvCxnSpPr>
          <p:nvPr/>
        </p:nvCxnSpPr>
        <p:spPr>
          <a:xfrm>
            <a:off x="7248000" y="981000"/>
            <a:ext cx="0" cy="5760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连接符 160"/>
          <p:cNvCxnSpPr>
            <a:stCxn id="91" idx="3"/>
          </p:cNvCxnSpPr>
          <p:nvPr/>
        </p:nvCxnSpPr>
        <p:spPr>
          <a:xfrm flipV="1">
            <a:off x="4008000" y="1337410"/>
            <a:ext cx="3234600" cy="39959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2" name="对象 1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4616467"/>
              </p:ext>
            </p:extLst>
          </p:nvPr>
        </p:nvGraphicFramePr>
        <p:xfrm>
          <a:off x="6998904" y="1097991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9" name="AxMath" r:id="rId10" imgW="235800" imgH="239040" progId="Equation.AxMath">
                  <p:embed/>
                </p:oleObj>
              </mc:Choice>
              <mc:Fallback>
                <p:oleObj name="AxMath" r:id="rId10" imgW="235800" imgH="239040" progId="Equation.AxMath">
                  <p:embed/>
                  <p:pic>
                    <p:nvPicPr>
                      <p:cNvPr id="18" name="对象 17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998904" y="1097991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3" name="肘形连接符 162"/>
          <p:cNvCxnSpPr>
            <a:stCxn id="132" idx="2"/>
            <a:endCxn id="2" idx="1"/>
          </p:cNvCxnSpPr>
          <p:nvPr/>
        </p:nvCxnSpPr>
        <p:spPr>
          <a:xfrm rot="5400000" flipH="1">
            <a:off x="4062000" y="-1269000"/>
            <a:ext cx="1116000" cy="5256000"/>
          </a:xfrm>
          <a:prstGeom prst="bentConnector4">
            <a:avLst>
              <a:gd name="adj1" fmla="val -49161"/>
              <a:gd name="adj2" fmla="val 104349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3631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圆角矩形 67"/>
          <p:cNvSpPr/>
          <p:nvPr/>
        </p:nvSpPr>
        <p:spPr>
          <a:xfrm>
            <a:off x="3337059" y="1458127"/>
            <a:ext cx="2800978" cy="101199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圆角矩形 32"/>
          <p:cNvSpPr/>
          <p:nvPr/>
        </p:nvSpPr>
        <p:spPr>
          <a:xfrm>
            <a:off x="6274090" y="1458127"/>
            <a:ext cx="2374694" cy="9971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3886852" y="1779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/>
          <p:cNvSpPr txBox="1"/>
          <p:nvPr/>
        </p:nvSpPr>
        <p:spPr>
          <a:xfrm>
            <a:off x="3854555" y="2147522"/>
            <a:ext cx="2069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融合后的模型参数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3886852" y="2715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39588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43161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46734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5612927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6" name="对象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9211713"/>
              </p:ext>
            </p:extLst>
          </p:nvPr>
        </p:nvGraphicFramePr>
        <p:xfrm>
          <a:off x="5157746" y="2715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5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96" name="对象 9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57746" y="2715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3878642" y="3069001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状态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变量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7426090" y="1746127"/>
            <a:ext cx="1008000" cy="4211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endParaRPr lang="zh-CN" altLang="en-US" sz="14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6" name="直接箭头连接符 15"/>
          <p:cNvCxnSpPr>
            <a:stCxn id="2" idx="3"/>
            <a:endCxn id="12" idx="1"/>
          </p:cNvCxnSpPr>
          <p:nvPr/>
        </p:nvCxnSpPr>
        <p:spPr>
          <a:xfrm flipV="1">
            <a:off x="5902852" y="1956677"/>
            <a:ext cx="1523238" cy="267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2050068"/>
              </p:ext>
            </p:extLst>
          </p:nvPr>
        </p:nvGraphicFramePr>
        <p:xfrm>
          <a:off x="6476924" y="2002583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60" name="AxMath" r:id="rId5" imgW="235800" imgH="239040" progId="Equation.AxMath">
                  <p:embed/>
                </p:oleObj>
              </mc:Choice>
              <mc:Fallback>
                <p:oleObj name="AxMath" r:id="rId5" imgW="235800" imgH="239040" progId="Equation.AxMath">
                  <p:embed/>
                  <p:pic>
                    <p:nvPicPr>
                      <p:cNvPr id="18" name="对象 1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76924" y="2002583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肘形连接符 19"/>
          <p:cNvCxnSpPr/>
          <p:nvPr/>
        </p:nvCxnSpPr>
        <p:spPr>
          <a:xfrm flipV="1">
            <a:off x="5909573" y="1954002"/>
            <a:ext cx="576000" cy="941350"/>
          </a:xfrm>
          <a:prstGeom prst="bentConnector2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39588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/>
          <p:cNvSpPr/>
          <p:nvPr/>
        </p:nvSpPr>
        <p:spPr>
          <a:xfrm>
            <a:off x="43161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/>
          <p:cNvSpPr/>
          <p:nvPr/>
        </p:nvSpPr>
        <p:spPr>
          <a:xfrm>
            <a:off x="46734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/>
          <p:cNvSpPr/>
          <p:nvPr/>
        </p:nvSpPr>
        <p:spPr>
          <a:xfrm>
            <a:off x="5612927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7" name="对象 1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8764282"/>
              </p:ext>
            </p:extLst>
          </p:nvPr>
        </p:nvGraphicFramePr>
        <p:xfrm>
          <a:off x="5157746" y="1779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6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17" name="对象 11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57746" y="1779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" name="矩形 117"/>
          <p:cNvSpPr/>
          <p:nvPr/>
        </p:nvSpPr>
        <p:spPr>
          <a:xfrm>
            <a:off x="6922709" y="2715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/>
          <p:cNvSpPr/>
          <p:nvPr/>
        </p:nvSpPr>
        <p:spPr>
          <a:xfrm>
            <a:off x="69947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/>
          <p:cNvSpPr/>
          <p:nvPr/>
        </p:nvSpPr>
        <p:spPr>
          <a:xfrm>
            <a:off x="73520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/>
          <p:cNvSpPr/>
          <p:nvPr/>
        </p:nvSpPr>
        <p:spPr>
          <a:xfrm>
            <a:off x="77093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/>
          <p:cNvSpPr/>
          <p:nvPr/>
        </p:nvSpPr>
        <p:spPr>
          <a:xfrm>
            <a:off x="8648784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0" name="对象 1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1697526"/>
              </p:ext>
            </p:extLst>
          </p:nvPr>
        </p:nvGraphicFramePr>
        <p:xfrm>
          <a:off x="8193603" y="2715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6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30" name="对象 12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3603" y="2715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5368649" y="3873149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/>
          <p:cNvSpPr/>
          <p:nvPr/>
        </p:nvSpPr>
        <p:spPr>
          <a:xfrm>
            <a:off x="54406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/>
          <p:cNvSpPr/>
          <p:nvPr/>
        </p:nvSpPr>
        <p:spPr>
          <a:xfrm>
            <a:off x="57979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/>
          <p:cNvSpPr/>
          <p:nvPr/>
        </p:nvSpPr>
        <p:spPr>
          <a:xfrm>
            <a:off x="61552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/>
          <p:cNvSpPr/>
          <p:nvPr/>
        </p:nvSpPr>
        <p:spPr>
          <a:xfrm>
            <a:off x="7094724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1456721"/>
              </p:ext>
            </p:extLst>
          </p:nvPr>
        </p:nvGraphicFramePr>
        <p:xfrm>
          <a:off x="6639543" y="3873149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63" name="AxMath" r:id="rId9" imgW="151920" imgH="226800" progId="Equation.AxMath">
                  <p:embed/>
                </p:oleObj>
              </mc:Choice>
              <mc:Fallback>
                <p:oleObj name="AxMath" r:id="rId9" imgW="151920" imgH="2268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639543" y="3873149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2" name="对象 1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8024690"/>
              </p:ext>
            </p:extLst>
          </p:nvPr>
        </p:nvGraphicFramePr>
        <p:xfrm>
          <a:off x="6368151" y="3420216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64" name="AxMath" r:id="rId10" imgW="235800" imgH="239040" progId="Equation.AxMath">
                  <p:embed/>
                </p:oleObj>
              </mc:Choice>
              <mc:Fallback>
                <p:oleObj name="AxMath" r:id="rId10" imgW="235800" imgH="239040" progId="Equation.AxMath">
                  <p:embed/>
                  <p:pic>
                    <p:nvPicPr>
                      <p:cNvPr id="162" name="对象 16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368151" y="3420216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3" name="肘形连接符 162"/>
          <p:cNvCxnSpPr>
            <a:stCxn id="132" idx="2"/>
          </p:cNvCxnSpPr>
          <p:nvPr/>
        </p:nvCxnSpPr>
        <p:spPr>
          <a:xfrm rot="5400000" flipH="1">
            <a:off x="3881917" y="1738418"/>
            <a:ext cx="2277885" cy="2711579"/>
          </a:xfrm>
          <a:prstGeom prst="bentConnector3">
            <a:avLst>
              <a:gd name="adj1" fmla="val -10036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箭头连接符 163"/>
          <p:cNvCxnSpPr>
            <a:stCxn id="12" idx="2"/>
            <a:endCxn id="118" idx="0"/>
          </p:cNvCxnSpPr>
          <p:nvPr/>
        </p:nvCxnSpPr>
        <p:spPr>
          <a:xfrm>
            <a:off x="7930090" y="2167227"/>
            <a:ext cx="619" cy="54812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肘形连接符 3"/>
          <p:cNvCxnSpPr>
            <a:stCxn id="91" idx="2"/>
            <a:endCxn id="118" idx="2"/>
          </p:cNvCxnSpPr>
          <p:nvPr/>
        </p:nvCxnSpPr>
        <p:spPr>
          <a:xfrm rot="16200000" flipH="1">
            <a:off x="6412780" y="1557423"/>
            <a:ext cx="12700" cy="3035857"/>
          </a:xfrm>
          <a:prstGeom prst="bentConnector3">
            <a:avLst>
              <a:gd name="adj1" fmla="val 27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/>
          <p:nvPr/>
        </p:nvCxnSpPr>
        <p:spPr>
          <a:xfrm flipH="1">
            <a:off x="6373949" y="3418158"/>
            <a:ext cx="34" cy="450207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7968000" y="3069000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后的值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241945"/>
              </p:ext>
            </p:extLst>
          </p:nvPr>
        </p:nvGraphicFramePr>
        <p:xfrm>
          <a:off x="3427405" y="2031472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65" name="AxMath" r:id="rId12" imgW="235800" imgH="239040" progId="Equation.AxMath">
                  <p:embed/>
                </p:oleObj>
              </mc:Choice>
              <mc:Fallback>
                <p:oleObj name="AxMath" r:id="rId12" imgW="235800" imgH="239040" progId="Equation.AxMath">
                  <p:embed/>
                  <p:pic>
                    <p:nvPicPr>
                      <p:cNvPr id="47" name="对象 4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427405" y="2031472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2" name="肘形连接符 51"/>
          <p:cNvCxnSpPr>
            <a:stCxn id="2" idx="1"/>
          </p:cNvCxnSpPr>
          <p:nvPr/>
        </p:nvCxnSpPr>
        <p:spPr>
          <a:xfrm rot="10800000" flipH="1">
            <a:off x="3886851" y="1779352"/>
            <a:ext cx="1067783" cy="180000"/>
          </a:xfrm>
          <a:prstGeom prst="bentConnector4">
            <a:avLst>
              <a:gd name="adj1" fmla="val -21409"/>
              <a:gd name="adj2" fmla="val 227000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7008603" y="115035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差分压缩</a:t>
            </a:r>
          </a:p>
        </p:txBody>
      </p:sp>
      <p:sp>
        <p:nvSpPr>
          <p:cNvPr id="70" name="文本框 69"/>
          <p:cNvSpPr txBox="1"/>
          <p:nvPr/>
        </p:nvSpPr>
        <p:spPr>
          <a:xfrm>
            <a:off x="4150512" y="1150349"/>
            <a:ext cx="12618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压缩误差补偿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419130" y="4233149"/>
            <a:ext cx="2069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梯度的估计值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508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966616" y="1195389"/>
          <a:ext cx="4961410" cy="18305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81" name="AxMath" r:id="rId3" imgW="4664520" imgH="1721160" progId="Equation.AxMath">
                  <p:embed/>
                </p:oleObj>
              </mc:Choice>
              <mc:Fallback>
                <p:oleObj name="AxMath" r:id="rId3" imgW="4664520" imgH="1721160" progId="Equation.AxMath">
                  <p:embed/>
                  <p:pic>
                    <p:nvPicPr>
                      <p:cNvPr id="5" name="对象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66616" y="1195389"/>
                        <a:ext cx="4961410" cy="18305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6908299" y="1195555"/>
          <a:ext cx="4338638" cy="1830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82" name="AxMath" r:id="rId5" imgW="4078080" imgH="1721160" progId="Equation.AxMath">
                  <p:embed/>
                </p:oleObj>
              </mc:Choice>
              <mc:Fallback>
                <p:oleObj name="AxMath" r:id="rId5" imgW="4078080" imgH="172116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908299" y="1195555"/>
                        <a:ext cx="4338638" cy="1830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矩形 7"/>
          <p:cNvSpPr/>
          <p:nvPr/>
        </p:nvSpPr>
        <p:spPr>
          <a:xfrm>
            <a:off x="848500" y="1097005"/>
            <a:ext cx="5197642" cy="20273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531225" y="1097004"/>
            <a:ext cx="5197642" cy="20273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1169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立方体 3"/>
          <p:cNvSpPr/>
          <p:nvPr/>
        </p:nvSpPr>
        <p:spPr>
          <a:xfrm>
            <a:off x="2208000" y="2061000"/>
            <a:ext cx="504000" cy="1296000"/>
          </a:xfrm>
          <a:prstGeom prst="cube">
            <a:avLst>
              <a:gd name="adj" fmla="val 82011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立方体 4"/>
          <p:cNvSpPr/>
          <p:nvPr/>
        </p:nvSpPr>
        <p:spPr>
          <a:xfrm>
            <a:off x="3072000" y="2158374"/>
            <a:ext cx="648000" cy="1101250"/>
          </a:xfrm>
          <a:prstGeom prst="cube">
            <a:avLst>
              <a:gd name="adj" fmla="val 45219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立方体 5"/>
          <p:cNvSpPr/>
          <p:nvPr/>
        </p:nvSpPr>
        <p:spPr>
          <a:xfrm>
            <a:off x="4080000" y="2397686"/>
            <a:ext cx="432000" cy="622625"/>
          </a:xfrm>
          <a:prstGeom prst="cube">
            <a:avLst>
              <a:gd name="adj" fmla="val 45219"/>
            </a:avLst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立方体 7"/>
          <p:cNvSpPr/>
          <p:nvPr/>
        </p:nvSpPr>
        <p:spPr>
          <a:xfrm>
            <a:off x="5376000" y="2553342"/>
            <a:ext cx="504000" cy="311311"/>
          </a:xfrm>
          <a:prstGeom prst="cube">
            <a:avLst>
              <a:gd name="adj" fmla="val 2974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立方体 9"/>
          <p:cNvSpPr/>
          <p:nvPr/>
        </p:nvSpPr>
        <p:spPr>
          <a:xfrm>
            <a:off x="6240000" y="2605684"/>
            <a:ext cx="504000" cy="206626"/>
          </a:xfrm>
          <a:prstGeom prst="cube">
            <a:avLst>
              <a:gd name="adj" fmla="val 29740"/>
            </a:avLst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虚尾箭头 10"/>
          <p:cNvSpPr/>
          <p:nvPr/>
        </p:nvSpPr>
        <p:spPr>
          <a:xfrm>
            <a:off x="2784000" y="2621944"/>
            <a:ext cx="216000" cy="175316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虚尾箭头 12"/>
          <p:cNvSpPr/>
          <p:nvPr/>
        </p:nvSpPr>
        <p:spPr>
          <a:xfrm>
            <a:off x="3792000" y="2621944"/>
            <a:ext cx="216000" cy="175316"/>
          </a:xfrm>
          <a:prstGeom prst="striped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虚尾箭头 13"/>
          <p:cNvSpPr/>
          <p:nvPr/>
        </p:nvSpPr>
        <p:spPr>
          <a:xfrm>
            <a:off x="5952000" y="2621944"/>
            <a:ext cx="216000" cy="175316"/>
          </a:xfrm>
          <a:prstGeom prst="striped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虚尾箭头 14"/>
          <p:cNvSpPr/>
          <p:nvPr/>
        </p:nvSpPr>
        <p:spPr>
          <a:xfrm>
            <a:off x="5084765" y="2638934"/>
            <a:ext cx="216000" cy="175316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对象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9066581"/>
              </p:ext>
            </p:extLst>
          </p:nvPr>
        </p:nvGraphicFramePr>
        <p:xfrm>
          <a:off x="4663514" y="253204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4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63514" y="253204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2122045" y="3356998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输入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474789" y="3020311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卷积层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544847" y="3020310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池化层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55462" y="3020310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卷积</a:t>
            </a:r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椭圆 20"/>
          <p:cNvSpPr/>
          <p:nvPr/>
        </p:nvSpPr>
        <p:spPr>
          <a:xfrm>
            <a:off x="7607039" y="1864921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7607039" y="2189888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7609739" y="2514855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7609739" y="3396172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8111039" y="2335963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8108976" y="2776310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5736834" y="3020309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池化层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119183" y="2195480"/>
            <a:ext cx="72000" cy="953808"/>
          </a:xfrm>
          <a:prstGeom prst="rect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6860941" y="2681280"/>
            <a:ext cx="141300" cy="5420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右箭头 30"/>
          <p:cNvSpPr/>
          <p:nvPr/>
        </p:nvSpPr>
        <p:spPr>
          <a:xfrm>
            <a:off x="7306774" y="2683670"/>
            <a:ext cx="141300" cy="5420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2" name="对象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5648174"/>
              </p:ext>
            </p:extLst>
          </p:nvPr>
        </p:nvGraphicFramePr>
        <p:xfrm>
          <a:off x="7569911" y="2797260"/>
          <a:ext cx="172514" cy="256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4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6" name="对象 1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569911" y="2797260"/>
                        <a:ext cx="172514" cy="2569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0859532"/>
              </p:ext>
            </p:extLst>
          </p:nvPr>
        </p:nvGraphicFramePr>
        <p:xfrm>
          <a:off x="7569911" y="2959185"/>
          <a:ext cx="172514" cy="256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4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2" name="对象 3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569911" y="2959185"/>
                        <a:ext cx="172514" cy="2569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" name="直接连接符 34"/>
          <p:cNvCxnSpPr>
            <a:stCxn id="21" idx="6"/>
            <a:endCxn id="25" idx="1"/>
          </p:cNvCxnSpPr>
          <p:nvPr/>
        </p:nvCxnSpPr>
        <p:spPr>
          <a:xfrm>
            <a:off x="7679039" y="1900921"/>
            <a:ext cx="442544" cy="445586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>
            <a:stCxn id="21" idx="6"/>
            <a:endCxn id="26" idx="1"/>
          </p:cNvCxnSpPr>
          <p:nvPr/>
        </p:nvCxnSpPr>
        <p:spPr>
          <a:xfrm>
            <a:off x="7679039" y="1900921"/>
            <a:ext cx="440481" cy="885933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stCxn id="22" idx="6"/>
            <a:endCxn id="25" idx="2"/>
          </p:cNvCxnSpPr>
          <p:nvPr/>
        </p:nvCxnSpPr>
        <p:spPr>
          <a:xfrm>
            <a:off x="7679039" y="2225888"/>
            <a:ext cx="432000" cy="146075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>
            <a:stCxn id="22" idx="6"/>
            <a:endCxn id="26" idx="1"/>
          </p:cNvCxnSpPr>
          <p:nvPr/>
        </p:nvCxnSpPr>
        <p:spPr>
          <a:xfrm>
            <a:off x="7679039" y="2225888"/>
            <a:ext cx="440481" cy="560966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/>
          <p:cNvCxnSpPr>
            <a:stCxn id="23" idx="6"/>
            <a:endCxn id="25" idx="2"/>
          </p:cNvCxnSpPr>
          <p:nvPr/>
        </p:nvCxnSpPr>
        <p:spPr>
          <a:xfrm flipV="1">
            <a:off x="7681739" y="2371963"/>
            <a:ext cx="429300" cy="178892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23" idx="6"/>
            <a:endCxn id="26" idx="2"/>
          </p:cNvCxnSpPr>
          <p:nvPr/>
        </p:nvCxnSpPr>
        <p:spPr>
          <a:xfrm>
            <a:off x="7681739" y="2550855"/>
            <a:ext cx="427237" cy="261455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24" idx="7"/>
            <a:endCxn id="25" idx="2"/>
          </p:cNvCxnSpPr>
          <p:nvPr/>
        </p:nvCxnSpPr>
        <p:spPr>
          <a:xfrm flipV="1">
            <a:off x="7671195" y="2371963"/>
            <a:ext cx="439844" cy="1034753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/>
          <p:cNvCxnSpPr>
            <a:stCxn id="26" idx="2"/>
            <a:endCxn id="24" idx="7"/>
          </p:cNvCxnSpPr>
          <p:nvPr/>
        </p:nvCxnSpPr>
        <p:spPr>
          <a:xfrm flipH="1">
            <a:off x="7671195" y="2812310"/>
            <a:ext cx="437781" cy="594406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7377424" y="3468172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全连接</a:t>
            </a:r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7924210" y="2958495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63" name="直接连接符 62"/>
          <p:cNvCxnSpPr/>
          <p:nvPr/>
        </p:nvCxnSpPr>
        <p:spPr>
          <a:xfrm>
            <a:off x="2860398" y="2830956"/>
            <a:ext cx="0" cy="202405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>
            <a:off x="3868012" y="2830955"/>
            <a:ext cx="0" cy="202405"/>
          </a:xfrm>
          <a:prstGeom prst="line">
            <a:avLst/>
          </a:prstGeom>
          <a:ln w="15875">
            <a:solidFill>
              <a:srgbClr val="DBDBD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/>
          <p:nvPr/>
        </p:nvCxnSpPr>
        <p:spPr>
          <a:xfrm>
            <a:off x="5178627" y="2851830"/>
            <a:ext cx="0" cy="202405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/>
          <p:nvPr/>
        </p:nvCxnSpPr>
        <p:spPr>
          <a:xfrm>
            <a:off x="6059999" y="2839549"/>
            <a:ext cx="0" cy="202405"/>
          </a:xfrm>
          <a:prstGeom prst="line">
            <a:avLst/>
          </a:prstGeom>
          <a:ln w="15875">
            <a:solidFill>
              <a:srgbClr val="DBDBD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869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7989</TotalTime>
  <Words>751</Words>
  <Application>Microsoft Office PowerPoint</Application>
  <PresentationFormat>宽屏</PresentationFormat>
  <Paragraphs>411</Paragraphs>
  <Slides>28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5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YanChangzhi</cp:lastModifiedBy>
  <cp:revision>83</cp:revision>
  <dcterms:created xsi:type="dcterms:W3CDTF">2023-12-04T03:10:27Z</dcterms:created>
  <dcterms:modified xsi:type="dcterms:W3CDTF">2024-03-22T07:08:17Z</dcterms:modified>
</cp:coreProperties>
</file>