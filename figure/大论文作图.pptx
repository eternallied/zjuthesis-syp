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/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3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/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4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/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5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7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8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9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0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1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2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3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4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5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6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7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8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39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40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41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42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43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44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45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8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9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0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1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2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3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4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5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6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7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8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59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0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1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2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3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4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5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6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7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8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69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70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71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72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73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74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75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76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3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4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7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8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9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0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1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2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4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5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6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7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8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89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0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1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2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3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4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5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7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8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9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0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4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5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6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7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8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09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0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1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2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3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4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5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6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8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19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20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21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22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23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324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36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37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38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39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0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1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2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3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4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5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6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7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8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49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0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1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2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3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4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5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6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7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8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59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60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61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62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63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864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65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66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67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6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6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0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1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2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3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4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5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6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7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8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79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0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1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2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3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4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5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6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7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8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8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0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1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2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3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9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2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3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4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5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6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7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8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09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0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1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2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3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4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6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7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8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1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0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1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2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3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4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5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6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7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8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29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0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1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2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3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4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5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6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7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8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39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0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1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2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3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4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5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6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7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8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49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50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59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6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1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7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8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8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2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6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8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99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00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0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0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03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404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2561</TotalTime>
  <Words>414</Words>
  <Application>Microsoft Office PowerPoint</Application>
  <PresentationFormat>宽屏</PresentationFormat>
  <Paragraphs>187</Paragraphs>
  <Slides>13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YanChangzhi</cp:lastModifiedBy>
  <cp:revision>24</cp:revision>
  <dcterms:created xsi:type="dcterms:W3CDTF">2023-12-04T03:10:27Z</dcterms:created>
  <dcterms:modified xsi:type="dcterms:W3CDTF">2023-12-11T02:23:01Z</dcterms:modified>
</cp:coreProperties>
</file>