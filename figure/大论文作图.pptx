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8" d="100"/>
          <a:sy n="148" d="100"/>
        </p:scale>
        <p:origin x="11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C2D6EB-C800-464F-A79F-2EE684CA1913}" type="datetimeFigureOut">
              <a:rPr lang="zh-CN" altLang="en-US" smtClean="0"/>
              <a:t>2023/12/7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EB1B89-FE84-4367-815D-74F6C5AC79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3607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59906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7855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3055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5938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98689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6444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2023/12/7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9730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2023/12/7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5113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2023/12/7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1608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5210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03987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880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0900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936331-16FD-497A-8586-31CE5CA58C54}" type="datetimeFigureOut">
              <a:rPr lang="zh-CN" altLang="en-US" smtClean="0"/>
              <a:t>2023/12/7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52301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" name="组合 106"/>
          <p:cNvGrpSpPr/>
          <p:nvPr/>
        </p:nvGrpSpPr>
        <p:grpSpPr>
          <a:xfrm>
            <a:off x="276028" y="0"/>
            <a:ext cx="11679997" cy="6641479"/>
            <a:chOff x="276028" y="0"/>
            <a:chExt cx="11679997" cy="6641479"/>
          </a:xfrm>
        </p:grpSpPr>
        <p:pic>
          <p:nvPicPr>
            <p:cNvPr id="68" name="图片 6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0117" y="0"/>
              <a:ext cx="11525908" cy="6641479"/>
            </a:xfrm>
            <a:prstGeom prst="rect">
              <a:avLst/>
            </a:prstGeom>
          </p:spPr>
        </p:pic>
        <p:sp>
          <p:nvSpPr>
            <p:cNvPr id="73" name="圆角矩形 72"/>
            <p:cNvSpPr/>
            <p:nvPr/>
          </p:nvSpPr>
          <p:spPr>
            <a:xfrm>
              <a:off x="1530086" y="5993236"/>
              <a:ext cx="1612490" cy="403123"/>
            </a:xfrm>
            <a:prstGeom prst="round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1464725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4" name="圆角矩形 73"/>
            <p:cNvSpPr/>
            <p:nvPr/>
          </p:nvSpPr>
          <p:spPr>
            <a:xfrm>
              <a:off x="3924241" y="5993236"/>
              <a:ext cx="1612490" cy="403123"/>
            </a:xfrm>
            <a:prstGeom prst="round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5" name="文本框 74"/>
            <p:cNvSpPr txBox="1"/>
            <p:nvPr/>
          </p:nvSpPr>
          <p:spPr>
            <a:xfrm>
              <a:off x="3858880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6" name="圆角矩形 75"/>
            <p:cNvSpPr/>
            <p:nvPr/>
          </p:nvSpPr>
          <p:spPr>
            <a:xfrm>
              <a:off x="6183997" y="5993236"/>
              <a:ext cx="1612490" cy="403123"/>
            </a:xfrm>
            <a:prstGeom prst="round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7" name="文本框 76"/>
            <p:cNvSpPr txBox="1"/>
            <p:nvPr/>
          </p:nvSpPr>
          <p:spPr>
            <a:xfrm>
              <a:off x="6118636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8" name="圆角矩形 77"/>
            <p:cNvSpPr/>
            <p:nvPr/>
          </p:nvSpPr>
          <p:spPr>
            <a:xfrm>
              <a:off x="8531342" y="5993185"/>
              <a:ext cx="1612490" cy="403123"/>
            </a:xfrm>
            <a:prstGeom prst="round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9" name="文本框 78"/>
            <p:cNvSpPr txBox="1"/>
            <p:nvPr/>
          </p:nvSpPr>
          <p:spPr>
            <a:xfrm>
              <a:off x="8465981" y="5957974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1" name="矩形 80"/>
            <p:cNvSpPr/>
            <p:nvPr/>
          </p:nvSpPr>
          <p:spPr>
            <a:xfrm>
              <a:off x="9578340" y="5448300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2" name="矩形 81"/>
            <p:cNvSpPr/>
            <p:nvPr/>
          </p:nvSpPr>
          <p:spPr>
            <a:xfrm>
              <a:off x="10005060" y="5466894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3" name="矩形 82"/>
            <p:cNvSpPr/>
            <p:nvPr/>
          </p:nvSpPr>
          <p:spPr>
            <a:xfrm>
              <a:off x="10614905" y="4917440"/>
              <a:ext cx="1341120" cy="3276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4" name="矩形 83"/>
            <p:cNvSpPr/>
            <p:nvPr/>
          </p:nvSpPr>
          <p:spPr>
            <a:xfrm>
              <a:off x="84505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5" name="矩形 84"/>
            <p:cNvSpPr/>
            <p:nvPr/>
          </p:nvSpPr>
          <p:spPr>
            <a:xfrm>
              <a:off x="6118636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6" name="矩形 85"/>
            <p:cNvSpPr/>
            <p:nvPr/>
          </p:nvSpPr>
          <p:spPr>
            <a:xfrm>
              <a:off x="38588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7" name="矩形 86"/>
            <p:cNvSpPr/>
            <p:nvPr/>
          </p:nvSpPr>
          <p:spPr>
            <a:xfrm>
              <a:off x="1599124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9" name="文本框 88"/>
            <p:cNvSpPr txBox="1"/>
            <p:nvPr/>
          </p:nvSpPr>
          <p:spPr>
            <a:xfrm>
              <a:off x="10401168" y="4917440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参数更新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0" name="文本框 89"/>
            <p:cNvSpPr txBox="1"/>
            <p:nvPr/>
          </p:nvSpPr>
          <p:spPr>
            <a:xfrm>
              <a:off x="1749276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2" name="文本框 91"/>
            <p:cNvSpPr txBox="1"/>
            <p:nvPr/>
          </p:nvSpPr>
          <p:spPr>
            <a:xfrm>
              <a:off x="4127945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3" name="文本框 92"/>
            <p:cNvSpPr txBox="1"/>
            <p:nvPr/>
          </p:nvSpPr>
          <p:spPr>
            <a:xfrm>
              <a:off x="6421558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4" name="文本框 93"/>
            <p:cNvSpPr txBox="1"/>
            <p:nvPr/>
          </p:nvSpPr>
          <p:spPr>
            <a:xfrm>
              <a:off x="8747579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6" name="矩形 95"/>
            <p:cNvSpPr/>
            <p:nvPr/>
          </p:nvSpPr>
          <p:spPr>
            <a:xfrm>
              <a:off x="8342088" y="1674568"/>
              <a:ext cx="1662972" cy="489511"/>
            </a:xfrm>
            <a:prstGeom prst="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7" name="矩形 96"/>
            <p:cNvSpPr/>
            <p:nvPr/>
          </p:nvSpPr>
          <p:spPr>
            <a:xfrm>
              <a:off x="6025294" y="1674568"/>
              <a:ext cx="1662972" cy="489511"/>
            </a:xfrm>
            <a:prstGeom prst="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8" name="矩形 97"/>
            <p:cNvSpPr/>
            <p:nvPr/>
          </p:nvSpPr>
          <p:spPr>
            <a:xfrm>
              <a:off x="3697953" y="1661789"/>
              <a:ext cx="1662972" cy="489511"/>
            </a:xfrm>
            <a:prstGeom prst="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9" name="矩形 98"/>
            <p:cNvSpPr/>
            <p:nvPr/>
          </p:nvSpPr>
          <p:spPr>
            <a:xfrm>
              <a:off x="1438198" y="1674568"/>
              <a:ext cx="1662972" cy="489511"/>
            </a:xfrm>
            <a:prstGeom prst="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5" name="文本框 94"/>
            <p:cNvSpPr txBox="1"/>
            <p:nvPr/>
          </p:nvSpPr>
          <p:spPr>
            <a:xfrm>
              <a:off x="8354744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0" name="文本框 99"/>
            <p:cNvSpPr txBox="1"/>
            <p:nvPr/>
          </p:nvSpPr>
          <p:spPr>
            <a:xfrm>
              <a:off x="6085110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1" name="文本框 100"/>
            <p:cNvSpPr txBox="1"/>
            <p:nvPr/>
          </p:nvSpPr>
          <p:spPr>
            <a:xfrm>
              <a:off x="3763043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2" name="文本框 101"/>
            <p:cNvSpPr txBox="1"/>
            <p:nvPr/>
          </p:nvSpPr>
          <p:spPr>
            <a:xfrm>
              <a:off x="1436303" y="1682800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4" name="矩形 103"/>
            <p:cNvSpPr/>
            <p:nvPr/>
          </p:nvSpPr>
          <p:spPr>
            <a:xfrm>
              <a:off x="276028" y="620166"/>
              <a:ext cx="2934531" cy="5787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3" name="文本框 102"/>
            <p:cNvSpPr txBox="1"/>
            <p:nvPr/>
          </p:nvSpPr>
          <p:spPr>
            <a:xfrm>
              <a:off x="1848743" y="880744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通信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5" name="矩形 104"/>
            <p:cNvSpPr/>
            <p:nvPr/>
          </p:nvSpPr>
          <p:spPr>
            <a:xfrm>
              <a:off x="4214046" y="150252"/>
              <a:ext cx="3245710" cy="479708"/>
            </a:xfrm>
            <a:prstGeom prst="rect">
              <a:avLst/>
            </a:prstGeom>
            <a:solidFill>
              <a:srgbClr val="F7B17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6" name="文本框 105"/>
            <p:cNvSpPr txBox="1"/>
            <p:nvPr/>
          </p:nvSpPr>
          <p:spPr>
            <a:xfrm>
              <a:off x="5051282" y="168295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数据平均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11675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/>
          <p:cNvGrpSpPr/>
          <p:nvPr/>
        </p:nvGrpSpPr>
        <p:grpSpPr>
          <a:xfrm>
            <a:off x="1613127" y="0"/>
            <a:ext cx="8655044" cy="6858000"/>
            <a:chOff x="8548406" y="-289560"/>
            <a:chExt cx="7526125" cy="5963478"/>
          </a:xfrm>
        </p:grpSpPr>
        <p:grpSp>
          <p:nvGrpSpPr>
            <p:cNvPr id="37" name="组合 36"/>
            <p:cNvGrpSpPr/>
            <p:nvPr/>
          </p:nvGrpSpPr>
          <p:grpSpPr>
            <a:xfrm>
              <a:off x="8548406" y="-289560"/>
              <a:ext cx="7526125" cy="5963478"/>
              <a:chOff x="8548406" y="-289560"/>
              <a:chExt cx="7526125" cy="5963478"/>
            </a:xfrm>
          </p:grpSpPr>
          <p:pic>
            <p:nvPicPr>
              <p:cNvPr id="42" name="图片 41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48406" y="-289560"/>
                <a:ext cx="7486650" cy="5945280"/>
              </a:xfrm>
              <a:prstGeom prst="rect">
                <a:avLst/>
              </a:prstGeom>
            </p:spPr>
          </p:pic>
          <p:sp>
            <p:nvSpPr>
              <p:cNvPr id="43" name="矩形 42"/>
              <p:cNvSpPr/>
              <p:nvPr/>
            </p:nvSpPr>
            <p:spPr>
              <a:xfrm>
                <a:off x="8672229" y="-198232"/>
                <a:ext cx="1114426" cy="58721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4" name="流程图: 终止 43"/>
              <p:cNvSpPr/>
              <p:nvPr/>
            </p:nvSpPr>
            <p:spPr>
              <a:xfrm>
                <a:off x="1015813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5" name="流程图: 终止 44"/>
              <p:cNvSpPr/>
              <p:nvPr/>
            </p:nvSpPr>
            <p:spPr>
              <a:xfrm>
                <a:off x="1144400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6" name="流程图: 终止 45"/>
              <p:cNvSpPr/>
              <p:nvPr/>
            </p:nvSpPr>
            <p:spPr>
              <a:xfrm>
                <a:off x="1272988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7" name="流程图: 终止 46"/>
              <p:cNvSpPr/>
              <p:nvPr/>
            </p:nvSpPr>
            <p:spPr>
              <a:xfrm>
                <a:off x="1401575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10045450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11344788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12617278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3911073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2" name="文本框 51"/>
              <p:cNvSpPr txBox="1"/>
              <p:nvPr/>
            </p:nvSpPr>
            <p:spPr>
              <a:xfrm>
                <a:off x="9212851" y="2611643"/>
                <a:ext cx="654025" cy="6690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模型</a:t>
                </a:r>
                <a:endPara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划分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14927060" y="3679930"/>
                <a:ext cx="114747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参数更新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4" name="矩形 53"/>
              <p:cNvSpPr/>
              <p:nvPr/>
            </p:nvSpPr>
            <p:spPr>
              <a:xfrm>
                <a:off x="13082305" y="3732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5" name="矩形 54"/>
              <p:cNvSpPr/>
              <p:nvPr/>
            </p:nvSpPr>
            <p:spPr>
              <a:xfrm>
                <a:off x="9786655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6" name="矩形 55"/>
              <p:cNvSpPr/>
              <p:nvPr/>
            </p:nvSpPr>
            <p:spPr>
              <a:xfrm>
                <a:off x="10575479" y="1019480"/>
                <a:ext cx="1143000" cy="3048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7" name="矩形 56"/>
              <p:cNvSpPr/>
              <p:nvPr/>
            </p:nvSpPr>
            <p:spPr>
              <a:xfrm>
                <a:off x="12882280" y="989417"/>
                <a:ext cx="1143000" cy="31432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8" name="矩形 57"/>
              <p:cNvSpPr/>
              <p:nvPr/>
            </p:nvSpPr>
            <p:spPr>
              <a:xfrm>
                <a:off x="13871129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12993485" y="397496"/>
                <a:ext cx="188764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前向和反向传播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10158130" y="1573418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1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1093194" y="904376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2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12850202" y="907500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3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14015755" y="1543355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4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pic>
            <p:nvPicPr>
              <p:cNvPr id="64" name="图片 63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755339" y="4714435"/>
                <a:ext cx="1257300" cy="323850"/>
              </a:xfrm>
              <a:prstGeom prst="rect">
                <a:avLst/>
              </a:prstGeom>
            </p:spPr>
          </p:pic>
        </p:grpSp>
        <p:sp>
          <p:nvSpPr>
            <p:cNvPr id="38" name="文本框 37"/>
            <p:cNvSpPr txBox="1"/>
            <p:nvPr/>
          </p:nvSpPr>
          <p:spPr>
            <a:xfrm>
              <a:off x="9927521" y="-113282"/>
              <a:ext cx="1024807" cy="374684"/>
            </a:xfrm>
            <a:prstGeom prst="rect">
              <a:avLst/>
            </a:prstGeom>
            <a:solidFill>
              <a:srgbClr val="C4D6A0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1198745" y="-113282"/>
              <a:ext cx="1024807" cy="374684"/>
            </a:xfrm>
            <a:prstGeom prst="rect">
              <a:avLst/>
            </a:prstGeom>
            <a:solidFill>
              <a:srgbClr val="D9958F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2469969" y="-113282"/>
              <a:ext cx="1024807" cy="374684"/>
            </a:xfrm>
            <a:prstGeom prst="rect">
              <a:avLst/>
            </a:prstGeom>
            <a:solidFill>
              <a:srgbClr val="FCB803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3741194" y="-109809"/>
              <a:ext cx="1024807" cy="374684"/>
            </a:xfrm>
            <a:prstGeom prst="rect">
              <a:avLst/>
            </a:prstGeom>
            <a:solidFill>
              <a:srgbClr val="8CB3F2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0433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6663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6663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1200759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研究内容一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77430" y="1536187"/>
            <a:ext cx="31854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面向一般拓扑的训练时间预测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430716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430716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537717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</a:t>
            </a:r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内容二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4677859" y="1397688"/>
            <a:ext cx="289757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面向高效通信的参数同步拓扑优化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4507513" y="2062487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基于通信约束的优化问题设计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4507513" y="2875281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参数同步拓扑优化问题求解框架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2" name="加号 41"/>
          <p:cNvSpPr/>
          <p:nvPr/>
        </p:nvSpPr>
        <p:spPr>
          <a:xfrm>
            <a:off x="5996405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347161" y="2067246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</a:t>
            </a:r>
            <a:r>
              <a:rPr lang="en-US" altLang="zh-CN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MLP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的计算时间预测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7" name="文本框 46"/>
          <p:cNvSpPr txBox="1"/>
          <p:nvPr/>
        </p:nvSpPr>
        <p:spPr>
          <a:xfrm>
            <a:off x="347162" y="2875281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基于分析模型的通信时间预测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8" name="加号 47"/>
          <p:cNvSpPr/>
          <p:nvPr/>
        </p:nvSpPr>
        <p:spPr>
          <a:xfrm>
            <a:off x="1755874" y="2535049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854769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854769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961770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</a:t>
            </a:r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内容三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8547696" y="1536187"/>
            <a:ext cx="360707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带宽自适应的通信数据压缩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8656320" y="2067246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基于数据映射的量化策略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8656320" y="2867921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带宽自适应量化分布式训练算法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5" name="加号 54"/>
          <p:cNvSpPr/>
          <p:nvPr/>
        </p:nvSpPr>
        <p:spPr>
          <a:xfrm>
            <a:off x="10268824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4507513" y="4930003"/>
            <a:ext cx="3206384" cy="52578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4528410" y="5008227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提高分布式深度学习训练效率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0" name="任意多边形 109"/>
          <p:cNvSpPr/>
          <p:nvPr/>
        </p:nvSpPr>
        <p:spPr>
          <a:xfrm>
            <a:off x="1834174" y="3436620"/>
            <a:ext cx="8584950" cy="1445627"/>
          </a:xfrm>
          <a:custGeom>
            <a:avLst/>
            <a:gdLst>
              <a:gd name="connsiteX0" fmla="*/ 0 w 8584950"/>
              <a:gd name="connsiteY0" fmla="*/ 0 h 1445627"/>
              <a:gd name="connsiteX1" fmla="*/ 72000 w 8584950"/>
              <a:gd name="connsiteY1" fmla="*/ 0 h 1445627"/>
              <a:gd name="connsiteX2" fmla="*/ 72000 w 8584950"/>
              <a:gd name="connsiteY2" fmla="*/ 900000 h 1445627"/>
              <a:gd name="connsiteX3" fmla="*/ 4244145 w 8584950"/>
              <a:gd name="connsiteY3" fmla="*/ 900000 h 1445627"/>
              <a:gd name="connsiteX4" fmla="*/ 4244145 w 8584950"/>
              <a:gd name="connsiteY4" fmla="*/ 5447 h 1445627"/>
              <a:gd name="connsiteX5" fmla="*/ 4324155 w 8584950"/>
              <a:gd name="connsiteY5" fmla="*/ 5447 h 1445627"/>
              <a:gd name="connsiteX6" fmla="*/ 4324155 w 8584950"/>
              <a:gd name="connsiteY6" fmla="*/ 900000 h 1445627"/>
              <a:gd name="connsiteX7" fmla="*/ 8512950 w 8584950"/>
              <a:gd name="connsiteY7" fmla="*/ 900000 h 1445627"/>
              <a:gd name="connsiteX8" fmla="*/ 8512950 w 8584950"/>
              <a:gd name="connsiteY8" fmla="*/ 0 h 1445627"/>
              <a:gd name="connsiteX9" fmla="*/ 8584950 w 8584950"/>
              <a:gd name="connsiteY9" fmla="*/ 0 h 1445627"/>
              <a:gd name="connsiteX10" fmla="*/ 8584950 w 8584950"/>
              <a:gd name="connsiteY10" fmla="*/ 900000 h 1445627"/>
              <a:gd name="connsiteX11" fmla="*/ 8584950 w 8584950"/>
              <a:gd name="connsiteY11" fmla="*/ 972000 h 1445627"/>
              <a:gd name="connsiteX12" fmla="*/ 4324155 w 8584950"/>
              <a:gd name="connsiteY12" fmla="*/ 972000 h 1445627"/>
              <a:gd name="connsiteX13" fmla="*/ 4324155 w 8584950"/>
              <a:gd name="connsiteY13" fmla="*/ 1314503 h 1445627"/>
              <a:gd name="connsiteX14" fmla="*/ 4364160 w 8584950"/>
              <a:gd name="connsiteY14" fmla="*/ 1314503 h 1445627"/>
              <a:gd name="connsiteX15" fmla="*/ 4284150 w 8584950"/>
              <a:gd name="connsiteY15" fmla="*/ 1445627 h 1445627"/>
              <a:gd name="connsiteX16" fmla="*/ 4204140 w 8584950"/>
              <a:gd name="connsiteY16" fmla="*/ 1314503 h 1445627"/>
              <a:gd name="connsiteX17" fmla="*/ 4244145 w 8584950"/>
              <a:gd name="connsiteY17" fmla="*/ 1314503 h 1445627"/>
              <a:gd name="connsiteX18" fmla="*/ 4244145 w 8584950"/>
              <a:gd name="connsiteY18" fmla="*/ 972000 h 1445627"/>
              <a:gd name="connsiteX19" fmla="*/ 0 w 8584950"/>
              <a:gd name="connsiteY19" fmla="*/ 972000 h 1445627"/>
              <a:gd name="connsiteX20" fmla="*/ 0 w 8584950"/>
              <a:gd name="connsiteY20" fmla="*/ 900000 h 1445627"/>
              <a:gd name="connsiteX21" fmla="*/ 0 w 8584950"/>
              <a:gd name="connsiteY21" fmla="*/ 900000 h 1445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8584950" h="1445627">
                <a:moveTo>
                  <a:pt x="0" y="0"/>
                </a:moveTo>
                <a:lnTo>
                  <a:pt x="72000" y="0"/>
                </a:lnTo>
                <a:lnTo>
                  <a:pt x="72000" y="900000"/>
                </a:lnTo>
                <a:lnTo>
                  <a:pt x="4244145" y="900000"/>
                </a:lnTo>
                <a:lnTo>
                  <a:pt x="4244145" y="5447"/>
                </a:lnTo>
                <a:lnTo>
                  <a:pt x="4324155" y="5447"/>
                </a:lnTo>
                <a:lnTo>
                  <a:pt x="4324155" y="900000"/>
                </a:lnTo>
                <a:lnTo>
                  <a:pt x="8512950" y="900000"/>
                </a:lnTo>
                <a:lnTo>
                  <a:pt x="8512950" y="0"/>
                </a:lnTo>
                <a:lnTo>
                  <a:pt x="8584950" y="0"/>
                </a:lnTo>
                <a:lnTo>
                  <a:pt x="8584950" y="900000"/>
                </a:lnTo>
                <a:lnTo>
                  <a:pt x="8584950" y="972000"/>
                </a:lnTo>
                <a:lnTo>
                  <a:pt x="4324155" y="972000"/>
                </a:lnTo>
                <a:lnTo>
                  <a:pt x="4324155" y="1314503"/>
                </a:lnTo>
                <a:lnTo>
                  <a:pt x="4364160" y="1314503"/>
                </a:lnTo>
                <a:lnTo>
                  <a:pt x="4284150" y="1445627"/>
                </a:lnTo>
                <a:lnTo>
                  <a:pt x="4204140" y="1314503"/>
                </a:lnTo>
                <a:lnTo>
                  <a:pt x="4244145" y="1314503"/>
                </a:lnTo>
                <a:lnTo>
                  <a:pt x="4244145" y="972000"/>
                </a:lnTo>
                <a:lnTo>
                  <a:pt x="0" y="972000"/>
                </a:lnTo>
                <a:lnTo>
                  <a:pt x="0" y="900000"/>
                </a:lnTo>
                <a:lnTo>
                  <a:pt x="0" y="90000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" name="文本框 110"/>
          <p:cNvSpPr txBox="1"/>
          <p:nvPr/>
        </p:nvSpPr>
        <p:spPr>
          <a:xfrm>
            <a:off x="1923514" y="3536576"/>
            <a:ext cx="1826141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确定合适集群规模</a:t>
            </a:r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分析性能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瓶颈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8791149" y="3536576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减少通信数据量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合理利用资源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3" name="文本框 112"/>
          <p:cNvSpPr txBox="1"/>
          <p:nvPr/>
        </p:nvSpPr>
        <p:spPr>
          <a:xfrm>
            <a:off x="6171664" y="3520161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提高一致性速度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减少通信开销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721552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724</TotalTime>
  <Words>167</Words>
  <Application>Microsoft Office PowerPoint</Application>
  <PresentationFormat>宽屏</PresentationFormat>
  <Paragraphs>52</Paragraphs>
  <Slides>3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8" baseType="lpstr">
      <vt:lpstr>等线</vt:lpstr>
      <vt:lpstr>等线 Light</vt:lpstr>
      <vt:lpstr>宋体</vt:lpstr>
      <vt:lpstr>Arial</vt:lpstr>
      <vt:lpstr>Office 主题​​</vt:lpstr>
      <vt:lpstr>PowerPoint 演示文稿</vt:lpstr>
      <vt:lpstr>PowerPoint 演示文稿</vt:lpstr>
      <vt:lpstr>PowerPoint 演示文稿</vt:lpstr>
    </vt:vector>
  </TitlesOfParts>
  <Company>ZJU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YanChangzhi</dc:creator>
  <cp:lastModifiedBy>ycz</cp:lastModifiedBy>
  <cp:revision>2</cp:revision>
  <dcterms:created xsi:type="dcterms:W3CDTF">2023-12-04T03:10:27Z</dcterms:created>
  <dcterms:modified xsi:type="dcterms:W3CDTF">2023-12-07T14:15:48Z</dcterms:modified>
</cp:coreProperties>
</file>