
<file path=[Content_Types].xml><?xml version="1.0" encoding="utf-8"?>
<Types xmlns="http://schemas.openxmlformats.org/package/2006/content-types">
  <Default Extension="png" ContentType="image/png"/>
  <Default Extension="bin" ContentType="application/vnd.openxmlformats-officedocument.oleObject"/>
  <Default Extension="wmf" ContentType="image/x-wmf"/>
  <Default Extension="jpeg" ContentType="image/jpeg"/>
  <Default Extension="rels" ContentType="application/vnd.openxmlformats-package.relationships+xml"/>
  <Default Extension="xml" ContentType="application/xml"/>
  <Default Extension="vml" ContentType="application/vnd.openxmlformats-officedocument.vmlDrawing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7" r:id="rId11"/>
    <p:sldId id="266" r:id="rId12"/>
    <p:sldId id="268" r:id="rId13"/>
    <p:sldId id="269" r:id="rId14"/>
    <p:sldId id="270" r:id="rId15"/>
    <p:sldId id="273" r:id="rId16"/>
    <p:sldId id="274" r:id="rId17"/>
    <p:sldId id="275" r:id="rId18"/>
    <p:sldId id="276" r:id="rId19"/>
    <p:sldId id="277" r:id="rId20"/>
    <p:sldId id="278" r:id="rId21"/>
    <p:sldId id="279" r:id="rId22"/>
    <p:sldId id="280" r:id="rId23"/>
  </p:sldIdLst>
  <p:sldSz cx="12192000" cy="6858000"/>
  <p:notesSz cx="6858000" cy="9144000"/>
  <p:defaultTextStyle>
    <a:defPPr>
      <a:defRPr lang="zh-CN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7BBDD7"/>
    <a:srgbClr val="E2F0D9"/>
    <a:srgbClr val="F2F2F2"/>
    <a:srgbClr val="CCFFCC"/>
    <a:srgbClr val="99FFCC"/>
    <a:srgbClr val="00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度样式 2 - 强调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无样式，无网格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51" d="100"/>
          <a:sy n="151" d="100"/>
        </p:scale>
        <p:origin x="576" y="138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0" cy="720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drawings/_rels/vmlDrawing1.vml.rels><?xml version="1.0" encoding="UTF-8" standalone="yes"?>
<Relationships xmlns="http://schemas.openxmlformats.org/package/2006/relationships"><Relationship Id="rId3" Type="http://schemas.openxmlformats.org/officeDocument/2006/relationships/image" Target="../media/image6.wmf"/><Relationship Id="rId2" Type="http://schemas.openxmlformats.org/officeDocument/2006/relationships/image" Target="../media/image5.wmf"/><Relationship Id="rId1" Type="http://schemas.openxmlformats.org/officeDocument/2006/relationships/image" Target="../media/image4.wmf"/></Relationships>
</file>

<file path=ppt/drawings/_rels/vmlDrawing2.vml.rels><?xml version="1.0" encoding="UTF-8" standalone="yes"?>
<Relationships xmlns="http://schemas.openxmlformats.org/package/2006/relationships"><Relationship Id="rId8" Type="http://schemas.openxmlformats.org/officeDocument/2006/relationships/image" Target="../media/image14.wmf"/><Relationship Id="rId13" Type="http://schemas.openxmlformats.org/officeDocument/2006/relationships/image" Target="../media/image19.wmf"/><Relationship Id="rId18" Type="http://schemas.openxmlformats.org/officeDocument/2006/relationships/image" Target="../media/image24.wmf"/><Relationship Id="rId3" Type="http://schemas.openxmlformats.org/officeDocument/2006/relationships/image" Target="../media/image9.wmf"/><Relationship Id="rId21" Type="http://schemas.openxmlformats.org/officeDocument/2006/relationships/image" Target="../media/image27.wmf"/><Relationship Id="rId7" Type="http://schemas.openxmlformats.org/officeDocument/2006/relationships/image" Target="../media/image13.wmf"/><Relationship Id="rId12" Type="http://schemas.openxmlformats.org/officeDocument/2006/relationships/image" Target="../media/image18.wmf"/><Relationship Id="rId17" Type="http://schemas.openxmlformats.org/officeDocument/2006/relationships/image" Target="../media/image23.wmf"/><Relationship Id="rId2" Type="http://schemas.openxmlformats.org/officeDocument/2006/relationships/image" Target="../media/image8.wmf"/><Relationship Id="rId16" Type="http://schemas.openxmlformats.org/officeDocument/2006/relationships/image" Target="../media/image22.wmf"/><Relationship Id="rId20" Type="http://schemas.openxmlformats.org/officeDocument/2006/relationships/image" Target="../media/image26.wmf"/><Relationship Id="rId1" Type="http://schemas.openxmlformats.org/officeDocument/2006/relationships/image" Target="../media/image7.wmf"/><Relationship Id="rId6" Type="http://schemas.openxmlformats.org/officeDocument/2006/relationships/image" Target="../media/image12.wmf"/><Relationship Id="rId11" Type="http://schemas.openxmlformats.org/officeDocument/2006/relationships/image" Target="../media/image17.wmf"/><Relationship Id="rId5" Type="http://schemas.openxmlformats.org/officeDocument/2006/relationships/image" Target="../media/image11.wmf"/><Relationship Id="rId15" Type="http://schemas.openxmlformats.org/officeDocument/2006/relationships/image" Target="../media/image21.wmf"/><Relationship Id="rId10" Type="http://schemas.openxmlformats.org/officeDocument/2006/relationships/image" Target="../media/image16.wmf"/><Relationship Id="rId19" Type="http://schemas.openxmlformats.org/officeDocument/2006/relationships/image" Target="../media/image25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20.wmf"/><Relationship Id="rId22" Type="http://schemas.openxmlformats.org/officeDocument/2006/relationships/image" Target="../media/image28.wmf"/></Relationships>
</file>

<file path=ppt/drawings/_rels/vmlDrawing3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9.wmf"/><Relationship Id="rId21" Type="http://schemas.openxmlformats.org/officeDocument/2006/relationships/image" Target="../media/image42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1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/Relationships>
</file>

<file path=ppt/drawings/_rels/vmlDrawing4.vml.rels><?xml version="1.0" encoding="UTF-8" standalone="yes"?>
<Relationships xmlns="http://schemas.openxmlformats.org/package/2006/relationships"><Relationship Id="rId8" Type="http://schemas.openxmlformats.org/officeDocument/2006/relationships/image" Target="../media/image31.wmf"/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3" Type="http://schemas.openxmlformats.org/officeDocument/2006/relationships/image" Target="../media/image44.wmf"/><Relationship Id="rId21" Type="http://schemas.openxmlformats.org/officeDocument/2006/relationships/image" Target="../media/image43.wmf"/><Relationship Id="rId7" Type="http://schemas.openxmlformats.org/officeDocument/2006/relationships/image" Target="../media/image30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0" Type="http://schemas.openxmlformats.org/officeDocument/2006/relationships/image" Target="../media/image42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33.wmf"/><Relationship Id="rId5" Type="http://schemas.openxmlformats.org/officeDocument/2006/relationships/image" Target="../media/image46.wmf"/><Relationship Id="rId15" Type="http://schemas.openxmlformats.org/officeDocument/2006/relationships/image" Target="../media/image37.wmf"/><Relationship Id="rId10" Type="http://schemas.openxmlformats.org/officeDocument/2006/relationships/image" Target="../media/image32.wmf"/><Relationship Id="rId19" Type="http://schemas.openxmlformats.org/officeDocument/2006/relationships/image" Target="../media/image41.wmf"/><Relationship Id="rId4" Type="http://schemas.openxmlformats.org/officeDocument/2006/relationships/image" Target="../media/image45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/Relationships>
</file>

<file path=ppt/drawings/_rels/vmlDrawing5.vml.rels><?xml version="1.0" encoding="UTF-8" standalone="yes"?>
<Relationships xmlns="http://schemas.openxmlformats.org/package/2006/relationships"><Relationship Id="rId8" Type="http://schemas.openxmlformats.org/officeDocument/2006/relationships/image" Target="../media/image47.wmf"/><Relationship Id="rId13" Type="http://schemas.openxmlformats.org/officeDocument/2006/relationships/image" Target="../media/image51.wmf"/><Relationship Id="rId18" Type="http://schemas.openxmlformats.org/officeDocument/2006/relationships/image" Target="../media/image55.wmf"/><Relationship Id="rId3" Type="http://schemas.openxmlformats.org/officeDocument/2006/relationships/image" Target="../media/image44.wmf"/><Relationship Id="rId7" Type="http://schemas.openxmlformats.org/officeDocument/2006/relationships/image" Target="../media/image30.wmf"/><Relationship Id="rId12" Type="http://schemas.openxmlformats.org/officeDocument/2006/relationships/image" Target="../media/image50.wmf"/><Relationship Id="rId17" Type="http://schemas.openxmlformats.org/officeDocument/2006/relationships/image" Target="../media/image54.wmf"/><Relationship Id="rId2" Type="http://schemas.openxmlformats.org/officeDocument/2006/relationships/image" Target="../media/image8.wmf"/><Relationship Id="rId16" Type="http://schemas.openxmlformats.org/officeDocument/2006/relationships/image" Target="../media/image43.wmf"/><Relationship Id="rId1" Type="http://schemas.openxmlformats.org/officeDocument/2006/relationships/image" Target="../media/image7.wmf"/><Relationship Id="rId6" Type="http://schemas.openxmlformats.org/officeDocument/2006/relationships/image" Target="../media/image29.wmf"/><Relationship Id="rId11" Type="http://schemas.openxmlformats.org/officeDocument/2006/relationships/image" Target="../media/image49.wmf"/><Relationship Id="rId5" Type="http://schemas.openxmlformats.org/officeDocument/2006/relationships/image" Target="../media/image46.wmf"/><Relationship Id="rId15" Type="http://schemas.openxmlformats.org/officeDocument/2006/relationships/image" Target="../media/image53.wmf"/><Relationship Id="rId10" Type="http://schemas.openxmlformats.org/officeDocument/2006/relationships/image" Target="../media/image48.wmf"/><Relationship Id="rId19" Type="http://schemas.openxmlformats.org/officeDocument/2006/relationships/image" Target="../media/image56.wmf"/><Relationship Id="rId4" Type="http://schemas.openxmlformats.org/officeDocument/2006/relationships/image" Target="../media/image45.wmf"/><Relationship Id="rId9" Type="http://schemas.openxmlformats.org/officeDocument/2006/relationships/image" Target="../media/image34.wmf"/><Relationship Id="rId14" Type="http://schemas.openxmlformats.org/officeDocument/2006/relationships/image" Target="../media/image52.wmf"/></Relationships>
</file>

<file path=ppt/drawings/_rels/vmlDrawing6.vml.rels><?xml version="1.0" encoding="UTF-8" standalone="yes"?>
<Relationships xmlns="http://schemas.openxmlformats.org/package/2006/relationships"><Relationship Id="rId13" Type="http://schemas.openxmlformats.org/officeDocument/2006/relationships/image" Target="../media/image35.wmf"/><Relationship Id="rId18" Type="http://schemas.openxmlformats.org/officeDocument/2006/relationships/image" Target="../media/image40.wmf"/><Relationship Id="rId26" Type="http://schemas.openxmlformats.org/officeDocument/2006/relationships/image" Target="../media/image47.wmf"/><Relationship Id="rId39" Type="http://schemas.openxmlformats.org/officeDocument/2006/relationships/image" Target="../media/image17.wmf"/><Relationship Id="rId21" Type="http://schemas.openxmlformats.org/officeDocument/2006/relationships/image" Target="../media/image42.wmf"/><Relationship Id="rId34" Type="http://schemas.openxmlformats.org/officeDocument/2006/relationships/image" Target="../media/image55.wmf"/><Relationship Id="rId42" Type="http://schemas.openxmlformats.org/officeDocument/2006/relationships/image" Target="../media/image20.wmf"/><Relationship Id="rId47" Type="http://schemas.openxmlformats.org/officeDocument/2006/relationships/image" Target="../media/image25.wmf"/><Relationship Id="rId50" Type="http://schemas.openxmlformats.org/officeDocument/2006/relationships/image" Target="../media/image28.wmf"/><Relationship Id="rId7" Type="http://schemas.openxmlformats.org/officeDocument/2006/relationships/image" Target="../media/image30.wmf"/><Relationship Id="rId2" Type="http://schemas.openxmlformats.org/officeDocument/2006/relationships/image" Target="../media/image8.wmf"/><Relationship Id="rId16" Type="http://schemas.openxmlformats.org/officeDocument/2006/relationships/image" Target="../media/image38.wmf"/><Relationship Id="rId29" Type="http://schemas.openxmlformats.org/officeDocument/2006/relationships/image" Target="../media/image50.wmf"/><Relationship Id="rId11" Type="http://schemas.openxmlformats.org/officeDocument/2006/relationships/image" Target="../media/image33.wmf"/><Relationship Id="rId24" Type="http://schemas.openxmlformats.org/officeDocument/2006/relationships/image" Target="../media/image45.wmf"/><Relationship Id="rId32" Type="http://schemas.openxmlformats.org/officeDocument/2006/relationships/image" Target="../media/image53.wmf"/><Relationship Id="rId37" Type="http://schemas.openxmlformats.org/officeDocument/2006/relationships/image" Target="../media/image14.wmf"/><Relationship Id="rId40" Type="http://schemas.openxmlformats.org/officeDocument/2006/relationships/image" Target="../media/image18.wmf"/><Relationship Id="rId45" Type="http://schemas.openxmlformats.org/officeDocument/2006/relationships/image" Target="../media/image23.wmf"/><Relationship Id="rId5" Type="http://schemas.openxmlformats.org/officeDocument/2006/relationships/image" Target="../media/image11.wmf"/><Relationship Id="rId15" Type="http://schemas.openxmlformats.org/officeDocument/2006/relationships/image" Target="../media/image37.wmf"/><Relationship Id="rId23" Type="http://schemas.openxmlformats.org/officeDocument/2006/relationships/image" Target="../media/image44.wmf"/><Relationship Id="rId28" Type="http://schemas.openxmlformats.org/officeDocument/2006/relationships/image" Target="../media/image49.wmf"/><Relationship Id="rId36" Type="http://schemas.openxmlformats.org/officeDocument/2006/relationships/image" Target="../media/image13.wmf"/><Relationship Id="rId49" Type="http://schemas.openxmlformats.org/officeDocument/2006/relationships/image" Target="../media/image27.wmf"/><Relationship Id="rId10" Type="http://schemas.openxmlformats.org/officeDocument/2006/relationships/image" Target="../media/image32.wmf"/><Relationship Id="rId19" Type="http://schemas.openxmlformats.org/officeDocument/2006/relationships/image" Target="../media/image12.wmf"/><Relationship Id="rId31" Type="http://schemas.openxmlformats.org/officeDocument/2006/relationships/image" Target="../media/image52.wmf"/><Relationship Id="rId44" Type="http://schemas.openxmlformats.org/officeDocument/2006/relationships/image" Target="../media/image22.wmf"/><Relationship Id="rId4" Type="http://schemas.openxmlformats.org/officeDocument/2006/relationships/image" Target="../media/image10.wmf"/><Relationship Id="rId9" Type="http://schemas.openxmlformats.org/officeDocument/2006/relationships/image" Target="../media/image15.wmf"/><Relationship Id="rId14" Type="http://schemas.openxmlformats.org/officeDocument/2006/relationships/image" Target="../media/image36.wmf"/><Relationship Id="rId22" Type="http://schemas.openxmlformats.org/officeDocument/2006/relationships/image" Target="../media/image43.wmf"/><Relationship Id="rId27" Type="http://schemas.openxmlformats.org/officeDocument/2006/relationships/image" Target="../media/image48.wmf"/><Relationship Id="rId30" Type="http://schemas.openxmlformats.org/officeDocument/2006/relationships/image" Target="../media/image51.wmf"/><Relationship Id="rId35" Type="http://schemas.openxmlformats.org/officeDocument/2006/relationships/image" Target="../media/image56.wmf"/><Relationship Id="rId43" Type="http://schemas.openxmlformats.org/officeDocument/2006/relationships/image" Target="../media/image21.wmf"/><Relationship Id="rId48" Type="http://schemas.openxmlformats.org/officeDocument/2006/relationships/image" Target="../media/image26.wmf"/><Relationship Id="rId8" Type="http://schemas.openxmlformats.org/officeDocument/2006/relationships/image" Target="../media/image31.wmf"/><Relationship Id="rId3" Type="http://schemas.openxmlformats.org/officeDocument/2006/relationships/image" Target="../media/image9.wmf"/><Relationship Id="rId12" Type="http://schemas.openxmlformats.org/officeDocument/2006/relationships/image" Target="../media/image34.wmf"/><Relationship Id="rId17" Type="http://schemas.openxmlformats.org/officeDocument/2006/relationships/image" Target="../media/image39.wmf"/><Relationship Id="rId25" Type="http://schemas.openxmlformats.org/officeDocument/2006/relationships/image" Target="../media/image46.wmf"/><Relationship Id="rId33" Type="http://schemas.openxmlformats.org/officeDocument/2006/relationships/image" Target="../media/image54.wmf"/><Relationship Id="rId38" Type="http://schemas.openxmlformats.org/officeDocument/2006/relationships/image" Target="../media/image16.wmf"/><Relationship Id="rId46" Type="http://schemas.openxmlformats.org/officeDocument/2006/relationships/image" Target="../media/image24.wmf"/><Relationship Id="rId20" Type="http://schemas.openxmlformats.org/officeDocument/2006/relationships/image" Target="../media/image41.wmf"/><Relationship Id="rId41" Type="http://schemas.openxmlformats.org/officeDocument/2006/relationships/image" Target="../media/image19.wmf"/><Relationship Id="rId1" Type="http://schemas.openxmlformats.org/officeDocument/2006/relationships/image" Target="../media/image7.wmf"/><Relationship Id="rId6" Type="http://schemas.openxmlformats.org/officeDocument/2006/relationships/image" Target="../media/image29.wmf"/></Relationships>
</file>

<file path=ppt/drawings/_rels/vmlDrawing7.vml.rels><?xml version="1.0" encoding="UTF-8" standalone="yes"?>
<Relationships xmlns="http://schemas.openxmlformats.org/package/2006/relationships"><Relationship Id="rId3" Type="http://schemas.openxmlformats.org/officeDocument/2006/relationships/image" Target="../media/image9.wmf"/><Relationship Id="rId2" Type="http://schemas.openxmlformats.org/officeDocument/2006/relationships/image" Target="../media/image8.wmf"/><Relationship Id="rId1" Type="http://schemas.openxmlformats.org/officeDocument/2006/relationships/image" Target="../media/image7.wmf"/><Relationship Id="rId6" Type="http://schemas.openxmlformats.org/officeDocument/2006/relationships/image" Target="../media/image57.wmf"/><Relationship Id="rId5" Type="http://schemas.openxmlformats.org/officeDocument/2006/relationships/image" Target="../media/image14.wmf"/><Relationship Id="rId4" Type="http://schemas.openxmlformats.org/officeDocument/2006/relationships/image" Target="../media/image13.wmf"/></Relationships>
</file>

<file path=ppt/drawings/_rels/vmlDrawing8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3" Type="http://schemas.openxmlformats.org/officeDocument/2006/relationships/image" Target="../media/image60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9.vml.rels><?xml version="1.0" encoding="UTF-8" standalone="yes"?>
<Relationships xmlns="http://schemas.openxmlformats.org/package/2006/relationships"><Relationship Id="rId8" Type="http://schemas.openxmlformats.org/officeDocument/2006/relationships/image" Target="../media/image65.wmf"/><Relationship Id="rId13" Type="http://schemas.openxmlformats.org/officeDocument/2006/relationships/image" Target="../media/image70.wmf"/><Relationship Id="rId18" Type="http://schemas.openxmlformats.org/officeDocument/2006/relationships/image" Target="../media/image75.wmf"/><Relationship Id="rId3" Type="http://schemas.openxmlformats.org/officeDocument/2006/relationships/image" Target="../media/image60.wmf"/><Relationship Id="rId21" Type="http://schemas.openxmlformats.org/officeDocument/2006/relationships/image" Target="../media/image78.wmf"/><Relationship Id="rId7" Type="http://schemas.openxmlformats.org/officeDocument/2006/relationships/image" Target="../media/image64.wmf"/><Relationship Id="rId12" Type="http://schemas.openxmlformats.org/officeDocument/2006/relationships/image" Target="../media/image69.wmf"/><Relationship Id="rId17" Type="http://schemas.openxmlformats.org/officeDocument/2006/relationships/image" Target="../media/image74.wmf"/><Relationship Id="rId2" Type="http://schemas.openxmlformats.org/officeDocument/2006/relationships/image" Target="../media/image59.wmf"/><Relationship Id="rId16" Type="http://schemas.openxmlformats.org/officeDocument/2006/relationships/image" Target="../media/image73.wmf"/><Relationship Id="rId20" Type="http://schemas.openxmlformats.org/officeDocument/2006/relationships/image" Target="../media/image77.wmf"/><Relationship Id="rId1" Type="http://schemas.openxmlformats.org/officeDocument/2006/relationships/image" Target="../media/image58.wmf"/><Relationship Id="rId6" Type="http://schemas.openxmlformats.org/officeDocument/2006/relationships/image" Target="../media/image63.wmf"/><Relationship Id="rId11" Type="http://schemas.openxmlformats.org/officeDocument/2006/relationships/image" Target="../media/image68.wmf"/><Relationship Id="rId5" Type="http://schemas.openxmlformats.org/officeDocument/2006/relationships/image" Target="../media/image62.wmf"/><Relationship Id="rId15" Type="http://schemas.openxmlformats.org/officeDocument/2006/relationships/image" Target="../media/image72.wmf"/><Relationship Id="rId10" Type="http://schemas.openxmlformats.org/officeDocument/2006/relationships/image" Target="../media/image67.wmf"/><Relationship Id="rId19" Type="http://schemas.openxmlformats.org/officeDocument/2006/relationships/image" Target="../media/image76.wmf"/><Relationship Id="rId4" Type="http://schemas.openxmlformats.org/officeDocument/2006/relationships/image" Target="../media/image61.wmf"/><Relationship Id="rId9" Type="http://schemas.openxmlformats.org/officeDocument/2006/relationships/image" Target="../media/image66.wmf"/><Relationship Id="rId14" Type="http://schemas.openxmlformats.org/officeDocument/2006/relationships/image" Target="../media/image71.wmf"/></Relationships>
</file>

<file path=ppt/drawings/_rels/vmlDrawing10.vml.rels><?xml version="1.0" encoding="UTF-8" standalone="yes"?>
<Relationships xmlns="http://schemas.openxmlformats.org/package/2006/relationships"><Relationship Id="rId8" Type="http://schemas.openxmlformats.org/officeDocument/2006/relationships/image" Target="../media/image86.wmf"/><Relationship Id="rId13" Type="http://schemas.openxmlformats.org/officeDocument/2006/relationships/image" Target="../media/image91.wmf"/><Relationship Id="rId3" Type="http://schemas.openxmlformats.org/officeDocument/2006/relationships/image" Target="../media/image81.wmf"/><Relationship Id="rId7" Type="http://schemas.openxmlformats.org/officeDocument/2006/relationships/image" Target="../media/image85.wmf"/><Relationship Id="rId12" Type="http://schemas.openxmlformats.org/officeDocument/2006/relationships/image" Target="../media/image90.wmf"/><Relationship Id="rId2" Type="http://schemas.openxmlformats.org/officeDocument/2006/relationships/image" Target="../media/image80.wmf"/><Relationship Id="rId1" Type="http://schemas.openxmlformats.org/officeDocument/2006/relationships/image" Target="../media/image79.wmf"/><Relationship Id="rId6" Type="http://schemas.openxmlformats.org/officeDocument/2006/relationships/image" Target="../media/image84.wmf"/><Relationship Id="rId11" Type="http://schemas.openxmlformats.org/officeDocument/2006/relationships/image" Target="../media/image89.wmf"/><Relationship Id="rId5" Type="http://schemas.openxmlformats.org/officeDocument/2006/relationships/image" Target="../media/image83.wmf"/><Relationship Id="rId15" Type="http://schemas.openxmlformats.org/officeDocument/2006/relationships/image" Target="../media/image93.wmf"/><Relationship Id="rId10" Type="http://schemas.openxmlformats.org/officeDocument/2006/relationships/image" Target="../media/image88.wmf"/><Relationship Id="rId4" Type="http://schemas.openxmlformats.org/officeDocument/2006/relationships/image" Target="../media/image82.wmf"/><Relationship Id="rId9" Type="http://schemas.openxmlformats.org/officeDocument/2006/relationships/image" Target="../media/image87.wmf"/><Relationship Id="rId14" Type="http://schemas.openxmlformats.org/officeDocument/2006/relationships/image" Target="../media/image92.wmf"/></Relationships>
</file>

<file path=ppt/drawings/_rels/vmlDrawing11.vml.rels><?xml version="1.0" encoding="UTF-8" standalone="yes"?>
<Relationships xmlns="http://schemas.openxmlformats.org/package/2006/relationships"><Relationship Id="rId1" Type="http://schemas.openxmlformats.org/officeDocument/2006/relationships/image" Target="../media/image94.wmf"/></Relationships>
</file>

<file path=ppt/drawings/_rels/vmlDrawing12.vml.rels><?xml version="1.0" encoding="UTF-8" standalone="yes"?>
<Relationships xmlns="http://schemas.openxmlformats.org/package/2006/relationships"><Relationship Id="rId3" Type="http://schemas.openxmlformats.org/officeDocument/2006/relationships/image" Target="../media/image97.wmf"/><Relationship Id="rId2" Type="http://schemas.openxmlformats.org/officeDocument/2006/relationships/image" Target="../media/image96.wmf"/><Relationship Id="rId1" Type="http://schemas.openxmlformats.org/officeDocument/2006/relationships/image" Target="../media/image95.wmf"/><Relationship Id="rId4" Type="http://schemas.openxmlformats.org/officeDocument/2006/relationships/image" Target="../media/image98.wmf"/></Relationships>
</file>

<file path=ppt/drawings/_rels/vmlDrawing13.vml.rels><?xml version="1.0" encoding="UTF-8" standalone="yes"?>
<Relationships xmlns="http://schemas.openxmlformats.org/package/2006/relationships"><Relationship Id="rId1" Type="http://schemas.openxmlformats.org/officeDocument/2006/relationships/image" Target="../media/image99.wmf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页眉占位符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5C2D6EB-C800-464F-A79F-2EE684CA1913}" type="datetimeFigureOut">
              <a:rPr lang="zh-CN" altLang="en-US" smtClean="0"/>
              <a:t>2023/12/22</a:t>
            </a:fld>
            <a:endParaRPr lang="zh-CN" altLang="en-US"/>
          </a:p>
        </p:txBody>
      </p:sp>
      <p:sp>
        <p:nvSpPr>
          <p:cNvPr id="4" name="幻灯片图像占位符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zh-CN" altLang="en-US"/>
          </a:p>
        </p:txBody>
      </p:sp>
      <p:sp>
        <p:nvSpPr>
          <p:cNvPr id="5" name="备注占位符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7BEB1B89-FE84-4367-815D-74F6C5AC798A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415360767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1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84599068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4BA34AC8-3000-446B-90ED-C4255BECB5A9}" type="slidenum">
              <a:rPr lang="zh-CN" altLang="en-US" smtClean="0"/>
              <a:t>2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57855815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幻灯片图像占位符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备注占位符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zh-CN" altLang="en-US" dirty="0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0C85519D-9BD0-4B4B-B77F-7A9E40FFBA88}" type="slidenum">
              <a:rPr lang="zh-CN" altLang="en-US" smtClean="0"/>
              <a:t>5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8325439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标题幻灯片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副标题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zh-CN" altLang="en-US" smtClean="0"/>
              <a:t>单击以编辑母版副标题样式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68305527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标题和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4593881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节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5986895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两栏内容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736444851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4" name="内容占位符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5" name="文本占位符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6" name="内容占位符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7" name="日期占位符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2023/12/22</a:t>
            </a:fld>
            <a:endParaRPr lang="zh-CN" altLang="en-US"/>
          </a:p>
        </p:txBody>
      </p:sp>
      <p:sp>
        <p:nvSpPr>
          <p:cNvPr id="8" name="页脚占位符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9" name="灯片编号占位符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40973018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仅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日期占位符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2023/12/22</a:t>
            </a:fld>
            <a:endParaRPr lang="zh-CN" altLang="en-US"/>
          </a:p>
        </p:txBody>
      </p:sp>
      <p:sp>
        <p:nvSpPr>
          <p:cNvPr id="4" name="页脚占位符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5" name="灯片编号占位符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21511328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空白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期占位符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2023/12/22</a:t>
            </a:fld>
            <a:endParaRPr lang="zh-CN" altLang="en-US"/>
          </a:p>
        </p:txBody>
      </p:sp>
      <p:sp>
        <p:nvSpPr>
          <p:cNvPr id="3" name="页脚占位符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4" name="灯片编号占位符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372160887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内容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内容占位符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01521093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图片与标题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图片占位符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zh-CN" altLang="en-US"/>
          </a:p>
        </p:txBody>
      </p:sp>
      <p:sp>
        <p:nvSpPr>
          <p:cNvPr id="4" name="文本占位符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zh-CN" altLang="en-US" smtClean="0"/>
              <a:t>编辑母版文本样式</a:t>
            </a:r>
          </a:p>
        </p:txBody>
      </p:sp>
      <p:sp>
        <p:nvSpPr>
          <p:cNvPr id="5" name="日期占位符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2023/12/22</a:t>
            </a:fld>
            <a:endParaRPr lang="zh-CN" altLang="en-US"/>
          </a:p>
        </p:txBody>
      </p:sp>
      <p:sp>
        <p:nvSpPr>
          <p:cNvPr id="6" name="页脚占位符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7" name="灯片编号占位符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84039872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标题和竖排文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268807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竖排标题与文本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竖排标题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竖排文字占位符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F936331-16FD-497A-8586-31CE5CA58C54}" type="datetimeFigureOut">
              <a:rPr lang="zh-CN" altLang="en-US" smtClean="0"/>
              <a:t>2023/12/22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170090041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标题占位符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zh-CN" altLang="en-US" smtClean="0"/>
              <a:t>单击此处编辑母版标题样式</a:t>
            </a:r>
            <a:endParaRPr lang="zh-CN" altLang="en-US"/>
          </a:p>
        </p:txBody>
      </p:sp>
      <p:sp>
        <p:nvSpPr>
          <p:cNvPr id="3" name="文本占位符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zh-CN" altLang="en-US" smtClean="0"/>
              <a:t>编辑母版文本样式</a:t>
            </a:r>
          </a:p>
          <a:p>
            <a:pPr lvl="1"/>
            <a:r>
              <a:rPr lang="zh-CN" altLang="en-US" smtClean="0"/>
              <a:t>第二级</a:t>
            </a:r>
          </a:p>
          <a:p>
            <a:pPr lvl="2"/>
            <a:r>
              <a:rPr lang="zh-CN" altLang="en-US" smtClean="0"/>
              <a:t>第三级</a:t>
            </a:r>
          </a:p>
          <a:p>
            <a:pPr lvl="3"/>
            <a:r>
              <a:rPr lang="zh-CN" altLang="en-US" smtClean="0"/>
              <a:t>第四级</a:t>
            </a:r>
          </a:p>
          <a:p>
            <a:pPr lvl="4"/>
            <a:r>
              <a:rPr lang="zh-CN" altLang="en-US" smtClean="0"/>
              <a:t>第五级</a:t>
            </a:r>
            <a:endParaRPr lang="zh-CN" altLang="en-US"/>
          </a:p>
        </p:txBody>
      </p:sp>
      <p:sp>
        <p:nvSpPr>
          <p:cNvPr id="4" name="日期占位符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F936331-16FD-497A-8586-31CE5CA58C54}" type="datetimeFigureOut">
              <a:rPr lang="zh-CN" altLang="en-US" smtClean="0"/>
              <a:t>2023/12/22</a:t>
            </a:fld>
            <a:endParaRPr lang="zh-CN" altLang="en-US"/>
          </a:p>
        </p:txBody>
      </p:sp>
      <p:sp>
        <p:nvSpPr>
          <p:cNvPr id="5" name="页脚占位符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zh-CN" altLang="en-US"/>
          </a:p>
        </p:txBody>
      </p:sp>
      <p:sp>
        <p:nvSpPr>
          <p:cNvPr id="6" name="灯片编号占位符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A129DDF-CEF6-4A2E-9F4A-982B1E7E65DE}" type="slidenum">
              <a:rPr lang="zh-CN" altLang="en-US" smtClean="0"/>
              <a:t>‹#›</a:t>
            </a:fld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99523010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zh-CN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3.png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8" Type="http://schemas.openxmlformats.org/officeDocument/2006/relationships/image" Target="../media/image6.wmf"/><Relationship Id="rId3" Type="http://schemas.openxmlformats.org/officeDocument/2006/relationships/oleObject" Target="../embeddings/oleObject1.bin"/><Relationship Id="rId7" Type="http://schemas.openxmlformats.org/officeDocument/2006/relationships/oleObject" Target="../embeddings/oleObject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.vml"/><Relationship Id="rId6" Type="http://schemas.openxmlformats.org/officeDocument/2006/relationships/image" Target="../media/image5.wmf"/><Relationship Id="rId5" Type="http://schemas.openxmlformats.org/officeDocument/2006/relationships/oleObject" Target="../embeddings/oleObject2.bin"/><Relationship Id="rId4" Type="http://schemas.openxmlformats.org/officeDocument/2006/relationships/image" Target="../media/image4.wmf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25.bin"/><Relationship Id="rId21" Type="http://schemas.openxmlformats.org/officeDocument/2006/relationships/oleObject" Target="../embeddings/oleObject16.bin"/><Relationship Id="rId34" Type="http://schemas.openxmlformats.org/officeDocument/2006/relationships/image" Target="../media/image19.wmf"/><Relationship Id="rId42" Type="http://schemas.openxmlformats.org/officeDocument/2006/relationships/image" Target="../media/image23.wmf"/><Relationship Id="rId47" Type="http://schemas.openxmlformats.org/officeDocument/2006/relationships/oleObject" Target="../embeddings/oleObject29.bin"/><Relationship Id="rId50" Type="http://schemas.openxmlformats.org/officeDocument/2006/relationships/image" Target="../media/image27.wmf"/><Relationship Id="rId7" Type="http://schemas.openxmlformats.org/officeDocument/2006/relationships/oleObject" Target="../embeddings/oleObject7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20.bin"/><Relationship Id="rId11" Type="http://schemas.openxmlformats.org/officeDocument/2006/relationships/oleObject" Target="../embeddings/oleObject10.bin"/><Relationship Id="rId24" Type="http://schemas.openxmlformats.org/officeDocument/2006/relationships/image" Target="../media/image14.wmf"/><Relationship Id="rId32" Type="http://schemas.openxmlformats.org/officeDocument/2006/relationships/image" Target="../media/image18.wmf"/><Relationship Id="rId37" Type="http://schemas.openxmlformats.org/officeDocument/2006/relationships/oleObject" Target="../embeddings/oleObject24.bin"/><Relationship Id="rId40" Type="http://schemas.openxmlformats.org/officeDocument/2006/relationships/image" Target="../media/image22.wmf"/><Relationship Id="rId45" Type="http://schemas.openxmlformats.org/officeDocument/2006/relationships/oleObject" Target="../embeddings/oleObject2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3.bin"/><Relationship Id="rId23" Type="http://schemas.openxmlformats.org/officeDocument/2006/relationships/oleObject" Target="../embeddings/oleObject17.bin"/><Relationship Id="rId28" Type="http://schemas.openxmlformats.org/officeDocument/2006/relationships/image" Target="../media/image16.wmf"/><Relationship Id="rId36" Type="http://schemas.openxmlformats.org/officeDocument/2006/relationships/image" Target="../media/image20.wmf"/><Relationship Id="rId49" Type="http://schemas.openxmlformats.org/officeDocument/2006/relationships/oleObject" Target="../embeddings/oleObject30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15.bin"/><Relationship Id="rId31" Type="http://schemas.openxmlformats.org/officeDocument/2006/relationships/oleObject" Target="../embeddings/oleObject21.bin"/><Relationship Id="rId44" Type="http://schemas.openxmlformats.org/officeDocument/2006/relationships/image" Target="../media/image24.wmf"/><Relationship Id="rId52" Type="http://schemas.openxmlformats.org/officeDocument/2006/relationships/image" Target="../media/image2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13.wmf"/><Relationship Id="rId27" Type="http://schemas.openxmlformats.org/officeDocument/2006/relationships/oleObject" Target="../embeddings/oleObject19.bin"/><Relationship Id="rId30" Type="http://schemas.openxmlformats.org/officeDocument/2006/relationships/image" Target="../media/image17.wmf"/><Relationship Id="rId35" Type="http://schemas.openxmlformats.org/officeDocument/2006/relationships/oleObject" Target="../embeddings/oleObject23.bin"/><Relationship Id="rId43" Type="http://schemas.openxmlformats.org/officeDocument/2006/relationships/oleObject" Target="../embeddings/oleObject27.bin"/><Relationship Id="rId48" Type="http://schemas.openxmlformats.org/officeDocument/2006/relationships/image" Target="../media/image26.wmf"/><Relationship Id="rId8" Type="http://schemas.openxmlformats.org/officeDocument/2006/relationships/oleObject" Target="../embeddings/oleObject8.bin"/><Relationship Id="rId51" Type="http://schemas.openxmlformats.org/officeDocument/2006/relationships/oleObject" Target="../embeddings/oleObject31.bin"/><Relationship Id="rId3" Type="http://schemas.openxmlformats.org/officeDocument/2006/relationships/oleObject" Target="../embeddings/oleObject4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4.bin"/><Relationship Id="rId25" Type="http://schemas.openxmlformats.org/officeDocument/2006/relationships/oleObject" Target="../embeddings/oleObject18.bin"/><Relationship Id="rId33" Type="http://schemas.openxmlformats.org/officeDocument/2006/relationships/oleObject" Target="../embeddings/oleObject22.bin"/><Relationship Id="rId38" Type="http://schemas.openxmlformats.org/officeDocument/2006/relationships/image" Target="../media/image21.wmf"/><Relationship Id="rId46" Type="http://schemas.openxmlformats.org/officeDocument/2006/relationships/image" Target="../media/image25.wmf"/><Relationship Id="rId20" Type="http://schemas.openxmlformats.org/officeDocument/2006/relationships/image" Target="../media/image12.wmf"/><Relationship Id="rId41" Type="http://schemas.openxmlformats.org/officeDocument/2006/relationships/oleObject" Target="../embeddings/oleObject26.bin"/><Relationship Id="rId1" Type="http://schemas.openxmlformats.org/officeDocument/2006/relationships/vmlDrawing" Target="../drawings/vmlDrawing2.vml"/><Relationship Id="rId6" Type="http://schemas.openxmlformats.org/officeDocument/2006/relationships/oleObject" Target="../embeddings/oleObject6.bin"/></Relationships>
</file>

<file path=ppt/slides/_rels/slide9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53.bin"/><Relationship Id="rId21" Type="http://schemas.openxmlformats.org/officeDocument/2006/relationships/oleObject" Target="../embeddings/oleObject44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oleObject" Target="../embeddings/oleObject57.bin"/><Relationship Id="rId50" Type="http://schemas.openxmlformats.org/officeDocument/2006/relationships/image" Target="../media/image42.wmf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0.wmf"/><Relationship Id="rId29" Type="http://schemas.openxmlformats.org/officeDocument/2006/relationships/oleObject" Target="../embeddings/oleObject48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41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oleObject" Target="../embeddings/oleObject5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49.bin"/><Relationship Id="rId44" Type="http://schemas.openxmlformats.org/officeDocument/2006/relationships/image" Target="../media/image40.wmf"/><Relationship Id="rId52" Type="http://schemas.openxmlformats.org/officeDocument/2006/relationships/image" Target="../media/image43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25" Type="http://schemas.openxmlformats.org/officeDocument/2006/relationships/oleObject" Target="../embeddings/oleObject46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46" Type="http://schemas.openxmlformats.org/officeDocument/2006/relationships/image" Target="../media/image12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1" Type="http://schemas.openxmlformats.org/officeDocument/2006/relationships/vmlDrawing" Target="../drawings/vmlDrawing3.vml"/><Relationship Id="rId6" Type="http://schemas.openxmlformats.org/officeDocument/2006/relationships/oleObject" Target="../embeddings/oleObject34.bin"/></Relationships>
</file>

<file path=ppt/slides/_rels/slide10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60.bin"/><Relationship Id="rId18" Type="http://schemas.openxmlformats.org/officeDocument/2006/relationships/image" Target="../media/image46.wmf"/><Relationship Id="rId26" Type="http://schemas.openxmlformats.org/officeDocument/2006/relationships/image" Target="../media/image15.wmf"/><Relationship Id="rId39" Type="http://schemas.openxmlformats.org/officeDocument/2006/relationships/oleObject" Target="../embeddings/oleObject72.bin"/><Relationship Id="rId21" Type="http://schemas.openxmlformats.org/officeDocument/2006/relationships/oleObject" Target="../embeddings/oleObject63.bin"/><Relationship Id="rId34" Type="http://schemas.openxmlformats.org/officeDocument/2006/relationships/image" Target="../media/image35.wmf"/><Relationship Id="rId42" Type="http://schemas.openxmlformats.org/officeDocument/2006/relationships/image" Target="../media/image39.wmf"/><Relationship Id="rId47" Type="http://schemas.openxmlformats.org/officeDocument/2006/relationships/image" Target="../media/image41.wmf"/><Relationship Id="rId50" Type="http://schemas.openxmlformats.org/officeDocument/2006/relationships/oleObject" Target="../embeddings/oleObject78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67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31.wmf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71.bin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75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61.bin"/><Relationship Id="rId23" Type="http://schemas.openxmlformats.org/officeDocument/2006/relationships/oleObject" Target="../embeddings/oleObject64.bin"/><Relationship Id="rId28" Type="http://schemas.openxmlformats.org/officeDocument/2006/relationships/image" Target="../media/image32.wmf"/><Relationship Id="rId36" Type="http://schemas.openxmlformats.org/officeDocument/2006/relationships/image" Target="../media/image36.wmf"/><Relationship Id="rId49" Type="http://schemas.openxmlformats.org/officeDocument/2006/relationships/image" Target="../media/image42.wmf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68.bin"/><Relationship Id="rId44" Type="http://schemas.openxmlformats.org/officeDocument/2006/relationships/image" Target="../media/image40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66.bin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70.bin"/><Relationship Id="rId43" Type="http://schemas.openxmlformats.org/officeDocument/2006/relationships/oleObject" Target="../embeddings/oleObject74.bin"/><Relationship Id="rId48" Type="http://schemas.openxmlformats.org/officeDocument/2006/relationships/oleObject" Target="../embeddings/oleObject77.bin"/><Relationship Id="rId8" Type="http://schemas.openxmlformats.org/officeDocument/2006/relationships/oleObject" Target="../embeddings/oleObject36.bin"/><Relationship Id="rId51" Type="http://schemas.openxmlformats.org/officeDocument/2006/relationships/image" Target="../media/image43.wmf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62.bin"/><Relationship Id="rId25" Type="http://schemas.openxmlformats.org/officeDocument/2006/relationships/oleObject" Target="../embeddings/oleObject65.bin"/><Relationship Id="rId33" Type="http://schemas.openxmlformats.org/officeDocument/2006/relationships/oleObject" Target="../embeddings/oleObject69.bin"/><Relationship Id="rId38" Type="http://schemas.openxmlformats.org/officeDocument/2006/relationships/image" Target="../media/image37.wmf"/><Relationship Id="rId46" Type="http://schemas.openxmlformats.org/officeDocument/2006/relationships/oleObject" Target="../embeddings/oleObject76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3.bin"/><Relationship Id="rId1" Type="http://schemas.openxmlformats.org/officeDocument/2006/relationships/vmlDrawing" Target="../drawings/vmlDrawing4.vml"/><Relationship Id="rId6" Type="http://schemas.openxmlformats.org/officeDocument/2006/relationships/oleObject" Target="../embeddings/oleObject34.bin"/></Relationships>
</file>

<file path=ppt/slides/_rels/slide11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79.bin"/><Relationship Id="rId18" Type="http://schemas.openxmlformats.org/officeDocument/2006/relationships/image" Target="../media/image46.wmf"/><Relationship Id="rId26" Type="http://schemas.openxmlformats.org/officeDocument/2006/relationships/image" Target="../media/image34.wmf"/><Relationship Id="rId39" Type="http://schemas.openxmlformats.org/officeDocument/2006/relationships/image" Target="../media/image53.wmf"/><Relationship Id="rId21" Type="http://schemas.openxmlformats.org/officeDocument/2006/relationships/oleObject" Target="../embeddings/oleObject63.bin"/><Relationship Id="rId34" Type="http://schemas.openxmlformats.org/officeDocument/2006/relationships/oleObject" Target="../embeddings/oleObject87.bin"/><Relationship Id="rId42" Type="http://schemas.openxmlformats.org/officeDocument/2006/relationships/image" Target="../media/image43.wmf"/><Relationship Id="rId47" Type="http://schemas.openxmlformats.org/officeDocument/2006/relationships/oleObject" Target="../embeddings/oleObject93.bin"/><Relationship Id="rId7" Type="http://schemas.openxmlformats.org/officeDocument/2006/relationships/oleObject" Target="../embeddings/oleObject35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45.wmf"/><Relationship Id="rId29" Type="http://schemas.openxmlformats.org/officeDocument/2006/relationships/oleObject" Target="../embeddings/oleObject84.bin"/><Relationship Id="rId1" Type="http://schemas.openxmlformats.org/officeDocument/2006/relationships/vmlDrawing" Target="../drawings/vmlDrawing5.vml"/><Relationship Id="rId6" Type="http://schemas.openxmlformats.org/officeDocument/2006/relationships/oleObject" Target="../embeddings/oleObject34.bin"/><Relationship Id="rId11" Type="http://schemas.openxmlformats.org/officeDocument/2006/relationships/oleObject" Target="../embeddings/oleObject38.bin"/><Relationship Id="rId24" Type="http://schemas.openxmlformats.org/officeDocument/2006/relationships/image" Target="../media/image47.wmf"/><Relationship Id="rId32" Type="http://schemas.openxmlformats.org/officeDocument/2006/relationships/oleObject" Target="../embeddings/oleObject86.bin"/><Relationship Id="rId37" Type="http://schemas.openxmlformats.org/officeDocument/2006/relationships/image" Target="../media/image52.wmf"/><Relationship Id="rId40" Type="http://schemas.openxmlformats.org/officeDocument/2006/relationships/oleObject" Target="../embeddings/oleObject90.bin"/><Relationship Id="rId45" Type="http://schemas.openxmlformats.org/officeDocument/2006/relationships/oleObject" Target="../embeddings/oleObject92.bin"/><Relationship Id="rId5" Type="http://schemas.openxmlformats.org/officeDocument/2006/relationships/oleObject" Target="../embeddings/oleObject33.bin"/><Relationship Id="rId15" Type="http://schemas.openxmlformats.org/officeDocument/2006/relationships/oleObject" Target="../embeddings/oleObject80.bin"/><Relationship Id="rId23" Type="http://schemas.openxmlformats.org/officeDocument/2006/relationships/oleObject" Target="../embeddings/oleObject82.bin"/><Relationship Id="rId28" Type="http://schemas.openxmlformats.org/officeDocument/2006/relationships/image" Target="../media/image48.wmf"/><Relationship Id="rId36" Type="http://schemas.openxmlformats.org/officeDocument/2006/relationships/oleObject" Target="../embeddings/oleObject88.bin"/><Relationship Id="rId10" Type="http://schemas.openxmlformats.org/officeDocument/2006/relationships/oleObject" Target="../embeddings/oleObject37.bin"/><Relationship Id="rId19" Type="http://schemas.openxmlformats.org/officeDocument/2006/relationships/oleObject" Target="../embeddings/oleObject43.bin"/><Relationship Id="rId31" Type="http://schemas.openxmlformats.org/officeDocument/2006/relationships/oleObject" Target="../embeddings/oleObject85.bin"/><Relationship Id="rId44" Type="http://schemas.openxmlformats.org/officeDocument/2006/relationships/image" Target="../media/image54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4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83.bin"/><Relationship Id="rId30" Type="http://schemas.openxmlformats.org/officeDocument/2006/relationships/image" Target="../media/image49.wmf"/><Relationship Id="rId35" Type="http://schemas.openxmlformats.org/officeDocument/2006/relationships/image" Target="../media/image51.wmf"/><Relationship Id="rId43" Type="http://schemas.openxmlformats.org/officeDocument/2006/relationships/oleObject" Target="../embeddings/oleObject91.bin"/><Relationship Id="rId48" Type="http://schemas.openxmlformats.org/officeDocument/2006/relationships/image" Target="../media/image56.wmf"/><Relationship Id="rId8" Type="http://schemas.openxmlformats.org/officeDocument/2006/relationships/oleObject" Target="../embeddings/oleObject36.bin"/><Relationship Id="rId3" Type="http://schemas.openxmlformats.org/officeDocument/2006/relationships/oleObject" Target="../embeddings/oleObject32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81.bin"/><Relationship Id="rId25" Type="http://schemas.openxmlformats.org/officeDocument/2006/relationships/oleObject" Target="../embeddings/oleObject68.bin"/><Relationship Id="rId33" Type="http://schemas.openxmlformats.org/officeDocument/2006/relationships/image" Target="../media/image50.wmf"/><Relationship Id="rId38" Type="http://schemas.openxmlformats.org/officeDocument/2006/relationships/oleObject" Target="../embeddings/oleObject89.bin"/><Relationship Id="rId46" Type="http://schemas.openxmlformats.org/officeDocument/2006/relationships/image" Target="../media/image55.wmf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78.bin"/></Relationships>
</file>

<file path=ppt/slides/_rels/slide12.xml.rels><?xml version="1.0" encoding="UTF-8" standalone="yes"?>
<Relationships xmlns="http://schemas.openxmlformats.org/package/2006/relationships"><Relationship Id="rId117" Type="http://schemas.openxmlformats.org/officeDocument/2006/relationships/oleObject" Target="../embeddings/oleObject19.bin"/><Relationship Id="rId21" Type="http://schemas.openxmlformats.org/officeDocument/2006/relationships/oleObject" Target="../embeddings/oleObject44.bin"/><Relationship Id="rId42" Type="http://schemas.openxmlformats.org/officeDocument/2006/relationships/image" Target="../media/image39.wmf"/><Relationship Id="rId63" Type="http://schemas.openxmlformats.org/officeDocument/2006/relationships/oleObject" Target="../embeddings/oleObject67.bin"/><Relationship Id="rId84" Type="http://schemas.openxmlformats.org/officeDocument/2006/relationships/oleObject" Target="../embeddings/oleObject85.bin"/><Relationship Id="rId138" Type="http://schemas.openxmlformats.org/officeDocument/2006/relationships/image" Target="../media/image26.wmf"/><Relationship Id="rId107" Type="http://schemas.openxmlformats.org/officeDocument/2006/relationships/oleObject" Target="../embeddings/oleObject11.bin"/><Relationship Id="rId11" Type="http://schemas.openxmlformats.org/officeDocument/2006/relationships/oleObject" Target="../embeddings/oleObject38.bin"/><Relationship Id="rId32" Type="http://schemas.openxmlformats.org/officeDocument/2006/relationships/image" Target="../media/image34.wmf"/><Relationship Id="rId37" Type="http://schemas.openxmlformats.org/officeDocument/2006/relationships/oleObject" Target="../embeddings/oleObject52.bin"/><Relationship Id="rId53" Type="http://schemas.openxmlformats.org/officeDocument/2006/relationships/oleObject" Target="../embeddings/oleObject60.bin"/><Relationship Id="rId58" Type="http://schemas.openxmlformats.org/officeDocument/2006/relationships/image" Target="../media/image46.wmf"/><Relationship Id="rId74" Type="http://schemas.openxmlformats.org/officeDocument/2006/relationships/oleObject" Target="../embeddings/oleObject78.bin"/><Relationship Id="rId79" Type="http://schemas.openxmlformats.org/officeDocument/2006/relationships/image" Target="../media/image47.wmf"/><Relationship Id="rId102" Type="http://schemas.openxmlformats.org/officeDocument/2006/relationships/oleObject" Target="../embeddings/oleObject6.bin"/><Relationship Id="rId123" Type="http://schemas.openxmlformats.org/officeDocument/2006/relationships/oleObject" Target="../embeddings/oleObject22.bin"/><Relationship Id="rId128" Type="http://schemas.openxmlformats.org/officeDocument/2006/relationships/image" Target="../media/image21.wmf"/><Relationship Id="rId5" Type="http://schemas.openxmlformats.org/officeDocument/2006/relationships/oleObject" Target="../embeddings/oleObject33.bin"/><Relationship Id="rId90" Type="http://schemas.openxmlformats.org/officeDocument/2006/relationships/image" Target="../media/image52.wmf"/><Relationship Id="rId95" Type="http://schemas.openxmlformats.org/officeDocument/2006/relationships/image" Target="../media/image54.wmf"/><Relationship Id="rId22" Type="http://schemas.openxmlformats.org/officeDocument/2006/relationships/image" Target="../media/image30.wmf"/><Relationship Id="rId27" Type="http://schemas.openxmlformats.org/officeDocument/2006/relationships/oleObject" Target="../embeddings/oleObject47.bin"/><Relationship Id="rId43" Type="http://schemas.openxmlformats.org/officeDocument/2006/relationships/oleObject" Target="../embeddings/oleObject55.bin"/><Relationship Id="rId48" Type="http://schemas.openxmlformats.org/officeDocument/2006/relationships/image" Target="../media/image41.wmf"/><Relationship Id="rId64" Type="http://schemas.openxmlformats.org/officeDocument/2006/relationships/oleObject" Target="../embeddings/oleObject68.bin"/><Relationship Id="rId69" Type="http://schemas.openxmlformats.org/officeDocument/2006/relationships/oleObject" Target="../embeddings/oleObject73.bin"/><Relationship Id="rId113" Type="http://schemas.openxmlformats.org/officeDocument/2006/relationships/image" Target="../media/image13.wmf"/><Relationship Id="rId118" Type="http://schemas.openxmlformats.org/officeDocument/2006/relationships/image" Target="../media/image16.wmf"/><Relationship Id="rId134" Type="http://schemas.openxmlformats.org/officeDocument/2006/relationships/image" Target="../media/image24.wmf"/><Relationship Id="rId139" Type="http://schemas.openxmlformats.org/officeDocument/2006/relationships/oleObject" Target="../embeddings/oleObject30.bin"/><Relationship Id="rId80" Type="http://schemas.openxmlformats.org/officeDocument/2006/relationships/oleObject" Target="../embeddings/oleObject83.bin"/><Relationship Id="rId85" Type="http://schemas.openxmlformats.org/officeDocument/2006/relationships/oleObject" Target="../embeddings/oleObject86.bin"/><Relationship Id="rId12" Type="http://schemas.openxmlformats.org/officeDocument/2006/relationships/oleObject" Target="../embeddings/oleObject39.bin"/><Relationship Id="rId17" Type="http://schemas.openxmlformats.org/officeDocument/2006/relationships/oleObject" Target="../embeddings/oleObject42.bin"/><Relationship Id="rId33" Type="http://schemas.openxmlformats.org/officeDocument/2006/relationships/oleObject" Target="../embeddings/oleObject50.bin"/><Relationship Id="rId38" Type="http://schemas.openxmlformats.org/officeDocument/2006/relationships/image" Target="../media/image37.wmf"/><Relationship Id="rId59" Type="http://schemas.openxmlformats.org/officeDocument/2006/relationships/oleObject" Target="../embeddings/oleObject63.bin"/><Relationship Id="rId103" Type="http://schemas.openxmlformats.org/officeDocument/2006/relationships/oleObject" Target="../embeddings/oleObject7.bin"/><Relationship Id="rId108" Type="http://schemas.openxmlformats.org/officeDocument/2006/relationships/oleObject" Target="../embeddings/oleObject12.bin"/><Relationship Id="rId124" Type="http://schemas.openxmlformats.org/officeDocument/2006/relationships/image" Target="../media/image19.wmf"/><Relationship Id="rId129" Type="http://schemas.openxmlformats.org/officeDocument/2006/relationships/oleObject" Target="../embeddings/oleObject25.bin"/><Relationship Id="rId54" Type="http://schemas.openxmlformats.org/officeDocument/2006/relationships/image" Target="../media/image44.wmf"/><Relationship Id="rId70" Type="http://schemas.openxmlformats.org/officeDocument/2006/relationships/oleObject" Target="../embeddings/oleObject74.bin"/><Relationship Id="rId75" Type="http://schemas.openxmlformats.org/officeDocument/2006/relationships/oleObject" Target="../embeddings/oleObject79.bin"/><Relationship Id="rId91" Type="http://schemas.openxmlformats.org/officeDocument/2006/relationships/oleObject" Target="../embeddings/oleObject89.bin"/><Relationship Id="rId96" Type="http://schemas.openxmlformats.org/officeDocument/2006/relationships/oleObject" Target="../embeddings/oleObject92.bin"/><Relationship Id="rId140" Type="http://schemas.openxmlformats.org/officeDocument/2006/relationships/image" Target="../media/image27.wmf"/><Relationship Id="rId1" Type="http://schemas.openxmlformats.org/officeDocument/2006/relationships/vmlDrawing" Target="../drawings/vmlDrawing6.vml"/><Relationship Id="rId6" Type="http://schemas.openxmlformats.org/officeDocument/2006/relationships/oleObject" Target="../embeddings/oleObject34.bin"/><Relationship Id="rId23" Type="http://schemas.openxmlformats.org/officeDocument/2006/relationships/oleObject" Target="../embeddings/oleObject45.bin"/><Relationship Id="rId28" Type="http://schemas.openxmlformats.org/officeDocument/2006/relationships/image" Target="../media/image32.wmf"/><Relationship Id="rId49" Type="http://schemas.openxmlformats.org/officeDocument/2006/relationships/oleObject" Target="../embeddings/oleObject58.bin"/><Relationship Id="rId114" Type="http://schemas.openxmlformats.org/officeDocument/2006/relationships/oleObject" Target="../embeddings/oleObject17.bin"/><Relationship Id="rId119" Type="http://schemas.openxmlformats.org/officeDocument/2006/relationships/oleObject" Target="../embeddings/oleObject20.bin"/><Relationship Id="rId44" Type="http://schemas.openxmlformats.org/officeDocument/2006/relationships/image" Target="../media/image40.wmf"/><Relationship Id="rId60" Type="http://schemas.openxmlformats.org/officeDocument/2006/relationships/oleObject" Target="../embeddings/oleObject64.bin"/><Relationship Id="rId65" Type="http://schemas.openxmlformats.org/officeDocument/2006/relationships/oleObject" Target="../embeddings/oleObject69.bin"/><Relationship Id="rId81" Type="http://schemas.openxmlformats.org/officeDocument/2006/relationships/image" Target="../media/image48.wmf"/><Relationship Id="rId86" Type="http://schemas.openxmlformats.org/officeDocument/2006/relationships/image" Target="../media/image50.wmf"/><Relationship Id="rId130" Type="http://schemas.openxmlformats.org/officeDocument/2006/relationships/image" Target="../media/image22.wmf"/><Relationship Id="rId135" Type="http://schemas.openxmlformats.org/officeDocument/2006/relationships/oleObject" Target="../embeddings/oleObject28.bin"/><Relationship Id="rId13" Type="http://schemas.openxmlformats.org/officeDocument/2006/relationships/oleObject" Target="../embeddings/oleObject40.bin"/><Relationship Id="rId18" Type="http://schemas.openxmlformats.org/officeDocument/2006/relationships/image" Target="../media/image11.wmf"/><Relationship Id="rId39" Type="http://schemas.openxmlformats.org/officeDocument/2006/relationships/oleObject" Target="../embeddings/oleObject53.bin"/><Relationship Id="rId109" Type="http://schemas.openxmlformats.org/officeDocument/2006/relationships/oleObject" Target="../embeddings/oleObject13.bin"/><Relationship Id="rId34" Type="http://schemas.openxmlformats.org/officeDocument/2006/relationships/image" Target="../media/image35.wmf"/><Relationship Id="rId50" Type="http://schemas.openxmlformats.org/officeDocument/2006/relationships/image" Target="../media/image42.wmf"/><Relationship Id="rId55" Type="http://schemas.openxmlformats.org/officeDocument/2006/relationships/oleObject" Target="../embeddings/oleObject61.bin"/><Relationship Id="rId76" Type="http://schemas.openxmlformats.org/officeDocument/2006/relationships/oleObject" Target="../embeddings/oleObject80.bin"/><Relationship Id="rId97" Type="http://schemas.openxmlformats.org/officeDocument/2006/relationships/image" Target="../media/image55.wmf"/><Relationship Id="rId104" Type="http://schemas.openxmlformats.org/officeDocument/2006/relationships/oleObject" Target="../embeddings/oleObject8.bin"/><Relationship Id="rId120" Type="http://schemas.openxmlformats.org/officeDocument/2006/relationships/image" Target="../media/image17.wmf"/><Relationship Id="rId125" Type="http://schemas.openxmlformats.org/officeDocument/2006/relationships/oleObject" Target="../embeddings/oleObject23.bin"/><Relationship Id="rId141" Type="http://schemas.openxmlformats.org/officeDocument/2006/relationships/oleObject" Target="../embeddings/oleObject31.bin"/><Relationship Id="rId7" Type="http://schemas.openxmlformats.org/officeDocument/2006/relationships/oleObject" Target="../embeddings/oleObject35.bin"/><Relationship Id="rId71" Type="http://schemas.openxmlformats.org/officeDocument/2006/relationships/oleObject" Target="../embeddings/oleObject75.bin"/><Relationship Id="rId92" Type="http://schemas.openxmlformats.org/officeDocument/2006/relationships/image" Target="../media/image53.wmf"/><Relationship Id="rId2" Type="http://schemas.openxmlformats.org/officeDocument/2006/relationships/slideLayout" Target="../slideLayouts/slideLayout2.xml"/><Relationship Id="rId29" Type="http://schemas.openxmlformats.org/officeDocument/2006/relationships/oleObject" Target="../embeddings/oleObject48.bin"/><Relationship Id="rId24" Type="http://schemas.openxmlformats.org/officeDocument/2006/relationships/image" Target="../media/image31.wmf"/><Relationship Id="rId40" Type="http://schemas.openxmlformats.org/officeDocument/2006/relationships/image" Target="../media/image38.wmf"/><Relationship Id="rId45" Type="http://schemas.openxmlformats.org/officeDocument/2006/relationships/oleObject" Target="../embeddings/oleObject56.bin"/><Relationship Id="rId66" Type="http://schemas.openxmlformats.org/officeDocument/2006/relationships/oleObject" Target="../embeddings/oleObject70.bin"/><Relationship Id="rId87" Type="http://schemas.openxmlformats.org/officeDocument/2006/relationships/oleObject" Target="../embeddings/oleObject87.bin"/><Relationship Id="rId110" Type="http://schemas.openxmlformats.org/officeDocument/2006/relationships/oleObject" Target="../embeddings/oleObject14.bin"/><Relationship Id="rId115" Type="http://schemas.openxmlformats.org/officeDocument/2006/relationships/image" Target="../media/image14.wmf"/><Relationship Id="rId131" Type="http://schemas.openxmlformats.org/officeDocument/2006/relationships/oleObject" Target="../embeddings/oleObject26.bin"/><Relationship Id="rId136" Type="http://schemas.openxmlformats.org/officeDocument/2006/relationships/image" Target="../media/image25.wmf"/><Relationship Id="rId61" Type="http://schemas.openxmlformats.org/officeDocument/2006/relationships/oleObject" Target="../embeddings/oleObject65.bin"/><Relationship Id="rId82" Type="http://schemas.openxmlformats.org/officeDocument/2006/relationships/oleObject" Target="../embeddings/oleObject84.bin"/><Relationship Id="rId19" Type="http://schemas.openxmlformats.org/officeDocument/2006/relationships/oleObject" Target="../embeddings/oleObject43.bin"/><Relationship Id="rId14" Type="http://schemas.openxmlformats.org/officeDocument/2006/relationships/image" Target="../media/image9.wmf"/><Relationship Id="rId30" Type="http://schemas.openxmlformats.org/officeDocument/2006/relationships/image" Target="../media/image33.wmf"/><Relationship Id="rId35" Type="http://schemas.openxmlformats.org/officeDocument/2006/relationships/oleObject" Target="../embeddings/oleObject51.bin"/><Relationship Id="rId56" Type="http://schemas.openxmlformats.org/officeDocument/2006/relationships/image" Target="../media/image45.wmf"/><Relationship Id="rId77" Type="http://schemas.openxmlformats.org/officeDocument/2006/relationships/oleObject" Target="../embeddings/oleObject81.bin"/><Relationship Id="rId100" Type="http://schemas.openxmlformats.org/officeDocument/2006/relationships/oleObject" Target="../embeddings/oleObject4.bin"/><Relationship Id="rId105" Type="http://schemas.openxmlformats.org/officeDocument/2006/relationships/oleObject" Target="../embeddings/oleObject9.bin"/><Relationship Id="rId126" Type="http://schemas.openxmlformats.org/officeDocument/2006/relationships/image" Target="../media/image20.wmf"/><Relationship Id="rId8" Type="http://schemas.openxmlformats.org/officeDocument/2006/relationships/oleObject" Target="../embeddings/oleObject36.bin"/><Relationship Id="rId51" Type="http://schemas.openxmlformats.org/officeDocument/2006/relationships/oleObject" Target="../embeddings/oleObject59.bin"/><Relationship Id="rId72" Type="http://schemas.openxmlformats.org/officeDocument/2006/relationships/oleObject" Target="../embeddings/oleObject76.bin"/><Relationship Id="rId93" Type="http://schemas.openxmlformats.org/officeDocument/2006/relationships/oleObject" Target="../embeddings/oleObject90.bin"/><Relationship Id="rId98" Type="http://schemas.openxmlformats.org/officeDocument/2006/relationships/oleObject" Target="../embeddings/oleObject93.bin"/><Relationship Id="rId121" Type="http://schemas.openxmlformats.org/officeDocument/2006/relationships/oleObject" Target="../embeddings/oleObject21.bin"/><Relationship Id="rId142" Type="http://schemas.openxmlformats.org/officeDocument/2006/relationships/image" Target="../media/image28.wmf"/><Relationship Id="rId3" Type="http://schemas.openxmlformats.org/officeDocument/2006/relationships/oleObject" Target="../embeddings/oleObject32.bin"/><Relationship Id="rId25" Type="http://schemas.openxmlformats.org/officeDocument/2006/relationships/oleObject" Target="../embeddings/oleObject46.bin"/><Relationship Id="rId46" Type="http://schemas.openxmlformats.org/officeDocument/2006/relationships/image" Target="../media/image12.wmf"/><Relationship Id="rId67" Type="http://schemas.openxmlformats.org/officeDocument/2006/relationships/oleObject" Target="../embeddings/oleObject71.bin"/><Relationship Id="rId116" Type="http://schemas.openxmlformats.org/officeDocument/2006/relationships/oleObject" Target="../embeddings/oleObject18.bin"/><Relationship Id="rId137" Type="http://schemas.openxmlformats.org/officeDocument/2006/relationships/oleObject" Target="../embeddings/oleObject29.bin"/><Relationship Id="rId20" Type="http://schemas.openxmlformats.org/officeDocument/2006/relationships/image" Target="../media/image29.wmf"/><Relationship Id="rId41" Type="http://schemas.openxmlformats.org/officeDocument/2006/relationships/oleObject" Target="../embeddings/oleObject54.bin"/><Relationship Id="rId62" Type="http://schemas.openxmlformats.org/officeDocument/2006/relationships/oleObject" Target="../embeddings/oleObject66.bin"/><Relationship Id="rId83" Type="http://schemas.openxmlformats.org/officeDocument/2006/relationships/image" Target="../media/image49.wmf"/><Relationship Id="rId88" Type="http://schemas.openxmlformats.org/officeDocument/2006/relationships/image" Target="../media/image51.wmf"/><Relationship Id="rId111" Type="http://schemas.openxmlformats.org/officeDocument/2006/relationships/oleObject" Target="../embeddings/oleObject15.bin"/><Relationship Id="rId132" Type="http://schemas.openxmlformats.org/officeDocument/2006/relationships/image" Target="../media/image23.wmf"/><Relationship Id="rId15" Type="http://schemas.openxmlformats.org/officeDocument/2006/relationships/oleObject" Target="../embeddings/oleObject41.bin"/><Relationship Id="rId36" Type="http://schemas.openxmlformats.org/officeDocument/2006/relationships/image" Target="../media/image36.wmf"/><Relationship Id="rId57" Type="http://schemas.openxmlformats.org/officeDocument/2006/relationships/oleObject" Target="../embeddings/oleObject62.bin"/><Relationship Id="rId106" Type="http://schemas.openxmlformats.org/officeDocument/2006/relationships/oleObject" Target="../embeddings/oleObject10.bin"/><Relationship Id="rId127" Type="http://schemas.openxmlformats.org/officeDocument/2006/relationships/oleObject" Target="../embeddings/oleObject24.bin"/><Relationship Id="rId10" Type="http://schemas.openxmlformats.org/officeDocument/2006/relationships/oleObject" Target="../embeddings/oleObject37.bin"/><Relationship Id="rId31" Type="http://schemas.openxmlformats.org/officeDocument/2006/relationships/oleObject" Target="../embeddings/oleObject49.bin"/><Relationship Id="rId52" Type="http://schemas.openxmlformats.org/officeDocument/2006/relationships/image" Target="../media/image43.wmf"/><Relationship Id="rId73" Type="http://schemas.openxmlformats.org/officeDocument/2006/relationships/oleObject" Target="../embeddings/oleObject77.bin"/><Relationship Id="rId78" Type="http://schemas.openxmlformats.org/officeDocument/2006/relationships/oleObject" Target="../embeddings/oleObject82.bin"/><Relationship Id="rId94" Type="http://schemas.openxmlformats.org/officeDocument/2006/relationships/oleObject" Target="../embeddings/oleObject91.bin"/><Relationship Id="rId99" Type="http://schemas.openxmlformats.org/officeDocument/2006/relationships/image" Target="../media/image56.wmf"/><Relationship Id="rId101" Type="http://schemas.openxmlformats.org/officeDocument/2006/relationships/oleObject" Target="../embeddings/oleObject5.bin"/><Relationship Id="rId122" Type="http://schemas.openxmlformats.org/officeDocument/2006/relationships/image" Target="../media/image18.wmf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26" Type="http://schemas.openxmlformats.org/officeDocument/2006/relationships/image" Target="../media/image15.wmf"/><Relationship Id="rId47" Type="http://schemas.openxmlformats.org/officeDocument/2006/relationships/oleObject" Target="../embeddings/oleObject57.bin"/><Relationship Id="rId68" Type="http://schemas.openxmlformats.org/officeDocument/2006/relationships/oleObject" Target="../embeddings/oleObject72.bin"/><Relationship Id="rId89" Type="http://schemas.openxmlformats.org/officeDocument/2006/relationships/oleObject" Target="../embeddings/oleObject88.bin"/><Relationship Id="rId112" Type="http://schemas.openxmlformats.org/officeDocument/2006/relationships/oleObject" Target="../embeddings/oleObject16.bin"/><Relationship Id="rId133" Type="http://schemas.openxmlformats.org/officeDocument/2006/relationships/oleObject" Target="../embeddings/oleObject27.bin"/><Relationship Id="rId16" Type="http://schemas.openxmlformats.org/officeDocument/2006/relationships/image" Target="../media/image10.wmf"/></Relationships>
</file>

<file path=ppt/slides/_rels/slide13.xml.rels><?xml version="1.0" encoding="UTF-8" standalone="yes"?>
<Relationships xmlns="http://schemas.openxmlformats.org/package/2006/relationships"><Relationship Id="rId8" Type="http://schemas.openxmlformats.org/officeDocument/2006/relationships/oleObject" Target="../embeddings/oleObject8.bin"/><Relationship Id="rId13" Type="http://schemas.openxmlformats.org/officeDocument/2006/relationships/oleObject" Target="../embeddings/oleObject12.bin"/><Relationship Id="rId18" Type="http://schemas.openxmlformats.org/officeDocument/2006/relationships/image" Target="../media/image14.wmf"/><Relationship Id="rId26" Type="http://schemas.openxmlformats.org/officeDocument/2006/relationships/oleObject" Target="../embeddings/oleObject100.bin"/><Relationship Id="rId3" Type="http://schemas.openxmlformats.org/officeDocument/2006/relationships/oleObject" Target="../embeddings/oleObject4.bin"/><Relationship Id="rId21" Type="http://schemas.openxmlformats.org/officeDocument/2006/relationships/oleObject" Target="../embeddings/oleObject95.bin"/><Relationship Id="rId7" Type="http://schemas.openxmlformats.org/officeDocument/2006/relationships/oleObject" Target="../embeddings/oleObject7.bin"/><Relationship Id="rId12" Type="http://schemas.openxmlformats.org/officeDocument/2006/relationships/oleObject" Target="../embeddings/oleObject11.bin"/><Relationship Id="rId17" Type="http://schemas.openxmlformats.org/officeDocument/2006/relationships/oleObject" Target="../embeddings/oleObject17.bin"/><Relationship Id="rId25" Type="http://schemas.openxmlformats.org/officeDocument/2006/relationships/oleObject" Target="../embeddings/oleObject99.bin"/><Relationship Id="rId2" Type="http://schemas.openxmlformats.org/officeDocument/2006/relationships/slideLayout" Target="../slideLayouts/slideLayout2.xml"/><Relationship Id="rId16" Type="http://schemas.openxmlformats.org/officeDocument/2006/relationships/image" Target="../media/image13.wmf"/><Relationship Id="rId20" Type="http://schemas.openxmlformats.org/officeDocument/2006/relationships/image" Target="../media/image57.wmf"/><Relationship Id="rId1" Type="http://schemas.openxmlformats.org/officeDocument/2006/relationships/vmlDrawing" Target="../drawings/vmlDrawing7.vml"/><Relationship Id="rId6" Type="http://schemas.openxmlformats.org/officeDocument/2006/relationships/oleObject" Target="../embeddings/oleObject6.bin"/><Relationship Id="rId11" Type="http://schemas.openxmlformats.org/officeDocument/2006/relationships/oleObject" Target="../embeddings/oleObject10.bin"/><Relationship Id="rId24" Type="http://schemas.openxmlformats.org/officeDocument/2006/relationships/oleObject" Target="../embeddings/oleObject98.bin"/><Relationship Id="rId5" Type="http://schemas.openxmlformats.org/officeDocument/2006/relationships/oleObject" Target="../embeddings/oleObject5.bin"/><Relationship Id="rId15" Type="http://schemas.openxmlformats.org/officeDocument/2006/relationships/oleObject" Target="../embeddings/oleObject16.bin"/><Relationship Id="rId23" Type="http://schemas.openxmlformats.org/officeDocument/2006/relationships/oleObject" Target="../embeddings/oleObject97.bin"/><Relationship Id="rId10" Type="http://schemas.openxmlformats.org/officeDocument/2006/relationships/oleObject" Target="../embeddings/oleObject9.bin"/><Relationship Id="rId19" Type="http://schemas.openxmlformats.org/officeDocument/2006/relationships/oleObject" Target="../embeddings/oleObject94.bin"/><Relationship Id="rId4" Type="http://schemas.openxmlformats.org/officeDocument/2006/relationships/image" Target="../media/image7.wmf"/><Relationship Id="rId9" Type="http://schemas.openxmlformats.org/officeDocument/2006/relationships/image" Target="../media/image8.wmf"/><Relationship Id="rId14" Type="http://schemas.openxmlformats.org/officeDocument/2006/relationships/image" Target="../media/image9.wmf"/><Relationship Id="rId22" Type="http://schemas.openxmlformats.org/officeDocument/2006/relationships/oleObject" Target="../embeddings/oleObject96.bin"/></Relationships>
</file>

<file path=ppt/slides/_rels/slide14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06.bin"/><Relationship Id="rId18" Type="http://schemas.openxmlformats.org/officeDocument/2006/relationships/oleObject" Target="../embeddings/oleObject110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21.bin"/><Relationship Id="rId21" Type="http://schemas.openxmlformats.org/officeDocument/2006/relationships/oleObject" Target="../embeddings/oleObject112.bin"/><Relationship Id="rId34" Type="http://schemas.openxmlformats.org/officeDocument/2006/relationships/image" Target="../media/image71.wmf"/><Relationship Id="rId7" Type="http://schemas.openxmlformats.org/officeDocument/2006/relationships/oleObject" Target="../embeddings/oleObject103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09.bin"/><Relationship Id="rId25" Type="http://schemas.openxmlformats.org/officeDocument/2006/relationships/oleObject" Target="../embeddings/oleObject114.bin"/><Relationship Id="rId33" Type="http://schemas.openxmlformats.org/officeDocument/2006/relationships/oleObject" Target="../embeddings/oleObject118.bin"/><Relationship Id="rId38" Type="http://schemas.openxmlformats.org/officeDocument/2006/relationships/image" Target="../media/image73.wmf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08.bin"/><Relationship Id="rId20" Type="http://schemas.openxmlformats.org/officeDocument/2006/relationships/image" Target="../media/image64.wmf"/><Relationship Id="rId29" Type="http://schemas.openxmlformats.org/officeDocument/2006/relationships/oleObject" Target="../embeddings/oleObject116.bin"/><Relationship Id="rId1" Type="http://schemas.openxmlformats.org/officeDocument/2006/relationships/vmlDrawing" Target="../drawings/vmlDrawing8.vml"/><Relationship Id="rId6" Type="http://schemas.openxmlformats.org/officeDocument/2006/relationships/image" Target="../media/image59.wmf"/><Relationship Id="rId11" Type="http://schemas.openxmlformats.org/officeDocument/2006/relationships/oleObject" Target="../embeddings/oleObject105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20.bin"/><Relationship Id="rId40" Type="http://schemas.openxmlformats.org/officeDocument/2006/relationships/image" Target="../media/image74.wmf"/><Relationship Id="rId5" Type="http://schemas.openxmlformats.org/officeDocument/2006/relationships/oleObject" Target="../embeddings/oleObject102.bin"/><Relationship Id="rId15" Type="http://schemas.openxmlformats.org/officeDocument/2006/relationships/oleObject" Target="../embeddings/oleObject107.bin"/><Relationship Id="rId23" Type="http://schemas.openxmlformats.org/officeDocument/2006/relationships/oleObject" Target="../embeddings/oleObject113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11.bin"/><Relationship Id="rId31" Type="http://schemas.openxmlformats.org/officeDocument/2006/relationships/oleObject" Target="../embeddings/oleObject117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04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15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19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01.bin"/></Relationships>
</file>

<file path=ppt/slides/_rels/slide15.xml.rels><?xml version="1.0" encoding="UTF-8" standalone="yes"?>
<Relationships xmlns="http://schemas.openxmlformats.org/package/2006/relationships"><Relationship Id="rId13" Type="http://schemas.openxmlformats.org/officeDocument/2006/relationships/oleObject" Target="../embeddings/oleObject127.bin"/><Relationship Id="rId18" Type="http://schemas.openxmlformats.org/officeDocument/2006/relationships/oleObject" Target="../embeddings/oleObject131.bin"/><Relationship Id="rId26" Type="http://schemas.openxmlformats.org/officeDocument/2006/relationships/image" Target="../media/image67.wmf"/><Relationship Id="rId39" Type="http://schemas.openxmlformats.org/officeDocument/2006/relationships/oleObject" Target="../embeddings/oleObject142.bin"/><Relationship Id="rId21" Type="http://schemas.openxmlformats.org/officeDocument/2006/relationships/oleObject" Target="../embeddings/oleObject133.bin"/><Relationship Id="rId34" Type="http://schemas.openxmlformats.org/officeDocument/2006/relationships/image" Target="../media/image71.wmf"/><Relationship Id="rId42" Type="http://schemas.openxmlformats.org/officeDocument/2006/relationships/image" Target="../media/image75.wmf"/><Relationship Id="rId47" Type="http://schemas.openxmlformats.org/officeDocument/2006/relationships/image" Target="../media/image77.wmf"/><Relationship Id="rId7" Type="http://schemas.openxmlformats.org/officeDocument/2006/relationships/oleObject" Target="../embeddings/oleObject124.bin"/><Relationship Id="rId2" Type="http://schemas.openxmlformats.org/officeDocument/2006/relationships/slideLayout" Target="../slideLayouts/slideLayout1.xml"/><Relationship Id="rId16" Type="http://schemas.openxmlformats.org/officeDocument/2006/relationships/oleObject" Target="../embeddings/oleObject129.bin"/><Relationship Id="rId29" Type="http://schemas.openxmlformats.org/officeDocument/2006/relationships/oleObject" Target="../embeddings/oleObject137.bin"/><Relationship Id="rId11" Type="http://schemas.openxmlformats.org/officeDocument/2006/relationships/oleObject" Target="../embeddings/oleObject126.bin"/><Relationship Id="rId24" Type="http://schemas.openxmlformats.org/officeDocument/2006/relationships/image" Target="../media/image66.wmf"/><Relationship Id="rId32" Type="http://schemas.openxmlformats.org/officeDocument/2006/relationships/image" Target="../media/image70.wmf"/><Relationship Id="rId37" Type="http://schemas.openxmlformats.org/officeDocument/2006/relationships/oleObject" Target="../embeddings/oleObject141.bin"/><Relationship Id="rId40" Type="http://schemas.openxmlformats.org/officeDocument/2006/relationships/image" Target="../media/image74.wmf"/><Relationship Id="rId45" Type="http://schemas.openxmlformats.org/officeDocument/2006/relationships/image" Target="../media/image76.wmf"/><Relationship Id="rId5" Type="http://schemas.openxmlformats.org/officeDocument/2006/relationships/oleObject" Target="../embeddings/oleObject123.bin"/><Relationship Id="rId15" Type="http://schemas.openxmlformats.org/officeDocument/2006/relationships/oleObject" Target="../embeddings/oleObject128.bin"/><Relationship Id="rId23" Type="http://schemas.openxmlformats.org/officeDocument/2006/relationships/oleObject" Target="../embeddings/oleObject134.bin"/><Relationship Id="rId28" Type="http://schemas.openxmlformats.org/officeDocument/2006/relationships/image" Target="../media/image68.wmf"/><Relationship Id="rId36" Type="http://schemas.openxmlformats.org/officeDocument/2006/relationships/image" Target="../media/image72.wmf"/><Relationship Id="rId49" Type="http://schemas.openxmlformats.org/officeDocument/2006/relationships/image" Target="../media/image78.wmf"/><Relationship Id="rId10" Type="http://schemas.openxmlformats.org/officeDocument/2006/relationships/image" Target="../media/image61.wmf"/><Relationship Id="rId19" Type="http://schemas.openxmlformats.org/officeDocument/2006/relationships/oleObject" Target="../embeddings/oleObject132.bin"/><Relationship Id="rId31" Type="http://schemas.openxmlformats.org/officeDocument/2006/relationships/oleObject" Target="../embeddings/oleObject138.bin"/><Relationship Id="rId44" Type="http://schemas.openxmlformats.org/officeDocument/2006/relationships/oleObject" Target="../embeddings/oleObject145.bin"/><Relationship Id="rId4" Type="http://schemas.openxmlformats.org/officeDocument/2006/relationships/image" Target="../media/image58.wmf"/><Relationship Id="rId9" Type="http://schemas.openxmlformats.org/officeDocument/2006/relationships/oleObject" Target="../embeddings/oleObject125.bin"/><Relationship Id="rId14" Type="http://schemas.openxmlformats.org/officeDocument/2006/relationships/image" Target="../media/image63.wmf"/><Relationship Id="rId22" Type="http://schemas.openxmlformats.org/officeDocument/2006/relationships/image" Target="../media/image65.wmf"/><Relationship Id="rId27" Type="http://schemas.openxmlformats.org/officeDocument/2006/relationships/oleObject" Target="../embeddings/oleObject136.bin"/><Relationship Id="rId30" Type="http://schemas.openxmlformats.org/officeDocument/2006/relationships/image" Target="../media/image69.wmf"/><Relationship Id="rId35" Type="http://schemas.openxmlformats.org/officeDocument/2006/relationships/oleObject" Target="../embeddings/oleObject140.bin"/><Relationship Id="rId43" Type="http://schemas.openxmlformats.org/officeDocument/2006/relationships/oleObject" Target="../embeddings/oleObject144.bin"/><Relationship Id="rId48" Type="http://schemas.openxmlformats.org/officeDocument/2006/relationships/oleObject" Target="../embeddings/oleObject147.bin"/><Relationship Id="rId8" Type="http://schemas.openxmlformats.org/officeDocument/2006/relationships/image" Target="../media/image60.wmf"/><Relationship Id="rId3" Type="http://schemas.openxmlformats.org/officeDocument/2006/relationships/oleObject" Target="../embeddings/oleObject122.bin"/><Relationship Id="rId12" Type="http://schemas.openxmlformats.org/officeDocument/2006/relationships/image" Target="../media/image62.wmf"/><Relationship Id="rId17" Type="http://schemas.openxmlformats.org/officeDocument/2006/relationships/oleObject" Target="../embeddings/oleObject130.bin"/><Relationship Id="rId25" Type="http://schemas.openxmlformats.org/officeDocument/2006/relationships/oleObject" Target="../embeddings/oleObject135.bin"/><Relationship Id="rId33" Type="http://schemas.openxmlformats.org/officeDocument/2006/relationships/oleObject" Target="../embeddings/oleObject139.bin"/><Relationship Id="rId38" Type="http://schemas.openxmlformats.org/officeDocument/2006/relationships/image" Target="../media/image73.wmf"/><Relationship Id="rId46" Type="http://schemas.openxmlformats.org/officeDocument/2006/relationships/oleObject" Target="../embeddings/oleObject146.bin"/><Relationship Id="rId20" Type="http://schemas.openxmlformats.org/officeDocument/2006/relationships/image" Target="../media/image64.wmf"/><Relationship Id="rId41" Type="http://schemas.openxmlformats.org/officeDocument/2006/relationships/oleObject" Target="../embeddings/oleObject143.bin"/><Relationship Id="rId1" Type="http://schemas.openxmlformats.org/officeDocument/2006/relationships/vmlDrawing" Target="../drawings/vmlDrawing9.vml"/><Relationship Id="rId6" Type="http://schemas.openxmlformats.org/officeDocument/2006/relationships/image" Target="../media/image59.wmf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7.xml.rels><?xml version="1.0" encoding="UTF-8" standalone="yes"?>
<Relationships xmlns="http://schemas.openxmlformats.org/package/2006/relationships"><Relationship Id="rId8" Type="http://schemas.openxmlformats.org/officeDocument/2006/relationships/image" Target="../media/image81.wmf"/><Relationship Id="rId13" Type="http://schemas.openxmlformats.org/officeDocument/2006/relationships/oleObject" Target="../embeddings/oleObject153.bin"/><Relationship Id="rId18" Type="http://schemas.openxmlformats.org/officeDocument/2006/relationships/image" Target="../media/image86.wmf"/><Relationship Id="rId26" Type="http://schemas.openxmlformats.org/officeDocument/2006/relationships/image" Target="../media/image90.wmf"/><Relationship Id="rId3" Type="http://schemas.openxmlformats.org/officeDocument/2006/relationships/oleObject" Target="../embeddings/oleObject148.bin"/><Relationship Id="rId21" Type="http://schemas.openxmlformats.org/officeDocument/2006/relationships/oleObject" Target="../embeddings/oleObject157.bin"/><Relationship Id="rId7" Type="http://schemas.openxmlformats.org/officeDocument/2006/relationships/oleObject" Target="../embeddings/oleObject150.bin"/><Relationship Id="rId12" Type="http://schemas.openxmlformats.org/officeDocument/2006/relationships/image" Target="../media/image83.wmf"/><Relationship Id="rId17" Type="http://schemas.openxmlformats.org/officeDocument/2006/relationships/oleObject" Target="../embeddings/oleObject155.bin"/><Relationship Id="rId25" Type="http://schemas.openxmlformats.org/officeDocument/2006/relationships/oleObject" Target="../embeddings/oleObject159.bin"/><Relationship Id="rId2" Type="http://schemas.openxmlformats.org/officeDocument/2006/relationships/slideLayout" Target="../slideLayouts/slideLayout1.xml"/><Relationship Id="rId16" Type="http://schemas.openxmlformats.org/officeDocument/2006/relationships/image" Target="../media/image85.wmf"/><Relationship Id="rId20" Type="http://schemas.openxmlformats.org/officeDocument/2006/relationships/image" Target="../media/image87.wmf"/><Relationship Id="rId29" Type="http://schemas.openxmlformats.org/officeDocument/2006/relationships/oleObject" Target="../embeddings/oleObject161.bin"/><Relationship Id="rId1" Type="http://schemas.openxmlformats.org/officeDocument/2006/relationships/vmlDrawing" Target="../drawings/vmlDrawing10.vml"/><Relationship Id="rId6" Type="http://schemas.openxmlformats.org/officeDocument/2006/relationships/image" Target="../media/image80.wmf"/><Relationship Id="rId11" Type="http://schemas.openxmlformats.org/officeDocument/2006/relationships/oleObject" Target="../embeddings/oleObject152.bin"/><Relationship Id="rId24" Type="http://schemas.openxmlformats.org/officeDocument/2006/relationships/image" Target="../media/image89.wmf"/><Relationship Id="rId32" Type="http://schemas.openxmlformats.org/officeDocument/2006/relationships/image" Target="../media/image93.wmf"/><Relationship Id="rId5" Type="http://schemas.openxmlformats.org/officeDocument/2006/relationships/oleObject" Target="../embeddings/oleObject149.bin"/><Relationship Id="rId15" Type="http://schemas.openxmlformats.org/officeDocument/2006/relationships/oleObject" Target="../embeddings/oleObject154.bin"/><Relationship Id="rId23" Type="http://schemas.openxmlformats.org/officeDocument/2006/relationships/oleObject" Target="../embeddings/oleObject158.bin"/><Relationship Id="rId28" Type="http://schemas.openxmlformats.org/officeDocument/2006/relationships/image" Target="../media/image91.wmf"/><Relationship Id="rId10" Type="http://schemas.openxmlformats.org/officeDocument/2006/relationships/image" Target="../media/image82.wmf"/><Relationship Id="rId19" Type="http://schemas.openxmlformats.org/officeDocument/2006/relationships/oleObject" Target="../embeddings/oleObject156.bin"/><Relationship Id="rId31" Type="http://schemas.openxmlformats.org/officeDocument/2006/relationships/oleObject" Target="../embeddings/oleObject162.bin"/><Relationship Id="rId4" Type="http://schemas.openxmlformats.org/officeDocument/2006/relationships/image" Target="../media/image79.wmf"/><Relationship Id="rId9" Type="http://schemas.openxmlformats.org/officeDocument/2006/relationships/oleObject" Target="../embeddings/oleObject151.bin"/><Relationship Id="rId14" Type="http://schemas.openxmlformats.org/officeDocument/2006/relationships/image" Target="../media/image84.wmf"/><Relationship Id="rId22" Type="http://schemas.openxmlformats.org/officeDocument/2006/relationships/image" Target="../media/image88.wmf"/><Relationship Id="rId27" Type="http://schemas.openxmlformats.org/officeDocument/2006/relationships/oleObject" Target="../embeddings/oleObject160.bin"/><Relationship Id="rId30" Type="http://schemas.openxmlformats.org/officeDocument/2006/relationships/image" Target="../media/image92.wmf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3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1.vml"/><Relationship Id="rId4" Type="http://schemas.openxmlformats.org/officeDocument/2006/relationships/image" Target="../media/image94.wmf"/></Relationships>
</file>

<file path=ppt/slides/_rels/slide19.xml.rels><?xml version="1.0" encoding="UTF-8" standalone="yes"?>
<Relationships xmlns="http://schemas.openxmlformats.org/package/2006/relationships"><Relationship Id="rId8" Type="http://schemas.openxmlformats.org/officeDocument/2006/relationships/image" Target="../media/image97.wmf"/><Relationship Id="rId3" Type="http://schemas.openxmlformats.org/officeDocument/2006/relationships/oleObject" Target="../embeddings/oleObject164.bin"/><Relationship Id="rId7" Type="http://schemas.openxmlformats.org/officeDocument/2006/relationships/oleObject" Target="../embeddings/oleObject166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2.vml"/><Relationship Id="rId6" Type="http://schemas.openxmlformats.org/officeDocument/2006/relationships/image" Target="../media/image96.wmf"/><Relationship Id="rId5" Type="http://schemas.openxmlformats.org/officeDocument/2006/relationships/oleObject" Target="../embeddings/oleObject165.bin"/><Relationship Id="rId10" Type="http://schemas.openxmlformats.org/officeDocument/2006/relationships/image" Target="../media/image98.wmf"/><Relationship Id="rId4" Type="http://schemas.openxmlformats.org/officeDocument/2006/relationships/image" Target="../media/image95.wmf"/><Relationship Id="rId9" Type="http://schemas.openxmlformats.org/officeDocument/2006/relationships/oleObject" Target="../embeddings/oleObject167.bin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oleObject" Target="../embeddings/oleObject168.bin"/><Relationship Id="rId2" Type="http://schemas.openxmlformats.org/officeDocument/2006/relationships/slideLayout" Target="../slideLayouts/slideLayout1.xml"/><Relationship Id="rId1" Type="http://schemas.openxmlformats.org/officeDocument/2006/relationships/vmlDrawing" Target="../drawings/vmlDrawing13.vml"/><Relationship Id="rId4" Type="http://schemas.openxmlformats.org/officeDocument/2006/relationships/image" Target="../media/image99.wmf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07" name="组合 106"/>
          <p:cNvGrpSpPr/>
          <p:nvPr/>
        </p:nvGrpSpPr>
        <p:grpSpPr>
          <a:xfrm>
            <a:off x="276028" y="0"/>
            <a:ext cx="11679997" cy="6641479"/>
            <a:chOff x="276028" y="0"/>
            <a:chExt cx="11679997" cy="6641479"/>
          </a:xfrm>
        </p:grpSpPr>
        <p:pic>
          <p:nvPicPr>
            <p:cNvPr id="68" name="图片 67"/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430117" y="0"/>
              <a:ext cx="11525908" cy="6641479"/>
            </a:xfrm>
            <a:prstGeom prst="rect">
              <a:avLst/>
            </a:prstGeom>
          </p:spPr>
        </p:pic>
        <p:sp>
          <p:nvSpPr>
            <p:cNvPr id="73" name="圆角矩形 72"/>
            <p:cNvSpPr/>
            <p:nvPr/>
          </p:nvSpPr>
          <p:spPr>
            <a:xfrm>
              <a:off x="1530086" y="5993236"/>
              <a:ext cx="1612490" cy="403123"/>
            </a:xfrm>
            <a:prstGeom prst="round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69" name="文本框 68"/>
            <p:cNvSpPr txBox="1"/>
            <p:nvPr/>
          </p:nvSpPr>
          <p:spPr>
            <a:xfrm>
              <a:off x="1464725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4" name="圆角矩形 73"/>
            <p:cNvSpPr/>
            <p:nvPr/>
          </p:nvSpPr>
          <p:spPr>
            <a:xfrm>
              <a:off x="3924241" y="5993236"/>
              <a:ext cx="1612490" cy="403123"/>
            </a:xfrm>
            <a:prstGeom prst="round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5" name="文本框 74"/>
            <p:cNvSpPr txBox="1"/>
            <p:nvPr/>
          </p:nvSpPr>
          <p:spPr>
            <a:xfrm>
              <a:off x="3858880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6" name="圆角矩形 75"/>
            <p:cNvSpPr/>
            <p:nvPr/>
          </p:nvSpPr>
          <p:spPr>
            <a:xfrm>
              <a:off x="6183997" y="5993236"/>
              <a:ext cx="1612490" cy="403123"/>
            </a:xfrm>
            <a:prstGeom prst="round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7" name="文本框 76"/>
            <p:cNvSpPr txBox="1"/>
            <p:nvPr/>
          </p:nvSpPr>
          <p:spPr>
            <a:xfrm>
              <a:off x="6118636" y="5958025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8" name="圆角矩形 77"/>
            <p:cNvSpPr/>
            <p:nvPr/>
          </p:nvSpPr>
          <p:spPr>
            <a:xfrm>
              <a:off x="8531342" y="5993185"/>
              <a:ext cx="1612490" cy="403123"/>
            </a:xfrm>
            <a:prstGeom prst="round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79" name="文本框 78"/>
            <p:cNvSpPr txBox="1"/>
            <p:nvPr/>
          </p:nvSpPr>
          <p:spPr>
            <a:xfrm>
              <a:off x="8465981" y="5957974"/>
              <a:ext cx="1822432" cy="461665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zh-CN" altLang="en-US" sz="2400" b="1" dirty="0">
                  <a:latin typeface="宋体" panose="02010600030101010101" pitchFamily="2" charset="-122"/>
                  <a:ea typeface="宋体" panose="02010600030101010101" pitchFamily="2" charset="-122"/>
                </a:rPr>
                <a:t>小批量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1" name="矩形 80"/>
            <p:cNvSpPr/>
            <p:nvPr/>
          </p:nvSpPr>
          <p:spPr>
            <a:xfrm>
              <a:off x="9578340" y="5448300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2" name="矩形 81"/>
            <p:cNvSpPr/>
            <p:nvPr/>
          </p:nvSpPr>
          <p:spPr>
            <a:xfrm>
              <a:off x="10005060" y="5466894"/>
              <a:ext cx="1341120" cy="26924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3" name="矩形 82"/>
            <p:cNvSpPr/>
            <p:nvPr/>
          </p:nvSpPr>
          <p:spPr>
            <a:xfrm>
              <a:off x="10614905" y="4917440"/>
              <a:ext cx="1341120" cy="3276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4" name="矩形 83"/>
            <p:cNvSpPr/>
            <p:nvPr/>
          </p:nvSpPr>
          <p:spPr>
            <a:xfrm>
              <a:off x="84505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5" name="矩形 84"/>
            <p:cNvSpPr/>
            <p:nvPr/>
          </p:nvSpPr>
          <p:spPr>
            <a:xfrm>
              <a:off x="6118636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6" name="矩形 85"/>
            <p:cNvSpPr/>
            <p:nvPr/>
          </p:nvSpPr>
          <p:spPr>
            <a:xfrm>
              <a:off x="3858880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7" name="矩形 86"/>
            <p:cNvSpPr/>
            <p:nvPr/>
          </p:nvSpPr>
          <p:spPr>
            <a:xfrm>
              <a:off x="1599124" y="2651760"/>
              <a:ext cx="1341120" cy="224790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89" name="文本框 88"/>
            <p:cNvSpPr txBox="1"/>
            <p:nvPr/>
          </p:nvSpPr>
          <p:spPr>
            <a:xfrm>
              <a:off x="10401168" y="4917440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参数更新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0" name="文本框 89"/>
            <p:cNvSpPr txBox="1"/>
            <p:nvPr/>
          </p:nvSpPr>
          <p:spPr>
            <a:xfrm>
              <a:off x="1749276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2" name="文本框 91"/>
            <p:cNvSpPr txBox="1"/>
            <p:nvPr/>
          </p:nvSpPr>
          <p:spPr>
            <a:xfrm>
              <a:off x="4127945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3" name="文本框 92"/>
            <p:cNvSpPr txBox="1"/>
            <p:nvPr/>
          </p:nvSpPr>
          <p:spPr>
            <a:xfrm>
              <a:off x="6421558" y="2542466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4" name="文本框 93"/>
            <p:cNvSpPr txBox="1"/>
            <p:nvPr/>
          </p:nvSpPr>
          <p:spPr>
            <a:xfrm>
              <a:off x="8747579" y="2533321"/>
              <a:ext cx="830677" cy="400110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节点</a:t>
              </a:r>
              <a:r>
                <a:rPr lang="en-US" altLang="zh-CN" sz="20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0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6" name="矩形 95"/>
            <p:cNvSpPr/>
            <p:nvPr/>
          </p:nvSpPr>
          <p:spPr>
            <a:xfrm>
              <a:off x="8342088" y="1674568"/>
              <a:ext cx="1662972" cy="489511"/>
            </a:xfrm>
            <a:prstGeom prst="rect">
              <a:avLst/>
            </a:prstGeom>
            <a:solidFill>
              <a:srgbClr val="8CB3F2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7" name="矩形 96"/>
            <p:cNvSpPr/>
            <p:nvPr/>
          </p:nvSpPr>
          <p:spPr>
            <a:xfrm>
              <a:off x="6025294" y="1674568"/>
              <a:ext cx="1662972" cy="489511"/>
            </a:xfrm>
            <a:prstGeom prst="rect">
              <a:avLst/>
            </a:prstGeom>
            <a:solidFill>
              <a:srgbClr val="FCB803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8" name="矩形 97"/>
            <p:cNvSpPr/>
            <p:nvPr/>
          </p:nvSpPr>
          <p:spPr>
            <a:xfrm>
              <a:off x="3697953" y="1661789"/>
              <a:ext cx="1662972" cy="489511"/>
            </a:xfrm>
            <a:prstGeom prst="rect">
              <a:avLst/>
            </a:prstGeom>
            <a:solidFill>
              <a:srgbClr val="D9958F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9" name="矩形 98"/>
            <p:cNvSpPr/>
            <p:nvPr/>
          </p:nvSpPr>
          <p:spPr>
            <a:xfrm>
              <a:off x="1438198" y="1674568"/>
              <a:ext cx="1662972" cy="489511"/>
            </a:xfrm>
            <a:prstGeom prst="rect">
              <a:avLst/>
            </a:prstGeom>
            <a:solidFill>
              <a:srgbClr val="C4D6A0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95" name="文本框 94"/>
            <p:cNvSpPr txBox="1"/>
            <p:nvPr/>
          </p:nvSpPr>
          <p:spPr>
            <a:xfrm>
              <a:off x="8354744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0" name="文本框 99"/>
            <p:cNvSpPr txBox="1"/>
            <p:nvPr/>
          </p:nvSpPr>
          <p:spPr>
            <a:xfrm>
              <a:off x="6085110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1" name="文本框 100"/>
            <p:cNvSpPr txBox="1"/>
            <p:nvPr/>
          </p:nvSpPr>
          <p:spPr>
            <a:xfrm>
              <a:off x="3763043" y="1675711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2" name="文本框 101"/>
            <p:cNvSpPr txBox="1"/>
            <p:nvPr/>
          </p:nvSpPr>
          <p:spPr>
            <a:xfrm>
              <a:off x="1436303" y="1682800"/>
              <a:ext cx="1569660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参数</a:t>
              </a:r>
              <a:r>
                <a:rPr lang="en-US" altLang="zh-CN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/</a:t>
              </a:r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梯度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4" name="矩形 103"/>
            <p:cNvSpPr/>
            <p:nvPr/>
          </p:nvSpPr>
          <p:spPr>
            <a:xfrm>
              <a:off x="276028" y="620166"/>
              <a:ext cx="2934531" cy="578714"/>
            </a:xfrm>
            <a:prstGeom prst="rect">
              <a:avLst/>
            </a:prstGeom>
            <a:solidFill>
              <a:srgbClr val="FFFFFF"/>
            </a:solidFill>
            <a:ln>
              <a:solidFill>
                <a:srgbClr val="FFFFFF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3" name="文本框 102"/>
            <p:cNvSpPr txBox="1"/>
            <p:nvPr/>
          </p:nvSpPr>
          <p:spPr>
            <a:xfrm>
              <a:off x="1848743" y="880744"/>
              <a:ext cx="800219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通信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5" name="矩形 104"/>
            <p:cNvSpPr/>
            <p:nvPr/>
          </p:nvSpPr>
          <p:spPr>
            <a:xfrm>
              <a:off x="4214046" y="150252"/>
              <a:ext cx="3245710" cy="479708"/>
            </a:xfrm>
            <a:prstGeom prst="rect">
              <a:avLst/>
            </a:prstGeom>
            <a:solidFill>
              <a:srgbClr val="F7B179"/>
            </a:solidFill>
            <a:ln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b="1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106" name="文本框 105"/>
            <p:cNvSpPr txBox="1"/>
            <p:nvPr/>
          </p:nvSpPr>
          <p:spPr>
            <a:xfrm>
              <a:off x="5051282" y="168295"/>
              <a:ext cx="1415772" cy="461665"/>
            </a:xfrm>
            <a:prstGeom prst="rect">
              <a:avLst/>
            </a:prstGeom>
            <a:noFill/>
          </p:spPr>
          <p:txBody>
            <a:bodyPr wrap="none" rtlCol="0">
              <a:spAutoFit/>
            </a:bodyPr>
            <a:lstStyle/>
            <a:p>
              <a:pPr algn="ctr"/>
              <a:r>
                <a:rPr lang="zh-CN" altLang="en-US" sz="24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数据平均</a:t>
              </a:r>
              <a:endParaRPr lang="zh-CN" altLang="en-US" sz="24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62116757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36" name="组合 35"/>
          <p:cNvGrpSpPr/>
          <p:nvPr/>
        </p:nvGrpSpPr>
        <p:grpSpPr>
          <a:xfrm>
            <a:off x="1613127" y="0"/>
            <a:ext cx="8655044" cy="6858000"/>
            <a:chOff x="8548406" y="-289560"/>
            <a:chExt cx="7526125" cy="5963478"/>
          </a:xfrm>
        </p:grpSpPr>
        <p:grpSp>
          <p:nvGrpSpPr>
            <p:cNvPr id="37" name="组合 36"/>
            <p:cNvGrpSpPr/>
            <p:nvPr/>
          </p:nvGrpSpPr>
          <p:grpSpPr>
            <a:xfrm>
              <a:off x="8548406" y="-289560"/>
              <a:ext cx="7526125" cy="5963478"/>
              <a:chOff x="8548406" y="-289560"/>
              <a:chExt cx="7526125" cy="5963478"/>
            </a:xfrm>
          </p:grpSpPr>
          <p:pic>
            <p:nvPicPr>
              <p:cNvPr id="42" name="图片 41"/>
              <p:cNvPicPr>
                <a:picLocks noChangeAspect="1"/>
              </p:cNvPicPr>
              <p:nvPr/>
            </p:nvPicPr>
            <p:blipFill>
              <a:blip r:embed="rId3"/>
              <a:stretch>
                <a:fillRect/>
              </a:stretch>
            </p:blipFill>
            <p:spPr>
              <a:xfrm>
                <a:off x="8548406" y="-289560"/>
                <a:ext cx="7486650" cy="5945280"/>
              </a:xfrm>
              <a:prstGeom prst="rect">
                <a:avLst/>
              </a:prstGeom>
            </p:spPr>
          </p:pic>
          <p:sp>
            <p:nvSpPr>
              <p:cNvPr id="43" name="矩形 42"/>
              <p:cNvSpPr/>
              <p:nvPr/>
            </p:nvSpPr>
            <p:spPr>
              <a:xfrm>
                <a:off x="8672229" y="-198232"/>
                <a:ext cx="1114426" cy="58721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4" name="流程图: 终止 43"/>
              <p:cNvSpPr/>
              <p:nvPr/>
            </p:nvSpPr>
            <p:spPr>
              <a:xfrm>
                <a:off x="1015813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5" name="流程图: 终止 44"/>
              <p:cNvSpPr/>
              <p:nvPr/>
            </p:nvSpPr>
            <p:spPr>
              <a:xfrm>
                <a:off x="1144400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6" name="流程图: 终止 45"/>
              <p:cNvSpPr/>
              <p:nvPr/>
            </p:nvSpPr>
            <p:spPr>
              <a:xfrm>
                <a:off x="12729880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7" name="流程图: 终止 46"/>
              <p:cNvSpPr/>
              <p:nvPr/>
            </p:nvSpPr>
            <p:spPr>
              <a:xfrm>
                <a:off x="14015755" y="5259593"/>
                <a:ext cx="914400" cy="228600"/>
              </a:xfrm>
              <a:prstGeom prst="flowChartTerminator">
                <a:avLst/>
              </a:prstGeom>
              <a:solidFill>
                <a:srgbClr val="A5A5A5"/>
              </a:solidFill>
              <a:ln>
                <a:solidFill>
                  <a:srgbClr val="A5A5A5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8" name="文本框 47"/>
              <p:cNvSpPr txBox="1"/>
              <p:nvPr/>
            </p:nvSpPr>
            <p:spPr>
              <a:xfrm>
                <a:off x="10045450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49" name="文本框 48"/>
              <p:cNvSpPr txBox="1"/>
              <p:nvPr/>
            </p:nvSpPr>
            <p:spPr>
              <a:xfrm>
                <a:off x="11344788" y="5198141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0" name="文本框 49"/>
              <p:cNvSpPr txBox="1"/>
              <p:nvPr/>
            </p:nvSpPr>
            <p:spPr>
              <a:xfrm>
                <a:off x="12617278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1" name="文本框 50"/>
              <p:cNvSpPr txBox="1"/>
              <p:nvPr/>
            </p:nvSpPr>
            <p:spPr>
              <a:xfrm>
                <a:off x="13911073" y="5198142"/>
                <a:ext cx="1171169" cy="321158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b="1" dirty="0">
                    <a:latin typeface="宋体" panose="02010600030101010101" pitchFamily="2" charset="-122"/>
                    <a:ea typeface="宋体" panose="02010600030101010101" pitchFamily="2" charset="-122"/>
                  </a:rPr>
                  <a:t>小批量</a:t>
                </a:r>
                <a:r>
                  <a:rPr lang="zh-CN" altLang="en-US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数据</a:t>
                </a:r>
                <a:endParaRPr lang="zh-CN" altLang="en-US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2" name="文本框 51"/>
              <p:cNvSpPr txBox="1"/>
              <p:nvPr/>
            </p:nvSpPr>
            <p:spPr>
              <a:xfrm>
                <a:off x="9212851" y="2611643"/>
                <a:ext cx="654025" cy="669079"/>
              </a:xfrm>
              <a:prstGeom prst="rect">
                <a:avLst/>
              </a:prstGeom>
              <a:noFill/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模型</a:t>
                </a:r>
                <a:endPara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划分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3" name="文本框 52"/>
              <p:cNvSpPr txBox="1"/>
              <p:nvPr/>
            </p:nvSpPr>
            <p:spPr>
              <a:xfrm>
                <a:off x="14927060" y="3679930"/>
                <a:ext cx="114747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参数更新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4" name="矩形 53"/>
              <p:cNvSpPr/>
              <p:nvPr/>
            </p:nvSpPr>
            <p:spPr>
              <a:xfrm>
                <a:off x="13082305" y="3732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5" name="矩形 54"/>
              <p:cNvSpPr/>
              <p:nvPr/>
            </p:nvSpPr>
            <p:spPr>
              <a:xfrm>
                <a:off x="9786655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6" name="矩形 55"/>
              <p:cNvSpPr/>
              <p:nvPr/>
            </p:nvSpPr>
            <p:spPr>
              <a:xfrm>
                <a:off x="10575479" y="1019480"/>
                <a:ext cx="1143000" cy="30480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7" name="矩形 56"/>
              <p:cNvSpPr/>
              <p:nvPr/>
            </p:nvSpPr>
            <p:spPr>
              <a:xfrm>
                <a:off x="12882280" y="989417"/>
                <a:ext cx="1143000" cy="314325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8" name="矩形 57"/>
              <p:cNvSpPr/>
              <p:nvPr/>
            </p:nvSpPr>
            <p:spPr>
              <a:xfrm>
                <a:off x="13871129" y="1211468"/>
                <a:ext cx="1143000" cy="704850"/>
              </a:xfrm>
              <a:prstGeom prst="rect">
                <a:avLst/>
              </a:prstGeom>
              <a:solidFill>
                <a:schemeClr val="bg1"/>
              </a:solidFill>
              <a:ln>
                <a:solidFill>
                  <a:schemeClr val="bg1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zh-CN" altLang="en-US" b="1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59" name="文本框 58"/>
              <p:cNvSpPr txBox="1"/>
              <p:nvPr/>
            </p:nvSpPr>
            <p:spPr>
              <a:xfrm>
                <a:off x="12993485" y="397496"/>
                <a:ext cx="1887641" cy="374684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2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前向和反向传播</a:t>
                </a:r>
                <a:endParaRPr lang="zh-CN" altLang="en-US" sz="22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0" name="文本框 59"/>
              <p:cNvSpPr txBox="1"/>
              <p:nvPr/>
            </p:nvSpPr>
            <p:spPr>
              <a:xfrm>
                <a:off x="10158130" y="1573418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1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1" name="文本框 60"/>
              <p:cNvSpPr txBox="1"/>
              <p:nvPr/>
            </p:nvSpPr>
            <p:spPr>
              <a:xfrm>
                <a:off x="11093194" y="904376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2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2" name="文本框 61"/>
              <p:cNvSpPr txBox="1"/>
              <p:nvPr/>
            </p:nvSpPr>
            <p:spPr>
              <a:xfrm>
                <a:off x="12850202" y="907500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3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sp>
            <p:nvSpPr>
              <p:cNvPr id="63" name="文本框 62"/>
              <p:cNvSpPr txBox="1"/>
              <p:nvPr/>
            </p:nvSpPr>
            <p:spPr>
              <a:xfrm>
                <a:off x="14015755" y="1543355"/>
                <a:ext cx="722328" cy="347922"/>
              </a:xfrm>
              <a:prstGeom prst="rect">
                <a:avLst/>
              </a:prstGeom>
              <a:solidFill>
                <a:schemeClr val="bg1"/>
              </a:solidFill>
            </p:spPr>
            <p:txBody>
              <a:bodyPr wrap="none" rtlCol="0">
                <a:spAutoFit/>
              </a:bodyPr>
              <a:lstStyle/>
              <a:p>
                <a:r>
                  <a:rPr lang="zh-CN" altLang="en-US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节点</a:t>
                </a:r>
                <a:r>
                  <a:rPr lang="en-US" altLang="zh-CN" sz="2000" b="1" dirty="0" smtClean="0">
                    <a:latin typeface="宋体" panose="02010600030101010101" pitchFamily="2" charset="-122"/>
                    <a:ea typeface="宋体" panose="02010600030101010101" pitchFamily="2" charset="-122"/>
                  </a:rPr>
                  <a:t>4</a:t>
                </a:r>
                <a:endParaRPr lang="zh-CN" altLang="en-US" sz="2000" b="1" dirty="0">
                  <a:latin typeface="宋体" panose="02010600030101010101" pitchFamily="2" charset="-122"/>
                  <a:ea typeface="宋体" panose="02010600030101010101" pitchFamily="2" charset="-122"/>
                </a:endParaRPr>
              </a:p>
            </p:txBody>
          </p:sp>
          <p:pic>
            <p:nvPicPr>
              <p:cNvPr id="64" name="图片 63"/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14755339" y="4714435"/>
                <a:ext cx="1257300" cy="323850"/>
              </a:xfrm>
              <a:prstGeom prst="rect">
                <a:avLst/>
              </a:prstGeom>
            </p:spPr>
          </p:pic>
        </p:grpSp>
        <p:sp>
          <p:nvSpPr>
            <p:cNvPr id="38" name="文本框 37"/>
            <p:cNvSpPr txBox="1"/>
            <p:nvPr/>
          </p:nvSpPr>
          <p:spPr>
            <a:xfrm>
              <a:off x="9927521" y="-113282"/>
              <a:ext cx="1024807" cy="374684"/>
            </a:xfrm>
            <a:prstGeom prst="rect">
              <a:avLst/>
            </a:prstGeom>
            <a:solidFill>
              <a:srgbClr val="C4D6A0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1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39" name="文本框 38"/>
            <p:cNvSpPr txBox="1"/>
            <p:nvPr/>
          </p:nvSpPr>
          <p:spPr>
            <a:xfrm>
              <a:off x="11198745" y="-113282"/>
              <a:ext cx="1024807" cy="374684"/>
            </a:xfrm>
            <a:prstGeom prst="rect">
              <a:avLst/>
            </a:prstGeom>
            <a:solidFill>
              <a:srgbClr val="D9958F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2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0" name="文本框 39"/>
            <p:cNvSpPr txBox="1"/>
            <p:nvPr/>
          </p:nvSpPr>
          <p:spPr>
            <a:xfrm>
              <a:off x="12469969" y="-113282"/>
              <a:ext cx="1024807" cy="374684"/>
            </a:xfrm>
            <a:prstGeom prst="rect">
              <a:avLst/>
            </a:prstGeom>
            <a:solidFill>
              <a:srgbClr val="FCB803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3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  <p:sp>
          <p:nvSpPr>
            <p:cNvPr id="41" name="文本框 40"/>
            <p:cNvSpPr txBox="1"/>
            <p:nvPr/>
          </p:nvSpPr>
          <p:spPr>
            <a:xfrm>
              <a:off x="13741194" y="-109809"/>
              <a:ext cx="1024807" cy="374684"/>
            </a:xfrm>
            <a:prstGeom prst="rect">
              <a:avLst/>
            </a:prstGeom>
            <a:solidFill>
              <a:srgbClr val="8CB3F2"/>
            </a:solidFill>
          </p:spPr>
          <p:txBody>
            <a:bodyPr wrap="none" rtlCol="0">
              <a:spAutoFit/>
            </a:bodyPr>
            <a:lstStyle/>
            <a:p>
              <a:r>
                <a:rPr lang="zh-CN" altLang="en-US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子模型</a:t>
              </a:r>
              <a:r>
                <a:rPr lang="en-US" altLang="zh-CN" sz="2200" b="1" dirty="0" smtClean="0">
                  <a:latin typeface="宋体" panose="02010600030101010101" pitchFamily="2" charset="-122"/>
                  <a:ea typeface="宋体" panose="02010600030101010101" pitchFamily="2" charset="-122"/>
                </a:rPr>
                <a:t>4</a:t>
              </a:r>
              <a:endParaRPr lang="zh-CN" altLang="en-US" sz="2200" b="1" dirty="0">
                <a:latin typeface="宋体" panose="02010600030101010101" pitchFamily="2" charset="-122"/>
                <a:ea typeface="宋体" panose="02010600030101010101" pitchFamily="2" charset="-122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2190433407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矩形 4"/>
          <p:cNvSpPr/>
          <p:nvPr/>
        </p:nvSpPr>
        <p:spPr>
          <a:xfrm>
            <a:off x="6663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6" name="矩形 25"/>
          <p:cNvSpPr/>
          <p:nvPr/>
        </p:nvSpPr>
        <p:spPr>
          <a:xfrm>
            <a:off x="6663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7" name="文本框 26"/>
          <p:cNvSpPr txBox="1"/>
          <p:nvPr/>
        </p:nvSpPr>
        <p:spPr>
          <a:xfrm>
            <a:off x="1200759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研究内容一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77430" y="1536187"/>
            <a:ext cx="3185487" cy="369332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面向一般拓扑的训练时间预测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430716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430716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7" name="文本框 36"/>
          <p:cNvSpPr txBox="1"/>
          <p:nvPr/>
        </p:nvSpPr>
        <p:spPr>
          <a:xfrm>
            <a:off x="537717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研究内容二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8" name="矩形 37"/>
          <p:cNvSpPr/>
          <p:nvPr/>
        </p:nvSpPr>
        <p:spPr>
          <a:xfrm>
            <a:off x="4677859" y="1397688"/>
            <a:ext cx="2897579" cy="64633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面向高效通信的参数同步拓扑优化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文本框 38"/>
          <p:cNvSpPr txBox="1"/>
          <p:nvPr/>
        </p:nvSpPr>
        <p:spPr>
          <a:xfrm>
            <a:off x="4507513" y="2062487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基于通信约束的优化问题设计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0" name="文本框 39"/>
          <p:cNvSpPr txBox="1"/>
          <p:nvPr/>
        </p:nvSpPr>
        <p:spPr>
          <a:xfrm>
            <a:off x="4507513" y="2875281"/>
            <a:ext cx="3206384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参数同步拓扑优化问题求解框架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2" name="加号 41"/>
          <p:cNvSpPr/>
          <p:nvPr/>
        </p:nvSpPr>
        <p:spPr>
          <a:xfrm>
            <a:off x="5996405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6" name="文本框 45"/>
          <p:cNvSpPr txBox="1"/>
          <p:nvPr/>
        </p:nvSpPr>
        <p:spPr>
          <a:xfrm>
            <a:off x="347161" y="2067246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</a:t>
            </a:r>
            <a:r>
              <a:rPr lang="en-US" altLang="zh-CN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MLP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的计算时间预测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7" name="文本框 46"/>
          <p:cNvSpPr txBox="1"/>
          <p:nvPr/>
        </p:nvSpPr>
        <p:spPr>
          <a:xfrm>
            <a:off x="347162" y="2875281"/>
            <a:ext cx="3046021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基于分析模型的通信时间预测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8" name="加号 47"/>
          <p:cNvSpPr/>
          <p:nvPr/>
        </p:nvSpPr>
        <p:spPr>
          <a:xfrm>
            <a:off x="1755874" y="2535049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49" name="矩形 48"/>
          <p:cNvSpPr/>
          <p:nvPr/>
        </p:nvSpPr>
        <p:spPr>
          <a:xfrm>
            <a:off x="8547696" y="810084"/>
            <a:ext cx="3607078" cy="569136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solidFill>
              <a:schemeClr val="accent1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0" name="矩形 49"/>
          <p:cNvSpPr/>
          <p:nvPr/>
        </p:nvSpPr>
        <p:spPr>
          <a:xfrm>
            <a:off x="8547696" y="810084"/>
            <a:ext cx="3607078" cy="2626536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9617701" y="900591"/>
            <a:ext cx="133882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研究内容三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2" name="矩形 51"/>
          <p:cNvSpPr/>
          <p:nvPr/>
        </p:nvSpPr>
        <p:spPr>
          <a:xfrm>
            <a:off x="8547696" y="1536187"/>
            <a:ext cx="3607078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带宽自适应的通信数据压缩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3" name="文本框 52"/>
          <p:cNvSpPr txBox="1"/>
          <p:nvPr/>
        </p:nvSpPr>
        <p:spPr>
          <a:xfrm>
            <a:off x="8656320" y="2067246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基于数据映射的量化策略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4" name="文本框 53"/>
          <p:cNvSpPr txBox="1"/>
          <p:nvPr/>
        </p:nvSpPr>
        <p:spPr>
          <a:xfrm>
            <a:off x="8656320" y="2867921"/>
            <a:ext cx="3413760" cy="338554"/>
          </a:xfrm>
          <a:prstGeom prst="rect">
            <a:avLst/>
          </a:prstGeom>
          <a:solidFill>
            <a:schemeClr val="accent3">
              <a:lumMod val="20000"/>
              <a:lumOff val="80000"/>
            </a:schemeClr>
          </a:solidFill>
        </p:spPr>
        <p:txBody>
          <a:bodyPr wrap="square" rtlCol="0">
            <a:spAutoFit/>
          </a:bodyPr>
          <a:lstStyle/>
          <a:p>
            <a:pPr algn="ctr"/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带宽自适应量化分布式训练算法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5" name="加号 54"/>
          <p:cNvSpPr/>
          <p:nvPr/>
        </p:nvSpPr>
        <p:spPr>
          <a:xfrm>
            <a:off x="10268824" y="2528995"/>
            <a:ext cx="228600" cy="236380"/>
          </a:xfrm>
          <a:prstGeom prst="mathPlus">
            <a:avLst>
              <a:gd name="adj1" fmla="val 12292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" name="圆角矩形 8"/>
          <p:cNvSpPr/>
          <p:nvPr/>
        </p:nvSpPr>
        <p:spPr>
          <a:xfrm>
            <a:off x="4507513" y="4930003"/>
            <a:ext cx="3206384" cy="525780"/>
          </a:xfrm>
          <a:prstGeom prst="round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7" name="文本框 56"/>
          <p:cNvSpPr txBox="1"/>
          <p:nvPr/>
        </p:nvSpPr>
        <p:spPr>
          <a:xfrm>
            <a:off x="4528410" y="5008227"/>
            <a:ext cx="3185487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提高分布式深度学习训练效率</a:t>
            </a:r>
            <a:endParaRPr lang="zh-CN" altLang="en-US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0" name="任意多边形 109"/>
          <p:cNvSpPr/>
          <p:nvPr/>
        </p:nvSpPr>
        <p:spPr>
          <a:xfrm>
            <a:off x="1834174" y="3436620"/>
            <a:ext cx="8584950" cy="1445627"/>
          </a:xfrm>
          <a:custGeom>
            <a:avLst/>
            <a:gdLst>
              <a:gd name="connsiteX0" fmla="*/ 0 w 8584950"/>
              <a:gd name="connsiteY0" fmla="*/ 0 h 1445627"/>
              <a:gd name="connsiteX1" fmla="*/ 72000 w 8584950"/>
              <a:gd name="connsiteY1" fmla="*/ 0 h 1445627"/>
              <a:gd name="connsiteX2" fmla="*/ 72000 w 8584950"/>
              <a:gd name="connsiteY2" fmla="*/ 900000 h 1445627"/>
              <a:gd name="connsiteX3" fmla="*/ 4244145 w 8584950"/>
              <a:gd name="connsiteY3" fmla="*/ 900000 h 1445627"/>
              <a:gd name="connsiteX4" fmla="*/ 4244145 w 8584950"/>
              <a:gd name="connsiteY4" fmla="*/ 5447 h 1445627"/>
              <a:gd name="connsiteX5" fmla="*/ 4324155 w 8584950"/>
              <a:gd name="connsiteY5" fmla="*/ 5447 h 1445627"/>
              <a:gd name="connsiteX6" fmla="*/ 4324155 w 8584950"/>
              <a:gd name="connsiteY6" fmla="*/ 900000 h 1445627"/>
              <a:gd name="connsiteX7" fmla="*/ 8512950 w 8584950"/>
              <a:gd name="connsiteY7" fmla="*/ 900000 h 1445627"/>
              <a:gd name="connsiteX8" fmla="*/ 8512950 w 8584950"/>
              <a:gd name="connsiteY8" fmla="*/ 0 h 1445627"/>
              <a:gd name="connsiteX9" fmla="*/ 8584950 w 8584950"/>
              <a:gd name="connsiteY9" fmla="*/ 0 h 1445627"/>
              <a:gd name="connsiteX10" fmla="*/ 8584950 w 8584950"/>
              <a:gd name="connsiteY10" fmla="*/ 900000 h 1445627"/>
              <a:gd name="connsiteX11" fmla="*/ 8584950 w 8584950"/>
              <a:gd name="connsiteY11" fmla="*/ 972000 h 1445627"/>
              <a:gd name="connsiteX12" fmla="*/ 4324155 w 8584950"/>
              <a:gd name="connsiteY12" fmla="*/ 972000 h 1445627"/>
              <a:gd name="connsiteX13" fmla="*/ 4324155 w 8584950"/>
              <a:gd name="connsiteY13" fmla="*/ 1314503 h 1445627"/>
              <a:gd name="connsiteX14" fmla="*/ 4364160 w 8584950"/>
              <a:gd name="connsiteY14" fmla="*/ 1314503 h 1445627"/>
              <a:gd name="connsiteX15" fmla="*/ 4284150 w 8584950"/>
              <a:gd name="connsiteY15" fmla="*/ 1445627 h 1445627"/>
              <a:gd name="connsiteX16" fmla="*/ 4204140 w 8584950"/>
              <a:gd name="connsiteY16" fmla="*/ 1314503 h 1445627"/>
              <a:gd name="connsiteX17" fmla="*/ 4244145 w 8584950"/>
              <a:gd name="connsiteY17" fmla="*/ 1314503 h 1445627"/>
              <a:gd name="connsiteX18" fmla="*/ 4244145 w 8584950"/>
              <a:gd name="connsiteY18" fmla="*/ 972000 h 1445627"/>
              <a:gd name="connsiteX19" fmla="*/ 0 w 8584950"/>
              <a:gd name="connsiteY19" fmla="*/ 972000 h 1445627"/>
              <a:gd name="connsiteX20" fmla="*/ 0 w 8584950"/>
              <a:gd name="connsiteY20" fmla="*/ 900000 h 1445627"/>
              <a:gd name="connsiteX21" fmla="*/ 0 w 8584950"/>
              <a:gd name="connsiteY21" fmla="*/ 900000 h 1445627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  <a:cxn ang="0">
                <a:pos x="connsiteX4" y="connsiteY4"/>
              </a:cxn>
              <a:cxn ang="0">
                <a:pos x="connsiteX5" y="connsiteY5"/>
              </a:cxn>
              <a:cxn ang="0">
                <a:pos x="connsiteX6" y="connsiteY6"/>
              </a:cxn>
              <a:cxn ang="0">
                <a:pos x="connsiteX7" y="connsiteY7"/>
              </a:cxn>
              <a:cxn ang="0">
                <a:pos x="connsiteX8" y="connsiteY8"/>
              </a:cxn>
              <a:cxn ang="0">
                <a:pos x="connsiteX9" y="connsiteY9"/>
              </a:cxn>
              <a:cxn ang="0">
                <a:pos x="connsiteX10" y="connsiteY10"/>
              </a:cxn>
              <a:cxn ang="0">
                <a:pos x="connsiteX11" y="connsiteY11"/>
              </a:cxn>
              <a:cxn ang="0">
                <a:pos x="connsiteX12" y="connsiteY12"/>
              </a:cxn>
              <a:cxn ang="0">
                <a:pos x="connsiteX13" y="connsiteY13"/>
              </a:cxn>
              <a:cxn ang="0">
                <a:pos x="connsiteX14" y="connsiteY14"/>
              </a:cxn>
              <a:cxn ang="0">
                <a:pos x="connsiteX15" y="connsiteY15"/>
              </a:cxn>
              <a:cxn ang="0">
                <a:pos x="connsiteX16" y="connsiteY16"/>
              </a:cxn>
              <a:cxn ang="0">
                <a:pos x="connsiteX17" y="connsiteY17"/>
              </a:cxn>
              <a:cxn ang="0">
                <a:pos x="connsiteX18" y="connsiteY18"/>
              </a:cxn>
              <a:cxn ang="0">
                <a:pos x="connsiteX19" y="connsiteY19"/>
              </a:cxn>
              <a:cxn ang="0">
                <a:pos x="connsiteX20" y="connsiteY20"/>
              </a:cxn>
              <a:cxn ang="0">
                <a:pos x="connsiteX21" y="connsiteY21"/>
              </a:cxn>
            </a:cxnLst>
            <a:rect l="l" t="t" r="r" b="b"/>
            <a:pathLst>
              <a:path w="8584950" h="1445627">
                <a:moveTo>
                  <a:pt x="0" y="0"/>
                </a:moveTo>
                <a:lnTo>
                  <a:pt x="72000" y="0"/>
                </a:lnTo>
                <a:lnTo>
                  <a:pt x="72000" y="900000"/>
                </a:lnTo>
                <a:lnTo>
                  <a:pt x="4244145" y="900000"/>
                </a:lnTo>
                <a:lnTo>
                  <a:pt x="4244145" y="5447"/>
                </a:lnTo>
                <a:lnTo>
                  <a:pt x="4324155" y="5447"/>
                </a:lnTo>
                <a:lnTo>
                  <a:pt x="4324155" y="900000"/>
                </a:lnTo>
                <a:lnTo>
                  <a:pt x="8512950" y="900000"/>
                </a:lnTo>
                <a:lnTo>
                  <a:pt x="8512950" y="0"/>
                </a:lnTo>
                <a:lnTo>
                  <a:pt x="8584950" y="0"/>
                </a:lnTo>
                <a:lnTo>
                  <a:pt x="8584950" y="900000"/>
                </a:lnTo>
                <a:lnTo>
                  <a:pt x="8584950" y="972000"/>
                </a:lnTo>
                <a:lnTo>
                  <a:pt x="4324155" y="972000"/>
                </a:lnTo>
                <a:lnTo>
                  <a:pt x="4324155" y="1314503"/>
                </a:lnTo>
                <a:lnTo>
                  <a:pt x="4364160" y="1314503"/>
                </a:lnTo>
                <a:lnTo>
                  <a:pt x="4284150" y="1445627"/>
                </a:lnTo>
                <a:lnTo>
                  <a:pt x="4204140" y="1314503"/>
                </a:lnTo>
                <a:lnTo>
                  <a:pt x="4244145" y="1314503"/>
                </a:lnTo>
                <a:lnTo>
                  <a:pt x="4244145" y="972000"/>
                </a:lnTo>
                <a:lnTo>
                  <a:pt x="0" y="972000"/>
                </a:lnTo>
                <a:lnTo>
                  <a:pt x="0" y="900000"/>
                </a:lnTo>
                <a:lnTo>
                  <a:pt x="0" y="900000"/>
                </a:lnTo>
                <a:close/>
              </a:path>
            </a:pathLst>
          </a:custGeom>
          <a:solidFill>
            <a:schemeClr val="bg1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" name="文本框 110"/>
          <p:cNvSpPr txBox="1"/>
          <p:nvPr/>
        </p:nvSpPr>
        <p:spPr>
          <a:xfrm>
            <a:off x="1923514" y="3536576"/>
            <a:ext cx="1826141" cy="68326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分析性能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瓶颈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确定合适集群规模</a:t>
            </a:r>
            <a:endParaRPr lang="en-US" altLang="zh-CN" sz="1600" dirty="0" smtClean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2" name="文本框 111"/>
          <p:cNvSpPr txBox="1"/>
          <p:nvPr/>
        </p:nvSpPr>
        <p:spPr>
          <a:xfrm>
            <a:off x="8791149" y="3536576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减少通信数据量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合理利用资源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3" name="文本框 112"/>
          <p:cNvSpPr txBox="1"/>
          <p:nvPr/>
        </p:nvSpPr>
        <p:spPr>
          <a:xfrm>
            <a:off x="6171664" y="3520161"/>
            <a:ext cx="1620957" cy="64402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提高一致性速度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  <a:p>
            <a:pPr>
              <a:lnSpc>
                <a:spcPct val="120000"/>
              </a:lnSpc>
            </a:pPr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减少通信开销</a:t>
            </a:r>
            <a:endParaRPr lang="en-US" altLang="zh-CN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4172155264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" name="矩形 10"/>
          <p:cNvSpPr/>
          <p:nvPr/>
        </p:nvSpPr>
        <p:spPr>
          <a:xfrm>
            <a:off x="5639435" y="1714500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7" name="矩形 36"/>
          <p:cNvSpPr/>
          <p:nvPr/>
        </p:nvSpPr>
        <p:spPr>
          <a:xfrm>
            <a:off x="5280836" y="3369679"/>
            <a:ext cx="2623359" cy="466991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6" name="矩形 35"/>
          <p:cNvSpPr/>
          <p:nvPr/>
        </p:nvSpPr>
        <p:spPr>
          <a:xfrm>
            <a:off x="5280836" y="2143125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5" name="矩形 34"/>
          <p:cNvSpPr/>
          <p:nvPr/>
        </p:nvSpPr>
        <p:spPr>
          <a:xfrm>
            <a:off x="5280836" y="1246444"/>
            <a:ext cx="2623359" cy="460704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2" name="矩形 31"/>
          <p:cNvSpPr/>
          <p:nvPr/>
        </p:nvSpPr>
        <p:spPr>
          <a:xfrm>
            <a:off x="2647952" y="33623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/>
          <p:cNvSpPr/>
          <p:nvPr/>
        </p:nvSpPr>
        <p:spPr>
          <a:xfrm>
            <a:off x="2647952" y="2143126"/>
            <a:ext cx="2623359" cy="476250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/>
          <p:cNvSpPr/>
          <p:nvPr/>
        </p:nvSpPr>
        <p:spPr>
          <a:xfrm>
            <a:off x="2647952" y="1238252"/>
            <a:ext cx="2623359" cy="468896"/>
          </a:xfrm>
          <a:prstGeom prst="rect">
            <a:avLst/>
          </a:prstGeom>
          <a:solidFill>
            <a:schemeClr val="accent2">
              <a:lumMod val="60000"/>
              <a:lumOff val="40000"/>
            </a:schemeClr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/>
          <p:cNvSpPr/>
          <p:nvPr/>
        </p:nvSpPr>
        <p:spPr>
          <a:xfrm>
            <a:off x="2019298" y="3369679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8" name="矩形 27"/>
          <p:cNvSpPr/>
          <p:nvPr/>
        </p:nvSpPr>
        <p:spPr>
          <a:xfrm>
            <a:off x="2019298" y="2143126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" name="矩形 6"/>
          <p:cNvSpPr/>
          <p:nvPr/>
        </p:nvSpPr>
        <p:spPr>
          <a:xfrm>
            <a:off x="2019298" y="1238251"/>
            <a:ext cx="619127" cy="476250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" name="矩形 2"/>
          <p:cNvSpPr/>
          <p:nvPr/>
        </p:nvSpPr>
        <p:spPr>
          <a:xfrm>
            <a:off x="2019300" y="1238251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2019299" y="21431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4" name="矩形 23"/>
          <p:cNvSpPr/>
          <p:nvPr/>
        </p:nvSpPr>
        <p:spPr>
          <a:xfrm>
            <a:off x="2019298" y="3362326"/>
            <a:ext cx="7058025" cy="47625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" name="文本框 3"/>
          <p:cNvSpPr txBox="1"/>
          <p:nvPr/>
        </p:nvSpPr>
        <p:spPr>
          <a:xfrm>
            <a:off x="1191825" y="1299903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0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5" name="文本框 24"/>
          <p:cNvSpPr txBox="1"/>
          <p:nvPr/>
        </p:nvSpPr>
        <p:spPr>
          <a:xfrm>
            <a:off x="1191825" y="2191714"/>
            <a:ext cx="84510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1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文本框 25"/>
          <p:cNvSpPr txBox="1"/>
          <p:nvPr/>
        </p:nvSpPr>
        <p:spPr>
          <a:xfrm>
            <a:off x="1191825" y="3415785"/>
            <a:ext cx="819455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 n</a:t>
            </a:r>
            <a:endParaRPr lang="zh-CN" altLang="en-US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" name="文本框 4"/>
          <p:cNvSpPr txBox="1"/>
          <p:nvPr/>
        </p:nvSpPr>
        <p:spPr>
          <a:xfrm>
            <a:off x="3694588" y="2661793"/>
            <a:ext cx="553998" cy="707886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24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2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" name="直接连接符 8"/>
          <p:cNvCxnSpPr/>
          <p:nvPr/>
        </p:nvCxnSpPr>
        <p:spPr>
          <a:xfrm>
            <a:off x="2638426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4" name="直接连接符 33"/>
          <p:cNvCxnSpPr/>
          <p:nvPr/>
        </p:nvCxnSpPr>
        <p:spPr>
          <a:xfrm>
            <a:off x="5271311" y="1245604"/>
            <a:ext cx="0" cy="2600325"/>
          </a:xfrm>
          <a:prstGeom prst="line">
            <a:avLst/>
          </a:prstGeom>
          <a:ln w="19050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0" name="左大括号 9"/>
          <p:cNvSpPr/>
          <p:nvPr/>
        </p:nvSpPr>
        <p:spPr>
          <a:xfrm rot="-5400000">
            <a:off x="5187696" y="1313537"/>
            <a:ext cx="176756" cy="5256241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9" name="左大括号 38"/>
          <p:cNvSpPr/>
          <p:nvPr/>
        </p:nvSpPr>
        <p:spPr>
          <a:xfrm rot="16200000">
            <a:off x="2245248" y="3627331"/>
            <a:ext cx="176757" cy="628652"/>
          </a:xfrm>
          <a:prstGeom prst="leftBrace">
            <a:avLst>
              <a:gd name="adj1" fmla="val 24871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5" name="左大括号 44"/>
          <p:cNvSpPr/>
          <p:nvPr/>
        </p:nvSpPr>
        <p:spPr>
          <a:xfrm rot="16200000">
            <a:off x="7270001" y="2222714"/>
            <a:ext cx="176758" cy="3437886"/>
          </a:xfrm>
          <a:prstGeom prst="leftBrace">
            <a:avLst>
              <a:gd name="adj1" fmla="val 68208"/>
              <a:gd name="adj2" fmla="val 50000"/>
            </a:avLst>
          </a:prstGeom>
          <a:noFill/>
          <a:ln w="19050">
            <a:solidFill>
              <a:schemeClr val="tx1"/>
            </a:solidFill>
            <a:round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" name="对象 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43537598"/>
              </p:ext>
            </p:extLst>
          </p:nvPr>
        </p:nvGraphicFramePr>
        <p:xfrm>
          <a:off x="2052436" y="4030036"/>
          <a:ext cx="562382" cy="4090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61" name="AxMath" r:id="rId3" imgW="315000" imgH="228600" progId="Equation.AxMath">
                  <p:embed/>
                </p:oleObj>
              </mc:Choice>
              <mc:Fallback>
                <p:oleObj name="AxMath" r:id="rId3" imgW="315000" imgH="228600" progId="Equation.AxMath">
                  <p:embed/>
                  <p:pic>
                    <p:nvPicPr>
                      <p:cNvPr id="8" name="对象 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052436" y="4030036"/>
                        <a:ext cx="562382" cy="4090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" name="对象 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1439828"/>
              </p:ext>
            </p:extLst>
          </p:nvPr>
        </p:nvGraphicFramePr>
        <p:xfrm>
          <a:off x="4968875" y="4030663"/>
          <a:ext cx="623888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62" name="AxMath" r:id="rId5" imgW="347760" imgH="228600" progId="Equation.AxMath">
                  <p:embed/>
                </p:oleObj>
              </mc:Choice>
              <mc:Fallback>
                <p:oleObj name="AxMath" r:id="rId5" imgW="347760" imgH="228600" progId="Equation.AxMath">
                  <p:embed/>
                  <p:pic>
                    <p:nvPicPr>
                      <p:cNvPr id="33" name="对象 32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4968875" y="4030663"/>
                        <a:ext cx="623888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21770090"/>
              </p:ext>
            </p:extLst>
          </p:nvPr>
        </p:nvGraphicFramePr>
        <p:xfrm>
          <a:off x="7019925" y="4030663"/>
          <a:ext cx="677863" cy="4079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163" name="AxMath" r:id="rId7" imgW="378000" imgH="228600" progId="Equation.AxMath">
                  <p:embed/>
                </p:oleObj>
              </mc:Choice>
              <mc:Fallback>
                <p:oleObj name="AxMath" r:id="rId7" imgW="378000" imgH="228600" progId="Equation.AxMath">
                  <p:embed/>
                  <p:pic>
                    <p:nvPicPr>
                      <p:cNvPr id="38" name="对象 37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7019925" y="4030663"/>
                        <a:ext cx="677863" cy="4079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42" name="矩形 41"/>
          <p:cNvSpPr/>
          <p:nvPr/>
        </p:nvSpPr>
        <p:spPr>
          <a:xfrm>
            <a:off x="2051483" y="4576471"/>
            <a:ext cx="589109" cy="210124"/>
          </a:xfrm>
          <a:prstGeom prst="rect">
            <a:avLst/>
          </a:prstGeom>
          <a:solidFill>
            <a:schemeClr val="bg2">
              <a:lumMod val="90000"/>
            </a:schemeClr>
          </a:solidFill>
          <a:ln>
            <a:solidFill>
              <a:schemeClr val="bg2">
                <a:lumMod val="9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" name="文本框 11"/>
          <p:cNvSpPr txBox="1"/>
          <p:nvPr/>
        </p:nvSpPr>
        <p:spPr>
          <a:xfrm>
            <a:off x="2680484" y="4511291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数据拷贝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3" name="矩形 42"/>
          <p:cNvSpPr/>
          <p:nvPr/>
        </p:nvSpPr>
        <p:spPr>
          <a:xfrm>
            <a:off x="3971587" y="4576471"/>
            <a:ext cx="589109" cy="210124"/>
          </a:xfrm>
          <a:prstGeom prst="rect">
            <a:avLst/>
          </a:prstGeom>
          <a:solidFill>
            <a:srgbClr val="F4B183"/>
          </a:solidFill>
          <a:ln>
            <a:solidFill>
              <a:srgbClr val="F4B183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4" name="文本框 43"/>
          <p:cNvSpPr txBox="1"/>
          <p:nvPr/>
        </p:nvSpPr>
        <p:spPr>
          <a:xfrm>
            <a:off x="4600588" y="4511291"/>
            <a:ext cx="1415772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节点本地计算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7" name="矩形 46"/>
          <p:cNvSpPr/>
          <p:nvPr/>
        </p:nvSpPr>
        <p:spPr>
          <a:xfrm>
            <a:off x="6298200" y="4576471"/>
            <a:ext cx="589109" cy="210124"/>
          </a:xfrm>
          <a:prstGeom prst="rect">
            <a:avLst/>
          </a:prstGeom>
          <a:solidFill>
            <a:srgbClr val="9DC3E6"/>
          </a:solidFill>
          <a:ln>
            <a:solidFill>
              <a:srgbClr val="9DC3E6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8" name="文本框 47"/>
          <p:cNvSpPr txBox="1"/>
          <p:nvPr/>
        </p:nvSpPr>
        <p:spPr>
          <a:xfrm>
            <a:off x="6887309" y="4511291"/>
            <a:ext cx="203132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节点之间的数据通信</a:t>
            </a:r>
            <a:endParaRPr lang="zh-CN" altLang="en-US" sz="16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0" name="矩形 39"/>
          <p:cNvSpPr/>
          <p:nvPr/>
        </p:nvSpPr>
        <p:spPr>
          <a:xfrm>
            <a:off x="5639435" y="2637557"/>
            <a:ext cx="3437888" cy="428624"/>
          </a:xfrm>
          <a:prstGeom prst="rect">
            <a:avLst/>
          </a:prstGeom>
          <a:solidFill>
            <a:schemeClr val="accent1">
              <a:lumMod val="60000"/>
              <a:lumOff val="40000"/>
            </a:schemeClr>
          </a:solidFill>
          <a:ln>
            <a:solidFill>
              <a:schemeClr val="accent1">
                <a:lumMod val="60000"/>
                <a:lumOff val="4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1" name="文本框 40"/>
          <p:cNvSpPr txBox="1"/>
          <p:nvPr/>
        </p:nvSpPr>
        <p:spPr>
          <a:xfrm>
            <a:off x="7230108" y="3040788"/>
            <a:ext cx="346249" cy="361637"/>
          </a:xfrm>
          <a:prstGeom prst="rect">
            <a:avLst/>
          </a:prstGeom>
          <a:noFill/>
        </p:spPr>
        <p:txBody>
          <a:bodyPr vert="eaVert" wrap="none" rtlCol="0">
            <a:spAutoFit/>
          </a:bodyPr>
          <a:lstStyle/>
          <a:p>
            <a:r>
              <a:rPr lang="en-AE" altLang="zh-CN" sz="105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05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46" name="左大括号 45"/>
          <p:cNvSpPr/>
          <p:nvPr/>
        </p:nvSpPr>
        <p:spPr>
          <a:xfrm rot="5400000">
            <a:off x="3880317" y="-225382"/>
            <a:ext cx="158628" cy="2623360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9" name="左大括号 48"/>
          <p:cNvSpPr/>
          <p:nvPr/>
        </p:nvSpPr>
        <p:spPr>
          <a:xfrm rot="5400000">
            <a:off x="7092610" y="-811751"/>
            <a:ext cx="163413" cy="380601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50" name="文本框 49"/>
          <p:cNvSpPr txBox="1"/>
          <p:nvPr/>
        </p:nvSpPr>
        <p:spPr>
          <a:xfrm>
            <a:off x="3456929" y="564490"/>
            <a:ext cx="100540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51" name="文本框 50"/>
          <p:cNvSpPr txBox="1"/>
          <p:nvPr/>
        </p:nvSpPr>
        <p:spPr>
          <a:xfrm>
            <a:off x="6668408" y="569775"/>
            <a:ext cx="1011815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600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sz="1600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89057526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矩形 1"/>
          <p:cNvSpPr/>
          <p:nvPr/>
        </p:nvSpPr>
        <p:spPr>
          <a:xfrm>
            <a:off x="2728722" y="265219"/>
            <a:ext cx="822331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" name="矩形 22"/>
          <p:cNvSpPr/>
          <p:nvPr/>
        </p:nvSpPr>
        <p:spPr>
          <a:xfrm>
            <a:off x="7272076" y="265219"/>
            <a:ext cx="871728" cy="689524"/>
          </a:xfrm>
          <a:prstGeom prst="rect">
            <a:avLst/>
          </a:prstGeom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CPU2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4" name="直接连接符 43"/>
          <p:cNvCxnSpPr>
            <a:stCxn id="2" idx="3"/>
            <a:endCxn id="23" idx="1"/>
          </p:cNvCxnSpPr>
          <p:nvPr/>
        </p:nvCxnSpPr>
        <p:spPr>
          <a:xfrm>
            <a:off x="3600450" y="367665"/>
            <a:ext cx="5033838" cy="0"/>
          </a:xfrm>
          <a:prstGeom prst="line">
            <a:avLst/>
          </a:prstGeom>
          <a:ln w="19050">
            <a:noFill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5" name="文本框 44"/>
          <p:cNvSpPr txBox="1"/>
          <p:nvPr/>
        </p:nvSpPr>
        <p:spPr>
          <a:xfrm>
            <a:off x="5133937" y="167610"/>
            <a:ext cx="556563" cy="369332"/>
          </a:xfrm>
          <a:prstGeom prst="rect">
            <a:avLst/>
          </a:prstGeom>
          <a:solidFill>
            <a:schemeClr val="bg1"/>
          </a:solidFill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QPI</a:t>
            </a:r>
            <a:endParaRPr lang="zh-CN" altLang="en-US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9" name="直接箭头连接符 8"/>
          <p:cNvCxnSpPr>
            <a:stCxn id="2" idx="3"/>
            <a:endCxn id="23" idx="1"/>
          </p:cNvCxnSpPr>
          <p:nvPr/>
        </p:nvCxnSpPr>
        <p:spPr>
          <a:xfrm>
            <a:off x="3551053" y="609981"/>
            <a:ext cx="3721023" cy="0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1" name="矩形 70"/>
          <p:cNvSpPr/>
          <p:nvPr/>
        </p:nvSpPr>
        <p:spPr>
          <a:xfrm>
            <a:off x="2552070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2505975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26" name="直接箭头连接符 25"/>
          <p:cNvCxnSpPr>
            <a:stCxn id="2" idx="2"/>
            <a:endCxn id="71" idx="0"/>
          </p:cNvCxnSpPr>
          <p:nvPr/>
        </p:nvCxnSpPr>
        <p:spPr>
          <a:xfrm flipH="1">
            <a:off x="3139887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0" name="矩形 79"/>
          <p:cNvSpPr/>
          <p:nvPr/>
        </p:nvSpPr>
        <p:spPr>
          <a:xfrm>
            <a:off x="1604374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1" name="文本框 80"/>
          <p:cNvSpPr txBox="1"/>
          <p:nvPr/>
        </p:nvSpPr>
        <p:spPr>
          <a:xfrm>
            <a:off x="1652464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82" name="矩形 81"/>
          <p:cNvSpPr/>
          <p:nvPr/>
        </p:nvSpPr>
        <p:spPr>
          <a:xfrm>
            <a:off x="3727703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94" name="文本框 93"/>
          <p:cNvSpPr txBox="1"/>
          <p:nvPr/>
        </p:nvSpPr>
        <p:spPr>
          <a:xfrm>
            <a:off x="3775793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肘形连接符 31"/>
          <p:cNvCxnSpPr>
            <a:stCxn id="80" idx="0"/>
            <a:endCxn id="71" idx="1"/>
          </p:cNvCxnSpPr>
          <p:nvPr/>
        </p:nvCxnSpPr>
        <p:spPr>
          <a:xfrm rot="5400000" flipH="1" flipV="1">
            <a:off x="1991638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1" name="肘形连接符 100"/>
          <p:cNvCxnSpPr>
            <a:stCxn id="71" idx="3"/>
            <a:endCxn id="82" idx="0"/>
          </p:cNvCxnSpPr>
          <p:nvPr/>
        </p:nvCxnSpPr>
        <p:spPr>
          <a:xfrm>
            <a:off x="3727703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42" name="组合 41"/>
          <p:cNvGrpSpPr/>
          <p:nvPr/>
        </p:nvGrpSpPr>
        <p:grpSpPr>
          <a:xfrm>
            <a:off x="1394386" y="3932098"/>
            <a:ext cx="1367670" cy="947504"/>
            <a:chOff x="1361052" y="4264576"/>
            <a:chExt cx="1367670" cy="947504"/>
          </a:xfrm>
        </p:grpSpPr>
        <p:sp>
          <p:nvSpPr>
            <p:cNvPr id="127" name="圆角矩形 126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GPU1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29" name="圆角矩形 128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GPU2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30" name="肘形连接符 129"/>
          <p:cNvCxnSpPr>
            <a:stCxn id="127" idx="0"/>
          </p:cNvCxnSpPr>
          <p:nvPr/>
        </p:nvCxnSpPr>
        <p:spPr>
          <a:xfrm rot="5400000" flipH="1" flipV="1">
            <a:off x="151424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肘形连接符 132"/>
          <p:cNvCxnSpPr>
            <a:stCxn id="129" idx="0"/>
          </p:cNvCxnSpPr>
          <p:nvPr/>
        </p:nvCxnSpPr>
        <p:spPr>
          <a:xfrm rot="16200000" flipV="1">
            <a:off x="209918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40" name="组合 139"/>
          <p:cNvGrpSpPr/>
          <p:nvPr/>
        </p:nvGrpSpPr>
        <p:grpSpPr>
          <a:xfrm>
            <a:off x="3517716" y="3932098"/>
            <a:ext cx="1367670" cy="947504"/>
            <a:chOff x="1361052" y="4264576"/>
            <a:chExt cx="1367670" cy="947504"/>
          </a:xfrm>
        </p:grpSpPr>
        <p:sp>
          <p:nvSpPr>
            <p:cNvPr id="141" name="圆角矩形 140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GPU3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42" name="圆角矩形 141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GPU4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43" name="肘形连接符 142"/>
          <p:cNvCxnSpPr>
            <a:stCxn id="141" idx="0"/>
          </p:cNvCxnSpPr>
          <p:nvPr/>
        </p:nvCxnSpPr>
        <p:spPr>
          <a:xfrm rot="5400000" flipH="1" flipV="1">
            <a:off x="3637578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44" name="肘形连接符 143"/>
          <p:cNvCxnSpPr>
            <a:stCxn id="142" idx="0"/>
          </p:cNvCxnSpPr>
          <p:nvPr/>
        </p:nvCxnSpPr>
        <p:spPr>
          <a:xfrm rot="16200000" flipV="1">
            <a:off x="4222519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5" name="矩形 144"/>
          <p:cNvSpPr/>
          <p:nvPr/>
        </p:nvSpPr>
        <p:spPr>
          <a:xfrm>
            <a:off x="7133458" y="1491656"/>
            <a:ext cx="1175633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文本框 145"/>
          <p:cNvSpPr txBox="1"/>
          <p:nvPr/>
        </p:nvSpPr>
        <p:spPr>
          <a:xfrm>
            <a:off x="7087363" y="1553307"/>
            <a:ext cx="125793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Root</a:t>
            </a:r>
          </a:p>
          <a:p>
            <a:pPr algn="ctr"/>
            <a:r>
              <a:rPr lang="en-US" altLang="zh-CN" dirty="0">
                <a:latin typeface="Times New Roman" panose="02020603050405020304" pitchFamily="18" charset="0"/>
                <a:cs typeface="Times New Roman" panose="02020603050405020304" pitchFamily="18" charset="0"/>
              </a:rPr>
              <a:t>Complex</a:t>
            </a:r>
          </a:p>
        </p:txBody>
      </p:sp>
      <p:cxnSp>
        <p:nvCxnSpPr>
          <p:cNvPr id="147" name="直接箭头连接符 146"/>
          <p:cNvCxnSpPr>
            <a:endCxn id="145" idx="0"/>
          </p:cNvCxnSpPr>
          <p:nvPr/>
        </p:nvCxnSpPr>
        <p:spPr>
          <a:xfrm flipH="1">
            <a:off x="7721275" y="954743"/>
            <a:ext cx="1" cy="536913"/>
          </a:xfrm>
          <a:prstGeom prst="straightConnector1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48" name="矩形 147"/>
          <p:cNvSpPr/>
          <p:nvPr/>
        </p:nvSpPr>
        <p:spPr>
          <a:xfrm>
            <a:off x="6185762" y="2554266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文本框 148"/>
          <p:cNvSpPr txBox="1"/>
          <p:nvPr/>
        </p:nvSpPr>
        <p:spPr>
          <a:xfrm>
            <a:off x="6233852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0" name="矩形 149"/>
          <p:cNvSpPr/>
          <p:nvPr/>
        </p:nvSpPr>
        <p:spPr>
          <a:xfrm>
            <a:off x="8309091" y="2555832"/>
            <a:ext cx="947696" cy="831188"/>
          </a:xfrm>
          <a:prstGeom prst="rect">
            <a:avLst/>
          </a:prstGeom>
          <a:solidFill>
            <a:srgbClr val="CCFFCC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1" name="文本框 150"/>
          <p:cNvSpPr txBox="1"/>
          <p:nvPr/>
        </p:nvSpPr>
        <p:spPr>
          <a:xfrm>
            <a:off x="8357181" y="2615917"/>
            <a:ext cx="851515" cy="646331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  <a:p>
            <a:pPr algn="ctr"/>
            <a:r>
              <a:rPr lang="en-US" altLang="zh-CN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Switch</a:t>
            </a:r>
            <a:endParaRPr lang="en-US" altLang="zh-CN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2" name="肘形连接符 151"/>
          <p:cNvCxnSpPr>
            <a:stCxn id="148" idx="0"/>
            <a:endCxn id="145" idx="1"/>
          </p:cNvCxnSpPr>
          <p:nvPr/>
        </p:nvCxnSpPr>
        <p:spPr>
          <a:xfrm rot="5400000" flipH="1" flipV="1">
            <a:off x="6573026" y="1993834"/>
            <a:ext cx="647016" cy="473848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3" name="肘形连接符 152"/>
          <p:cNvCxnSpPr>
            <a:stCxn id="145" idx="3"/>
            <a:endCxn id="150" idx="0"/>
          </p:cNvCxnSpPr>
          <p:nvPr/>
        </p:nvCxnSpPr>
        <p:spPr>
          <a:xfrm>
            <a:off x="8309091" y="1907250"/>
            <a:ext cx="473848" cy="648582"/>
          </a:xfrm>
          <a:prstGeom prst="bentConnector2">
            <a:avLst/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4" name="组合 153"/>
          <p:cNvGrpSpPr/>
          <p:nvPr/>
        </p:nvGrpSpPr>
        <p:grpSpPr>
          <a:xfrm>
            <a:off x="5975774" y="3932098"/>
            <a:ext cx="1367670" cy="947504"/>
            <a:chOff x="1361052" y="4264576"/>
            <a:chExt cx="1367670" cy="947504"/>
          </a:xfrm>
        </p:grpSpPr>
        <p:sp>
          <p:nvSpPr>
            <p:cNvPr id="155" name="圆角矩形 154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GPU5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56" name="圆角矩形 155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GPU6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57" name="肘形连接符 156"/>
          <p:cNvCxnSpPr>
            <a:stCxn id="155" idx="0"/>
          </p:cNvCxnSpPr>
          <p:nvPr/>
        </p:nvCxnSpPr>
        <p:spPr>
          <a:xfrm rot="5400000" flipH="1" flipV="1">
            <a:off x="609563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58" name="肘形连接符 157"/>
          <p:cNvCxnSpPr>
            <a:stCxn id="156" idx="0"/>
          </p:cNvCxnSpPr>
          <p:nvPr/>
        </p:nvCxnSpPr>
        <p:spPr>
          <a:xfrm rot="16200000" flipV="1">
            <a:off x="668057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pSp>
        <p:nvGrpSpPr>
          <p:cNvPr id="159" name="组合 158"/>
          <p:cNvGrpSpPr/>
          <p:nvPr/>
        </p:nvGrpSpPr>
        <p:grpSpPr>
          <a:xfrm>
            <a:off x="8099104" y="3932098"/>
            <a:ext cx="1367670" cy="947504"/>
            <a:chOff x="1361052" y="4264576"/>
            <a:chExt cx="1367670" cy="947504"/>
          </a:xfrm>
        </p:grpSpPr>
        <p:sp>
          <p:nvSpPr>
            <p:cNvPr id="160" name="圆角矩形 159"/>
            <p:cNvSpPr/>
            <p:nvPr/>
          </p:nvSpPr>
          <p:spPr>
            <a:xfrm>
              <a:off x="1361052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GPU7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61" name="圆角矩形 160"/>
            <p:cNvSpPr/>
            <p:nvPr/>
          </p:nvSpPr>
          <p:spPr>
            <a:xfrm>
              <a:off x="2242078" y="4264576"/>
              <a:ext cx="486644" cy="947504"/>
            </a:xfrm>
            <a:prstGeom prst="roundRect">
              <a:avLst/>
            </a:prstGeom>
            <a:solidFill>
              <a:schemeClr val="accent6">
                <a:lumMod val="40000"/>
                <a:lumOff val="60000"/>
              </a:schemeClr>
            </a:solidFill>
            <a:ln w="19050">
              <a:noFill/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vert="vert270" rtlCol="0" anchor="ctr"/>
            <a:lstStyle/>
            <a:p>
              <a:pPr algn="ctr"/>
              <a:r>
                <a:rPr lang="en-US" altLang="zh-CN" sz="1400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GPU8</a:t>
              </a:r>
              <a:endParaRPr lang="zh-CN" altLang="en-US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cxnSp>
        <p:nvCxnSpPr>
          <p:cNvPr id="162" name="肘形连接符 161"/>
          <p:cNvCxnSpPr>
            <a:stCxn id="160" idx="0"/>
          </p:cNvCxnSpPr>
          <p:nvPr/>
        </p:nvCxnSpPr>
        <p:spPr>
          <a:xfrm rot="5400000" flipH="1" flipV="1">
            <a:off x="8218966" y="3508914"/>
            <a:ext cx="546644" cy="299724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3" name="肘形连接符 162"/>
          <p:cNvCxnSpPr>
            <a:stCxn id="161" idx="0"/>
          </p:cNvCxnSpPr>
          <p:nvPr/>
        </p:nvCxnSpPr>
        <p:spPr>
          <a:xfrm rot="16200000" flipV="1">
            <a:off x="8803907" y="3512553"/>
            <a:ext cx="539369" cy="299722"/>
          </a:xfrm>
          <a:prstGeom prst="bentConnector3">
            <a:avLst>
              <a:gd name="adj1" fmla="val 50000"/>
            </a:avLst>
          </a:prstGeom>
          <a:ln w="19050">
            <a:solidFill>
              <a:schemeClr val="tx1"/>
            </a:solidFill>
            <a:headEnd type="arrow" w="med" len="med"/>
            <a:tailEnd type="arrow" w="med" len="med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5" name="文本框 164"/>
          <p:cNvSpPr txBox="1"/>
          <p:nvPr/>
        </p:nvSpPr>
        <p:spPr>
          <a:xfrm>
            <a:off x="1212054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文本框 165"/>
          <p:cNvSpPr txBox="1"/>
          <p:nvPr/>
        </p:nvSpPr>
        <p:spPr>
          <a:xfrm>
            <a:off x="2290053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文本框 166"/>
          <p:cNvSpPr txBox="1"/>
          <p:nvPr/>
        </p:nvSpPr>
        <p:spPr>
          <a:xfrm>
            <a:off x="3344870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文本框 167"/>
          <p:cNvSpPr txBox="1"/>
          <p:nvPr/>
        </p:nvSpPr>
        <p:spPr>
          <a:xfrm>
            <a:off x="4422869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9" name="文本框 168"/>
          <p:cNvSpPr txBox="1"/>
          <p:nvPr/>
        </p:nvSpPr>
        <p:spPr>
          <a:xfrm>
            <a:off x="5794572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0" name="文本框 169"/>
          <p:cNvSpPr txBox="1"/>
          <p:nvPr/>
        </p:nvSpPr>
        <p:spPr>
          <a:xfrm>
            <a:off x="6872571" y="335938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1" name="文本框 170"/>
          <p:cNvSpPr txBox="1"/>
          <p:nvPr/>
        </p:nvSpPr>
        <p:spPr>
          <a:xfrm>
            <a:off x="7951667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2" name="文本框 171"/>
          <p:cNvSpPr txBox="1"/>
          <p:nvPr/>
        </p:nvSpPr>
        <p:spPr>
          <a:xfrm>
            <a:off x="9029666" y="334997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3" name="文本框 172"/>
          <p:cNvSpPr txBox="1"/>
          <p:nvPr/>
        </p:nvSpPr>
        <p:spPr>
          <a:xfrm>
            <a:off x="1937432" y="1550956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4" name="文本框 173"/>
          <p:cNvSpPr txBox="1"/>
          <p:nvPr/>
        </p:nvSpPr>
        <p:spPr>
          <a:xfrm>
            <a:off x="3779044" y="154828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文本框 174"/>
          <p:cNvSpPr txBox="1"/>
          <p:nvPr/>
        </p:nvSpPr>
        <p:spPr>
          <a:xfrm>
            <a:off x="6491952" y="1544493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6" name="文本框 175"/>
          <p:cNvSpPr txBox="1"/>
          <p:nvPr/>
        </p:nvSpPr>
        <p:spPr>
          <a:xfrm>
            <a:off x="8333564" y="154182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7" name="文本框 176"/>
          <p:cNvSpPr txBox="1"/>
          <p:nvPr/>
        </p:nvSpPr>
        <p:spPr>
          <a:xfrm>
            <a:off x="7740979" y="1039732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8" name="文本框 177"/>
          <p:cNvSpPr txBox="1"/>
          <p:nvPr/>
        </p:nvSpPr>
        <p:spPr>
          <a:xfrm>
            <a:off x="3177597" y="1055290"/>
            <a:ext cx="543739" cy="307777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400" dirty="0" err="1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PCIe</a:t>
            </a:r>
            <a:endParaRPr lang="zh-CN" altLang="en-US" sz="14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35639857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56" name="圆角矩形 55"/>
          <p:cNvSpPr/>
          <p:nvPr/>
        </p:nvSpPr>
        <p:spPr>
          <a:xfrm>
            <a:off x="685987" y="1899216"/>
            <a:ext cx="5605073" cy="1714283"/>
          </a:xfrm>
          <a:prstGeom prst="roundRect">
            <a:avLst/>
          </a:prstGeom>
          <a:noFill/>
          <a:ln w="19050">
            <a:solidFill>
              <a:schemeClr val="accent1">
                <a:lumMod val="50000"/>
              </a:schemeClr>
            </a:solidFill>
            <a:prstDash val="dash"/>
          </a:ln>
        </p:spPr>
        <p:style>
          <a:lnRef idx="2">
            <a:schemeClr val="accent5">
              <a:shade val="50000"/>
            </a:schemeClr>
          </a:lnRef>
          <a:fillRef idx="1">
            <a:schemeClr val="accent5"/>
          </a:fillRef>
          <a:effectRef idx="0">
            <a:schemeClr val="accent5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2" name="文本框 81"/>
          <p:cNvSpPr txBox="1"/>
          <p:nvPr/>
        </p:nvSpPr>
        <p:spPr>
          <a:xfrm>
            <a:off x="632309" y="2005892"/>
            <a:ext cx="3864867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计算通信并行性分析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矩形 82"/>
          <p:cNvSpPr/>
          <p:nvPr/>
        </p:nvSpPr>
        <p:spPr>
          <a:xfrm>
            <a:off x="2604747" y="2573550"/>
            <a:ext cx="1373483" cy="635560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关键路径提取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4" name="矩形 83"/>
          <p:cNvSpPr/>
          <p:nvPr/>
        </p:nvSpPr>
        <p:spPr>
          <a:xfrm>
            <a:off x="904194" y="2573551"/>
            <a:ext cx="1442656" cy="63556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>
            <a:solidFill>
              <a:schemeClr val="accent2">
                <a:lumMod val="40000"/>
                <a:lumOff val="60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分布式训练迭代时间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85" name="直接箭头连接符 84"/>
          <p:cNvCxnSpPr>
            <a:stCxn id="83" idx="1"/>
            <a:endCxn id="84" idx="3"/>
          </p:cNvCxnSpPr>
          <p:nvPr/>
        </p:nvCxnSpPr>
        <p:spPr>
          <a:xfrm flipH="1" flipV="1">
            <a:off x="2346850" y="2890894"/>
            <a:ext cx="257897" cy="436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88" name="文本框 87"/>
          <p:cNvSpPr txBox="1"/>
          <p:nvPr/>
        </p:nvSpPr>
        <p:spPr>
          <a:xfrm>
            <a:off x="6349481" y="2352336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9" name="文本框 88"/>
          <p:cNvSpPr txBox="1"/>
          <p:nvPr/>
        </p:nvSpPr>
        <p:spPr>
          <a:xfrm>
            <a:off x="6349481" y="2879768"/>
            <a:ext cx="902811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</a:t>
            </a:r>
            <a:endParaRPr lang="zh-CN" altLang="en-US" sz="14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endParaRPr lang="zh-CN" altLang="en-US" sz="14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5" name="圆角矩形 54"/>
          <p:cNvSpPr/>
          <p:nvPr/>
        </p:nvSpPr>
        <p:spPr>
          <a:xfrm>
            <a:off x="613063" y="289587"/>
            <a:ext cx="7614996" cy="1430755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文本框 57"/>
          <p:cNvSpPr txBox="1"/>
          <p:nvPr/>
        </p:nvSpPr>
        <p:spPr>
          <a:xfrm>
            <a:off x="6165027" y="468228"/>
            <a:ext cx="2063032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/>
          <p:cNvSpPr/>
          <p:nvPr/>
        </p:nvSpPr>
        <p:spPr>
          <a:xfrm>
            <a:off x="685987" y="1058499"/>
            <a:ext cx="1499432" cy="50033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神经网络分解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4" name="矩形 63"/>
          <p:cNvSpPr/>
          <p:nvPr/>
        </p:nvSpPr>
        <p:spPr>
          <a:xfrm>
            <a:off x="2844075" y="1058499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特征空间采样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5" name="直接箭头连接符 64"/>
          <p:cNvCxnSpPr>
            <a:stCxn id="59" idx="3"/>
            <a:endCxn id="64" idx="1"/>
          </p:cNvCxnSpPr>
          <p:nvPr/>
        </p:nvCxnSpPr>
        <p:spPr>
          <a:xfrm flipV="1">
            <a:off x="2185419" y="1308668"/>
            <a:ext cx="658656" cy="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6" name="矩形 65"/>
          <p:cNvSpPr/>
          <p:nvPr/>
        </p:nvSpPr>
        <p:spPr>
          <a:xfrm>
            <a:off x="5190941" y="1058499"/>
            <a:ext cx="1100382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训练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MLP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7" name="文本框 66"/>
          <p:cNvSpPr txBox="1"/>
          <p:nvPr/>
        </p:nvSpPr>
        <p:spPr>
          <a:xfrm>
            <a:off x="2014805" y="988579"/>
            <a:ext cx="999884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神经网络层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68" name="直接箭头连接符 67"/>
          <p:cNvCxnSpPr>
            <a:stCxn id="64" idx="3"/>
            <a:endCxn id="66" idx="1"/>
          </p:cNvCxnSpPr>
          <p:nvPr/>
        </p:nvCxnSpPr>
        <p:spPr>
          <a:xfrm>
            <a:off x="4137614" y="1308668"/>
            <a:ext cx="105332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9" name="矩形 68"/>
          <p:cNvSpPr/>
          <p:nvPr/>
        </p:nvSpPr>
        <p:spPr>
          <a:xfrm>
            <a:off x="6673538" y="1056963"/>
            <a:ext cx="1279018" cy="50187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逐层预测</a:t>
            </a:r>
            <a:endParaRPr lang="en-US" altLang="zh-CN" sz="1400" b="1" dirty="0" smtClean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计算时间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0" name="直接箭头连接符 69"/>
          <p:cNvCxnSpPr>
            <a:stCxn id="66" idx="3"/>
            <a:endCxn id="69" idx="1"/>
          </p:cNvCxnSpPr>
          <p:nvPr/>
        </p:nvCxnSpPr>
        <p:spPr>
          <a:xfrm flipV="1">
            <a:off x="6291323" y="1307900"/>
            <a:ext cx="382215" cy="768"/>
          </a:xfrm>
          <a:prstGeom prst="straightConnector1">
            <a:avLst/>
          </a:prstGeom>
          <a:ln w="19050">
            <a:solidFill>
              <a:schemeClr val="tx1"/>
            </a:solidFill>
            <a:tailEnd type="arrow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1" name="文本框 70"/>
          <p:cNvSpPr txBox="1"/>
          <p:nvPr/>
        </p:nvSpPr>
        <p:spPr>
          <a:xfrm>
            <a:off x="4260409" y="856176"/>
            <a:ext cx="875472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1200" b="1" dirty="0" smtClean="0"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基准测试数据集</a:t>
            </a:r>
            <a:endParaRPr lang="zh-CN" altLang="en-US" sz="1200" b="1" dirty="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3" name="肘形连接符 2"/>
          <p:cNvCxnSpPr>
            <a:stCxn id="60" idx="3"/>
          </p:cNvCxnSpPr>
          <p:nvPr/>
        </p:nvCxnSpPr>
        <p:spPr>
          <a:xfrm>
            <a:off x="4137614" y="649059"/>
            <a:ext cx="135532" cy="642101"/>
          </a:xfrm>
          <a:prstGeom prst="bentConnector2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60" name="矩形 59"/>
          <p:cNvSpPr/>
          <p:nvPr/>
        </p:nvSpPr>
        <p:spPr>
          <a:xfrm>
            <a:off x="2844075" y="398890"/>
            <a:ext cx="1293539" cy="50033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特征扩充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圆角矩形 56"/>
          <p:cNvSpPr/>
          <p:nvPr/>
        </p:nvSpPr>
        <p:spPr>
          <a:xfrm>
            <a:off x="613063" y="3844781"/>
            <a:ext cx="7614996" cy="2416319"/>
          </a:xfrm>
          <a:prstGeom prst="roundRect">
            <a:avLst/>
          </a:prstGeom>
          <a:noFill/>
          <a:ln w="19050">
            <a:solidFill>
              <a:schemeClr val="tx1"/>
            </a:solidFill>
            <a:prstDash val="dash"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200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2" name="文本框 71"/>
          <p:cNvSpPr txBox="1"/>
          <p:nvPr/>
        </p:nvSpPr>
        <p:spPr>
          <a:xfrm>
            <a:off x="5879158" y="4136899"/>
            <a:ext cx="2313125" cy="40011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zh-CN" altLang="en-US" sz="2000" b="1" dirty="0" smtClean="0">
                <a:ln w="0"/>
                <a:solidFill>
                  <a:schemeClr val="accent1">
                    <a:lumMod val="50000"/>
                  </a:schemeClr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</a:t>
            </a:r>
            <a:endParaRPr lang="zh-CN" altLang="en-US" sz="2000" b="1" dirty="0">
              <a:ln w="0"/>
              <a:solidFill>
                <a:schemeClr val="accent1">
                  <a:lumMod val="50000"/>
                </a:schemeClr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3" name="矩形 72"/>
          <p:cNvSpPr/>
          <p:nvPr/>
        </p:nvSpPr>
        <p:spPr>
          <a:xfrm>
            <a:off x="910243" y="4015381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实时吞吐量分析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5" name="矩形 74"/>
          <p:cNvSpPr/>
          <p:nvPr/>
        </p:nvSpPr>
        <p:spPr>
          <a:xfrm>
            <a:off x="3252565" y="4015381"/>
            <a:ext cx="2556622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建立单链路通信时间预测模型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76" name="矩形 75"/>
          <p:cNvSpPr/>
          <p:nvPr/>
        </p:nvSpPr>
        <p:spPr>
          <a:xfrm>
            <a:off x="3252564" y="5587647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建立集群通信时间预测模型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77" name="直接箭头连接符 76"/>
          <p:cNvCxnSpPr>
            <a:stCxn id="73" idx="3"/>
            <a:endCxn id="75" idx="1"/>
          </p:cNvCxnSpPr>
          <p:nvPr/>
        </p:nvCxnSpPr>
        <p:spPr>
          <a:xfrm>
            <a:off x="2862298" y="4262054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78" name="直接箭头连接符 77"/>
          <p:cNvCxnSpPr>
            <a:stCxn id="90" idx="3"/>
            <a:endCxn id="76" idx="1"/>
          </p:cNvCxnSpPr>
          <p:nvPr/>
        </p:nvCxnSpPr>
        <p:spPr>
          <a:xfrm>
            <a:off x="2862297" y="5834320"/>
            <a:ext cx="395140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9" name="矩形 78"/>
          <p:cNvSpPr/>
          <p:nvPr/>
        </p:nvSpPr>
        <p:spPr>
          <a:xfrm>
            <a:off x="6299512" y="4948744"/>
            <a:ext cx="1653044" cy="355198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预测通信时间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/>
          <p:cNvSpPr/>
          <p:nvPr/>
        </p:nvSpPr>
        <p:spPr>
          <a:xfrm>
            <a:off x="910242" y="5587647"/>
            <a:ext cx="1952055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通信拓扑分析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矩形 115"/>
          <p:cNvSpPr/>
          <p:nvPr/>
        </p:nvSpPr>
        <p:spPr>
          <a:xfrm>
            <a:off x="4403423" y="2313337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操作队列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7" name="矩形 116"/>
          <p:cNvSpPr/>
          <p:nvPr/>
        </p:nvSpPr>
        <p:spPr>
          <a:xfrm>
            <a:off x="4403423" y="3077773"/>
            <a:ext cx="1559977" cy="396369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设备时间</a:t>
            </a:r>
            <a:endParaRPr lang="zh-CN" altLang="en-US" sz="16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22" name="肘形连接符 121"/>
          <p:cNvCxnSpPr>
            <a:stCxn id="116" idx="1"/>
            <a:endCxn id="117" idx="1"/>
          </p:cNvCxnSpPr>
          <p:nvPr/>
        </p:nvCxnSpPr>
        <p:spPr>
          <a:xfrm rot="10800000" flipV="1">
            <a:off x="4403423" y="2511522"/>
            <a:ext cx="12700" cy="764436"/>
          </a:xfrm>
          <a:prstGeom prst="bentConnector3">
            <a:avLst>
              <a:gd name="adj1" fmla="val 1253165"/>
            </a:avLst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26" name="直接箭头连接符 125"/>
          <p:cNvCxnSpPr>
            <a:endCxn id="83" idx="3"/>
          </p:cNvCxnSpPr>
          <p:nvPr/>
        </p:nvCxnSpPr>
        <p:spPr>
          <a:xfrm flipH="1">
            <a:off x="3978230" y="2890893"/>
            <a:ext cx="273653" cy="437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6" name="肘形连接符 85"/>
          <p:cNvCxnSpPr>
            <a:stCxn id="69" idx="3"/>
          </p:cNvCxnSpPr>
          <p:nvPr/>
        </p:nvCxnSpPr>
        <p:spPr>
          <a:xfrm flipH="1">
            <a:off x="6286940" y="1307900"/>
            <a:ext cx="1665616" cy="1004416"/>
          </a:xfrm>
          <a:prstGeom prst="bentConnector3">
            <a:avLst>
              <a:gd name="adj1" fmla="val -9608"/>
            </a:avLst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87" name="肘形连接符 86"/>
          <p:cNvCxnSpPr>
            <a:stCxn id="79" idx="3"/>
          </p:cNvCxnSpPr>
          <p:nvPr/>
        </p:nvCxnSpPr>
        <p:spPr>
          <a:xfrm flipH="1" flipV="1">
            <a:off x="6291323" y="3287291"/>
            <a:ext cx="1661233" cy="1839052"/>
          </a:xfrm>
          <a:prstGeom prst="bentConnector4">
            <a:avLst>
              <a:gd name="adj1" fmla="val -8792"/>
              <a:gd name="adj2" fmla="val 100062"/>
            </a:avLst>
          </a:prstGeom>
          <a:ln w="19050">
            <a:solidFill>
              <a:schemeClr val="tx1"/>
            </a:solidFill>
            <a:headEnd type="none"/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0" name="加号 9"/>
          <p:cNvSpPr/>
          <p:nvPr/>
        </p:nvSpPr>
        <p:spPr>
          <a:xfrm>
            <a:off x="5062210" y="2756287"/>
            <a:ext cx="257462" cy="264585"/>
          </a:xfrm>
          <a:prstGeom prst="mathPlus">
            <a:avLst>
              <a:gd name="adj1" fmla="val 16318"/>
            </a:avLst>
          </a:prstGeom>
          <a:solidFill>
            <a:schemeClr val="tx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4" name="直接箭头连接符 43"/>
          <p:cNvCxnSpPr>
            <a:stCxn id="75" idx="2"/>
            <a:endCxn id="92" idx="0"/>
          </p:cNvCxnSpPr>
          <p:nvPr/>
        </p:nvCxnSpPr>
        <p:spPr>
          <a:xfrm>
            <a:off x="4530876" y="4508726"/>
            <a:ext cx="0" cy="288325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6" name="肘形连接符 5"/>
          <p:cNvCxnSpPr>
            <a:stCxn id="76" idx="3"/>
            <a:endCxn id="79" idx="1"/>
          </p:cNvCxnSpPr>
          <p:nvPr/>
        </p:nvCxnSpPr>
        <p:spPr>
          <a:xfrm flipV="1">
            <a:off x="5809187" y="5126343"/>
            <a:ext cx="490325" cy="707977"/>
          </a:xfrm>
          <a:prstGeom prst="bentConnector3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74" name="矩形 73"/>
          <p:cNvSpPr/>
          <p:nvPr/>
        </p:nvSpPr>
        <p:spPr>
          <a:xfrm>
            <a:off x="910242" y="4797052"/>
            <a:ext cx="1952055" cy="493344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chemeClr val="bg1">
                <a:lumMod val="9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集合通信原语分析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/>
          <p:cNvSpPr/>
          <p:nvPr/>
        </p:nvSpPr>
        <p:spPr>
          <a:xfrm>
            <a:off x="3252564" y="4797051"/>
            <a:ext cx="2556623" cy="493345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solidFill>
              <a:srgbClr val="F2F2F2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建立多</a:t>
            </a:r>
            <a:r>
              <a:rPr lang="en-US" altLang="zh-CN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GPU</a:t>
            </a:r>
            <a:r>
              <a:rPr lang="zh-CN" altLang="en-US" sz="1400" b="1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通信时间预测模型</a:t>
            </a:r>
            <a:endParaRPr lang="zh-CN" altLang="en-US" sz="1400" b="1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3" name="直接箭头连接符 92"/>
          <p:cNvCxnSpPr>
            <a:stCxn id="92" idx="2"/>
            <a:endCxn id="76" idx="0"/>
          </p:cNvCxnSpPr>
          <p:nvPr/>
        </p:nvCxnSpPr>
        <p:spPr>
          <a:xfrm>
            <a:off x="4530876" y="5290396"/>
            <a:ext cx="0" cy="297251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94" name="直接箭头连接符 93"/>
          <p:cNvCxnSpPr>
            <a:stCxn id="74" idx="3"/>
            <a:endCxn id="92" idx="1"/>
          </p:cNvCxnSpPr>
          <p:nvPr/>
        </p:nvCxnSpPr>
        <p:spPr>
          <a:xfrm>
            <a:off x="2862297" y="5043724"/>
            <a:ext cx="390267" cy="0"/>
          </a:xfrm>
          <a:prstGeom prst="straightConnector1">
            <a:avLst/>
          </a:prstGeom>
          <a:ln w="19050">
            <a:solidFill>
              <a:schemeClr val="tx1"/>
            </a:solidFill>
            <a:tailEnd type="arrow" w="med" len="sm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78315181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90" name="直接连接符 189"/>
          <p:cNvCxnSpPr/>
          <p:nvPr/>
        </p:nvCxnSpPr>
        <p:spPr>
          <a:xfrm>
            <a:off x="8716432" y="-14014755"/>
            <a:ext cx="856482" cy="0"/>
          </a:xfrm>
          <a:prstGeom prst="line">
            <a:avLst/>
          </a:prstGeom>
          <a:ln w="19050">
            <a:solidFill>
              <a:srgbClr val="FFFF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4" name="直接连接符 193"/>
          <p:cNvCxnSpPr/>
          <p:nvPr/>
        </p:nvCxnSpPr>
        <p:spPr>
          <a:xfrm>
            <a:off x="10126975" y="-4953406"/>
            <a:ext cx="1149898" cy="0"/>
          </a:xfrm>
          <a:prstGeom prst="line">
            <a:avLst/>
          </a:prstGeom>
          <a:ln w="19050">
            <a:solidFill>
              <a:srgbClr val="FF0000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0" name="流程图: 接点 12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942045" y="164994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1" name="流程图: 接点 130">
            <a:extLst>
              <a:ext uri="{FF2B5EF4-FFF2-40B4-BE49-F238E27FC236}">
                <a16:creationId xmlns:a16="http://schemas.microsoft.com/office/drawing/2014/main" id="{8DEB77C2-D546-43C6-88EC-AF1A35DA88C4}"/>
              </a:ext>
            </a:extLst>
          </p:cNvPr>
          <p:cNvSpPr>
            <a:spLocks noChangeAspect="1"/>
          </p:cNvSpPr>
          <p:nvPr/>
        </p:nvSpPr>
        <p:spPr>
          <a:xfrm>
            <a:off x="933377" y="239165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32" name="流程图: 接点 131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942973" y="368259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133" name="直接连接符 132">
            <a:extLst>
              <a:ext uri="{FF2B5EF4-FFF2-40B4-BE49-F238E27FC236}">
                <a16:creationId xmlns:a16="http://schemas.microsoft.com/office/drawing/2014/main" id="{50398C65-E963-4AA0-93CA-C26DC48F127F}"/>
              </a:ext>
            </a:extLst>
          </p:cNvPr>
          <p:cNvCxnSpPr>
            <a:cxnSpLocks noChangeAspect="1"/>
            <a:stCxn id="130" idx="6"/>
            <a:endCxn id="155" idx="2"/>
          </p:cNvCxnSpPr>
          <p:nvPr/>
        </p:nvCxnSpPr>
        <p:spPr>
          <a:xfrm flipV="1">
            <a:off x="1395354" y="1470378"/>
            <a:ext cx="650809" cy="397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>
            <a:extLst>
              <a:ext uri="{FF2B5EF4-FFF2-40B4-BE49-F238E27FC236}">
                <a16:creationId xmlns:a16="http://schemas.microsoft.com/office/drawing/2014/main" id="{66D0C31E-5632-4327-A5F9-D33761E33F34}"/>
              </a:ext>
            </a:extLst>
          </p:cNvPr>
          <p:cNvCxnSpPr>
            <a:cxnSpLocks noChangeAspect="1"/>
            <a:stCxn id="130" idx="6"/>
            <a:endCxn id="156" idx="2"/>
          </p:cNvCxnSpPr>
          <p:nvPr/>
        </p:nvCxnSpPr>
        <p:spPr>
          <a:xfrm>
            <a:off x="1395354" y="1868086"/>
            <a:ext cx="649025" cy="465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3A5BAE97-C76B-4C81-814E-7A99053DD7EC}"/>
              </a:ext>
            </a:extLst>
          </p:cNvPr>
          <p:cNvCxnSpPr>
            <a:cxnSpLocks noChangeAspect="1"/>
            <a:stCxn id="130" idx="6"/>
            <a:endCxn id="157" idx="2"/>
          </p:cNvCxnSpPr>
          <p:nvPr/>
        </p:nvCxnSpPr>
        <p:spPr>
          <a:xfrm>
            <a:off x="1395354" y="1868086"/>
            <a:ext cx="654853" cy="273598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>
            <a:extLst>
              <a:ext uri="{FF2B5EF4-FFF2-40B4-BE49-F238E27FC236}">
                <a16:creationId xmlns:a16="http://schemas.microsoft.com/office/drawing/2014/main" id="{F8B43C25-D672-41E6-BF93-C82733E93879}"/>
              </a:ext>
            </a:extLst>
          </p:cNvPr>
          <p:cNvCxnSpPr>
            <a:cxnSpLocks noChangeAspect="1"/>
            <a:stCxn id="131" idx="6"/>
            <a:endCxn id="155" idx="2"/>
          </p:cNvCxnSpPr>
          <p:nvPr/>
        </p:nvCxnSpPr>
        <p:spPr>
          <a:xfrm flipV="1">
            <a:off x="1386686" y="1470378"/>
            <a:ext cx="659477" cy="1139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>
            <a:extLst>
              <a:ext uri="{FF2B5EF4-FFF2-40B4-BE49-F238E27FC236}">
                <a16:creationId xmlns:a16="http://schemas.microsoft.com/office/drawing/2014/main" id="{C91671CB-C962-4122-A3A4-9DD69CCD09C4}"/>
              </a:ext>
            </a:extLst>
          </p:cNvPr>
          <p:cNvCxnSpPr>
            <a:cxnSpLocks noChangeAspect="1"/>
            <a:stCxn id="131" idx="6"/>
            <a:endCxn id="156" idx="2"/>
          </p:cNvCxnSpPr>
          <p:nvPr/>
        </p:nvCxnSpPr>
        <p:spPr>
          <a:xfrm flipV="1">
            <a:off x="1386686" y="2333379"/>
            <a:ext cx="657693" cy="2764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8" name="直接连接符 137">
            <a:extLst>
              <a:ext uri="{FF2B5EF4-FFF2-40B4-BE49-F238E27FC236}">
                <a16:creationId xmlns:a16="http://schemas.microsoft.com/office/drawing/2014/main" id="{896A9EDC-35B4-43B8-8DB4-D32E7BCA1553}"/>
              </a:ext>
            </a:extLst>
          </p:cNvPr>
          <p:cNvCxnSpPr>
            <a:cxnSpLocks noChangeAspect="1"/>
            <a:stCxn id="131" idx="6"/>
            <a:endCxn id="157" idx="2"/>
          </p:cNvCxnSpPr>
          <p:nvPr/>
        </p:nvCxnSpPr>
        <p:spPr>
          <a:xfrm>
            <a:off x="1386686" y="2609795"/>
            <a:ext cx="663521" cy="19942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39" name="直接连接符 138">
            <a:extLst>
              <a:ext uri="{FF2B5EF4-FFF2-40B4-BE49-F238E27FC236}">
                <a16:creationId xmlns:a16="http://schemas.microsoft.com/office/drawing/2014/main" id="{1CBBA871-AD53-4474-980B-2C5666A9503F}"/>
              </a:ext>
            </a:extLst>
          </p:cNvPr>
          <p:cNvCxnSpPr>
            <a:cxnSpLocks noChangeAspect="1"/>
            <a:stCxn id="132" idx="6"/>
            <a:endCxn id="155" idx="2"/>
          </p:cNvCxnSpPr>
          <p:nvPr/>
        </p:nvCxnSpPr>
        <p:spPr>
          <a:xfrm flipV="1">
            <a:off x="1396282" y="1470378"/>
            <a:ext cx="649881" cy="24303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>
            <a:extLst>
              <a:ext uri="{FF2B5EF4-FFF2-40B4-BE49-F238E27FC236}">
                <a16:creationId xmlns:a16="http://schemas.microsoft.com/office/drawing/2014/main" id="{4EADC02C-C062-49B1-8151-00B88C356BCF}"/>
              </a:ext>
            </a:extLst>
          </p:cNvPr>
          <p:cNvCxnSpPr>
            <a:cxnSpLocks noChangeAspect="1"/>
            <a:stCxn id="132" idx="6"/>
            <a:endCxn id="156" idx="2"/>
          </p:cNvCxnSpPr>
          <p:nvPr/>
        </p:nvCxnSpPr>
        <p:spPr>
          <a:xfrm flipV="1">
            <a:off x="1396282" y="2333379"/>
            <a:ext cx="648097" cy="15673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57" idx="2"/>
          </p:cNvCxnSpPr>
          <p:nvPr/>
        </p:nvCxnSpPr>
        <p:spPr>
          <a:xfrm>
            <a:off x="1396282" y="3900728"/>
            <a:ext cx="653925" cy="703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8" name="直接连接符 147">
            <a:extLst>
              <a:ext uri="{FF2B5EF4-FFF2-40B4-BE49-F238E27FC236}">
                <a16:creationId xmlns:a16="http://schemas.microsoft.com/office/drawing/2014/main" id="{D98D79E2-78C1-4685-8D64-4AE303628E9A}"/>
              </a:ext>
            </a:extLst>
          </p:cNvPr>
          <p:cNvCxnSpPr>
            <a:cxnSpLocks noChangeAspect="1"/>
            <a:stCxn id="159" idx="2"/>
            <a:endCxn id="192" idx="6"/>
          </p:cNvCxnSpPr>
          <p:nvPr/>
        </p:nvCxnSpPr>
        <p:spPr>
          <a:xfrm flipH="1" flipV="1">
            <a:off x="7289719" y="939607"/>
            <a:ext cx="973404" cy="20383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49" name="直接连接符 1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7" idx="6"/>
          </p:cNvCxnSpPr>
          <p:nvPr/>
        </p:nvCxnSpPr>
        <p:spPr>
          <a:xfrm flipH="1" flipV="1">
            <a:off x="7287871" y="1641056"/>
            <a:ext cx="975252" cy="133694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53" name="直接连接符 15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1" idx="6"/>
          </p:cNvCxnSpPr>
          <p:nvPr/>
        </p:nvCxnSpPr>
        <p:spPr>
          <a:xfrm flipH="1" flipV="1">
            <a:off x="7289720" y="239902"/>
            <a:ext cx="973403" cy="273810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54" name="文本框 153"/>
          <p:cNvSpPr txBox="1">
            <a:spLocks noChangeAspect="1"/>
          </p:cNvSpPr>
          <p:nvPr/>
        </p:nvSpPr>
        <p:spPr>
          <a:xfrm>
            <a:off x="693176" y="2959814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55" name="流程图: 接点 15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6163" y="1252241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6" name="流程图: 接点 15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44379" y="211524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7" name="流程图: 接点 15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2050207" y="438593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59" name="流程图: 接点 15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8263123" y="275986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69" name="流程图: 接点 168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2048573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0" name="文本框 169"/>
          <p:cNvSpPr txBox="1">
            <a:spLocks noChangeAspect="1"/>
          </p:cNvSpPr>
          <p:nvPr/>
        </p:nvSpPr>
        <p:spPr>
          <a:xfrm>
            <a:off x="1798610" y="2710735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cxnSp>
        <p:nvCxnSpPr>
          <p:cNvPr id="171" name="直接连接符 1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0" idx="6"/>
            <a:endCxn id="169" idx="2"/>
          </p:cNvCxnSpPr>
          <p:nvPr/>
        </p:nvCxnSpPr>
        <p:spPr>
          <a:xfrm>
            <a:off x="1395354" y="1868086"/>
            <a:ext cx="653219" cy="18190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1" idx="6"/>
            <a:endCxn id="169" idx="2"/>
          </p:cNvCxnSpPr>
          <p:nvPr/>
        </p:nvCxnSpPr>
        <p:spPr>
          <a:xfrm>
            <a:off x="1386686" y="2609795"/>
            <a:ext cx="661887" cy="10773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32" idx="6"/>
            <a:endCxn id="169" idx="2"/>
          </p:cNvCxnSpPr>
          <p:nvPr/>
        </p:nvCxnSpPr>
        <p:spPr>
          <a:xfrm flipV="1">
            <a:off x="1396282" y="3687169"/>
            <a:ext cx="652291" cy="2135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41" name="文本框 40"/>
          <p:cNvSpPr txBox="1"/>
          <p:nvPr/>
        </p:nvSpPr>
        <p:spPr>
          <a:xfrm>
            <a:off x="680573" y="4291925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输入层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74" name="流程图: 接点 173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8170" y="575346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5" name="流程图: 接点 174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4043" y="134508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6" name="流程图: 接点 17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5590" y="502581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7" name="流程图: 接点 176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3182212" y="425182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78" name="文本框 177"/>
          <p:cNvSpPr txBox="1">
            <a:spLocks noChangeAspect="1"/>
          </p:cNvSpPr>
          <p:nvPr/>
        </p:nvSpPr>
        <p:spPr>
          <a:xfrm>
            <a:off x="2935134" y="2695999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79" name="流程图: 接点 17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79784" y="21147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0" name="流程图: 接点 17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3181615" y="347629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1" name="流程图: 接点 18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5885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2" name="流程图: 接点 18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8123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3" name="流程图: 接点 18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6" y="55705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4" name="流程图: 接点 183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4945349" y="487311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5" name="文本框 184"/>
          <p:cNvSpPr txBox="1">
            <a:spLocks noChangeAspect="1"/>
          </p:cNvSpPr>
          <p:nvPr/>
        </p:nvSpPr>
        <p:spPr>
          <a:xfrm>
            <a:off x="4689726" y="2716598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86" name="流程图: 接点 185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4" y="141382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7" name="流程图: 接点 18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52488" y="4175688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8" name="流程图: 接点 18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46275" y="2111244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89" name="流程图: 接点 18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4931567" y="3479763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1" name="流程图: 接点 190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1" y="2176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2" name="流程图: 接点 191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6410" y="721470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3" name="流程图: 接点 192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51401" y="556552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5" name="流程图: 接点 194">
            <a:extLst>
              <a:ext uri="{FF2B5EF4-FFF2-40B4-BE49-F238E27FC236}">
                <a16:creationId xmlns:a16="http://schemas.microsoft.com/office/drawing/2014/main" id="{B1D41E38-786F-4B78-A61C-54337B5D38BD}"/>
              </a:ext>
            </a:extLst>
          </p:cNvPr>
          <p:cNvSpPr>
            <a:spLocks noChangeAspect="1"/>
          </p:cNvSpPr>
          <p:nvPr/>
        </p:nvSpPr>
        <p:spPr>
          <a:xfrm>
            <a:off x="6845335" y="487293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6" name="文本框 195"/>
          <p:cNvSpPr txBox="1">
            <a:spLocks noChangeAspect="1"/>
          </p:cNvSpPr>
          <p:nvPr/>
        </p:nvSpPr>
        <p:spPr>
          <a:xfrm>
            <a:off x="6576448" y="2718430"/>
            <a:ext cx="737399" cy="1093632"/>
          </a:xfrm>
          <a:prstGeom prst="rect">
            <a:avLst/>
          </a:prstGeom>
          <a:noFill/>
        </p:spPr>
        <p:txBody>
          <a:bodyPr vert="eaVert" wrap="square" rtlCol="0">
            <a:spAutoFit/>
          </a:bodyPr>
          <a:lstStyle/>
          <a:p>
            <a:r>
              <a:rPr lang="en-AE" altLang="zh-CN" sz="2400" b="1" dirty="0" smtClean="0"/>
              <a:t>……</a:t>
            </a:r>
            <a:endParaRPr lang="zh-CN" altLang="en-US" sz="2400" b="1" dirty="0"/>
          </a:p>
        </p:txBody>
      </p:sp>
      <p:sp>
        <p:nvSpPr>
          <p:cNvPr id="197" name="流程图: 接点 196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4562" y="1422919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8" name="流程图: 接点 197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9704" y="4175515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199" name="流程图: 接点 198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2112977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sp>
        <p:nvSpPr>
          <p:cNvPr id="200" name="流程图: 接点 199">
            <a:extLst>
              <a:ext uri="{FF2B5EF4-FFF2-40B4-BE49-F238E27FC236}">
                <a16:creationId xmlns:a16="http://schemas.microsoft.com/office/drawing/2014/main" id="{BDFAF2B9-F17C-4264-986D-D3BB21ADEACD}"/>
              </a:ext>
            </a:extLst>
          </p:cNvPr>
          <p:cNvSpPr>
            <a:spLocks noChangeAspect="1"/>
          </p:cNvSpPr>
          <p:nvPr/>
        </p:nvSpPr>
        <p:spPr>
          <a:xfrm>
            <a:off x="6833638" y="3469032"/>
            <a:ext cx="453309" cy="436274"/>
          </a:xfrm>
          <a:prstGeom prst="flowChartConnector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b="1">
              <a:solidFill>
                <a:schemeClr val="tx1"/>
              </a:solidFill>
            </a:endParaRPr>
          </a:p>
        </p:txBody>
      </p:sp>
      <p:cxnSp>
        <p:nvCxnSpPr>
          <p:cNvPr id="210" name="直接连接符 20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9" idx="6"/>
          </p:cNvCxnSpPr>
          <p:nvPr/>
        </p:nvCxnSpPr>
        <p:spPr>
          <a:xfrm flipH="1" flipV="1">
            <a:off x="7286947" y="2331114"/>
            <a:ext cx="976176" cy="64688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3" name="直接连接符 21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200" idx="6"/>
          </p:cNvCxnSpPr>
          <p:nvPr/>
        </p:nvCxnSpPr>
        <p:spPr>
          <a:xfrm flipH="1">
            <a:off x="7286947" y="2978003"/>
            <a:ext cx="976176" cy="7091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6" name="直接连接符 21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8" idx="6"/>
          </p:cNvCxnSpPr>
          <p:nvPr/>
        </p:nvCxnSpPr>
        <p:spPr>
          <a:xfrm flipH="1">
            <a:off x="7293013" y="2978003"/>
            <a:ext cx="970110" cy="14156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19" name="直接连接符 21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5" idx="6"/>
          </p:cNvCxnSpPr>
          <p:nvPr/>
        </p:nvCxnSpPr>
        <p:spPr>
          <a:xfrm flipH="1">
            <a:off x="7298644" y="2978003"/>
            <a:ext cx="964479" cy="21130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59" idx="2"/>
            <a:endCxn id="193" idx="6"/>
          </p:cNvCxnSpPr>
          <p:nvPr/>
        </p:nvCxnSpPr>
        <p:spPr>
          <a:xfrm flipH="1">
            <a:off x="7304710" y="2978003"/>
            <a:ext cx="958413" cy="280565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5" name="直接连接符 22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5" idx="6"/>
          </p:cNvCxnSpPr>
          <p:nvPr/>
        </p:nvCxnSpPr>
        <p:spPr>
          <a:xfrm flipH="1">
            <a:off x="2499472" y="793483"/>
            <a:ext cx="688698" cy="6768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28" name="直接连接符 22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5" idx="6"/>
          </p:cNvCxnSpPr>
          <p:nvPr/>
        </p:nvCxnSpPr>
        <p:spPr>
          <a:xfrm flipH="1" flipV="1">
            <a:off x="2499472" y="1470378"/>
            <a:ext cx="684571" cy="9284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1" name="直接连接符 23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5" idx="6"/>
          </p:cNvCxnSpPr>
          <p:nvPr/>
        </p:nvCxnSpPr>
        <p:spPr>
          <a:xfrm flipH="1" flipV="1">
            <a:off x="2499472" y="1470378"/>
            <a:ext cx="680312" cy="8624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5" idx="6"/>
          </p:cNvCxnSpPr>
          <p:nvPr/>
        </p:nvCxnSpPr>
        <p:spPr>
          <a:xfrm flipH="1" flipV="1">
            <a:off x="2499472" y="1470378"/>
            <a:ext cx="682143" cy="22240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5" idx="6"/>
          </p:cNvCxnSpPr>
          <p:nvPr/>
        </p:nvCxnSpPr>
        <p:spPr>
          <a:xfrm flipH="1" flipV="1">
            <a:off x="2499472" y="1470378"/>
            <a:ext cx="682740" cy="29995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5" idx="6"/>
          </p:cNvCxnSpPr>
          <p:nvPr/>
        </p:nvCxnSpPr>
        <p:spPr>
          <a:xfrm flipH="1" flipV="1">
            <a:off x="2499472" y="1470378"/>
            <a:ext cx="676118" cy="377357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6" idx="6"/>
          </p:cNvCxnSpPr>
          <p:nvPr/>
        </p:nvCxnSpPr>
        <p:spPr>
          <a:xfrm flipH="1">
            <a:off x="2497688" y="793483"/>
            <a:ext cx="690482" cy="153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6" name="直接连接符 245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6" idx="6"/>
          </p:cNvCxnSpPr>
          <p:nvPr/>
        </p:nvCxnSpPr>
        <p:spPr>
          <a:xfrm flipH="1">
            <a:off x="2497688" y="1563221"/>
            <a:ext cx="686355" cy="77015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49" name="直接连接符 248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6" idx="6"/>
          </p:cNvCxnSpPr>
          <p:nvPr/>
        </p:nvCxnSpPr>
        <p:spPr>
          <a:xfrm flipH="1">
            <a:off x="2497688" y="2332847"/>
            <a:ext cx="682096" cy="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2" name="直接连接符 25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80" idx="2"/>
            <a:endCxn id="156" idx="6"/>
          </p:cNvCxnSpPr>
          <p:nvPr/>
        </p:nvCxnSpPr>
        <p:spPr>
          <a:xfrm flipH="1" flipV="1">
            <a:off x="2497688" y="2333379"/>
            <a:ext cx="683927" cy="1361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5" name="直接连接符 25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7" idx="2"/>
            <a:endCxn id="156" idx="6"/>
          </p:cNvCxnSpPr>
          <p:nvPr/>
        </p:nvCxnSpPr>
        <p:spPr>
          <a:xfrm flipH="1" flipV="1">
            <a:off x="2497688" y="2333379"/>
            <a:ext cx="684524" cy="213658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58" name="直接连接符 25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6" idx="2"/>
            <a:endCxn id="156" idx="6"/>
          </p:cNvCxnSpPr>
          <p:nvPr/>
        </p:nvCxnSpPr>
        <p:spPr>
          <a:xfrm flipH="1" flipV="1">
            <a:off x="2497688" y="2333379"/>
            <a:ext cx="677902" cy="29105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1" name="直接连接符 260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69" idx="6"/>
          </p:cNvCxnSpPr>
          <p:nvPr/>
        </p:nvCxnSpPr>
        <p:spPr>
          <a:xfrm flipH="1">
            <a:off x="2501882" y="793483"/>
            <a:ext cx="686288" cy="28936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5" name="直接连接符 26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69" idx="6"/>
          </p:cNvCxnSpPr>
          <p:nvPr/>
        </p:nvCxnSpPr>
        <p:spPr>
          <a:xfrm flipH="1">
            <a:off x="2501882" y="1563221"/>
            <a:ext cx="682161" cy="21239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68" name="直接连接符 26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69" idx="6"/>
          </p:cNvCxnSpPr>
          <p:nvPr/>
        </p:nvCxnSpPr>
        <p:spPr>
          <a:xfrm flipH="1">
            <a:off x="2501882" y="2332847"/>
            <a:ext cx="677902" cy="13543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2" name="直接连接符 271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4" idx="2"/>
            <a:endCxn id="157" idx="6"/>
          </p:cNvCxnSpPr>
          <p:nvPr/>
        </p:nvCxnSpPr>
        <p:spPr>
          <a:xfrm flipH="1">
            <a:off x="2503516" y="793483"/>
            <a:ext cx="684654" cy="381059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5" name="直接连接符 274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5" idx="2"/>
            <a:endCxn id="157" idx="6"/>
          </p:cNvCxnSpPr>
          <p:nvPr/>
        </p:nvCxnSpPr>
        <p:spPr>
          <a:xfrm flipH="1">
            <a:off x="2503516" y="1563221"/>
            <a:ext cx="680527" cy="30408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>
            <a:extLst>
              <a:ext uri="{FF2B5EF4-FFF2-40B4-BE49-F238E27FC236}">
                <a16:creationId xmlns:a16="http://schemas.microsoft.com/office/drawing/2014/main" id="{78EA912F-B0E3-41C6-82EC-89595CDCF708}"/>
              </a:ext>
            </a:extLst>
          </p:cNvPr>
          <p:cNvCxnSpPr>
            <a:cxnSpLocks noChangeAspect="1"/>
            <a:stCxn id="179" idx="2"/>
            <a:endCxn id="157" idx="6"/>
          </p:cNvCxnSpPr>
          <p:nvPr/>
        </p:nvCxnSpPr>
        <p:spPr>
          <a:xfrm flipH="1">
            <a:off x="2503516" y="2332847"/>
            <a:ext cx="676268" cy="22712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4" name="直接连接符 28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80" idx="2"/>
          </p:cNvCxnSpPr>
          <p:nvPr/>
        </p:nvCxnSpPr>
        <p:spPr>
          <a:xfrm flipV="1">
            <a:off x="2503516" y="3694434"/>
            <a:ext cx="678099" cy="9096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87" name="直接连接符 28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7" idx="2"/>
          </p:cNvCxnSpPr>
          <p:nvPr/>
        </p:nvCxnSpPr>
        <p:spPr>
          <a:xfrm flipV="1">
            <a:off x="2503516" y="4469964"/>
            <a:ext cx="678696" cy="13410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0" name="直接连接符 28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57" idx="6"/>
            <a:endCxn id="176" idx="2"/>
          </p:cNvCxnSpPr>
          <p:nvPr/>
        </p:nvCxnSpPr>
        <p:spPr>
          <a:xfrm>
            <a:off x="2503516" y="4604073"/>
            <a:ext cx="672074" cy="63988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3" name="直接连接符 29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80" idx="2"/>
          </p:cNvCxnSpPr>
          <p:nvPr/>
        </p:nvCxnSpPr>
        <p:spPr>
          <a:xfrm>
            <a:off x="2501882" y="3687169"/>
            <a:ext cx="679733" cy="726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6" name="直接连接符 29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7" idx="2"/>
          </p:cNvCxnSpPr>
          <p:nvPr/>
        </p:nvCxnSpPr>
        <p:spPr>
          <a:xfrm>
            <a:off x="2501882" y="3687169"/>
            <a:ext cx="680330" cy="7827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299" name="直接连接符 29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69" idx="6"/>
            <a:endCxn id="176" idx="2"/>
          </p:cNvCxnSpPr>
          <p:nvPr/>
        </p:nvCxnSpPr>
        <p:spPr>
          <a:xfrm>
            <a:off x="2501882" y="3687169"/>
            <a:ext cx="673708" cy="155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2" name="直接连接符 30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1" idx="2"/>
          </p:cNvCxnSpPr>
          <p:nvPr/>
        </p:nvCxnSpPr>
        <p:spPr>
          <a:xfrm flipV="1">
            <a:off x="3641479" y="239902"/>
            <a:ext cx="1304406" cy="5535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5" name="直接连接符 30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2" idx="2"/>
          </p:cNvCxnSpPr>
          <p:nvPr/>
        </p:nvCxnSpPr>
        <p:spPr>
          <a:xfrm>
            <a:off x="3641479" y="793483"/>
            <a:ext cx="1306644" cy="14612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08" name="直接连接符 30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6" idx="2"/>
          </p:cNvCxnSpPr>
          <p:nvPr/>
        </p:nvCxnSpPr>
        <p:spPr>
          <a:xfrm>
            <a:off x="3641479" y="793483"/>
            <a:ext cx="1304795" cy="83847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1" name="直接连接符 31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8" idx="2"/>
          </p:cNvCxnSpPr>
          <p:nvPr/>
        </p:nvCxnSpPr>
        <p:spPr>
          <a:xfrm>
            <a:off x="3641479" y="793483"/>
            <a:ext cx="1304796" cy="15358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4" name="直接连接符 31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9" idx="2"/>
          </p:cNvCxnSpPr>
          <p:nvPr/>
        </p:nvCxnSpPr>
        <p:spPr>
          <a:xfrm>
            <a:off x="3641479" y="793483"/>
            <a:ext cx="1290088" cy="29044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17" name="直接连接符 31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7" idx="2"/>
          </p:cNvCxnSpPr>
          <p:nvPr/>
        </p:nvCxnSpPr>
        <p:spPr>
          <a:xfrm>
            <a:off x="3641479" y="793483"/>
            <a:ext cx="1311009" cy="360034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0" name="直接连接符 3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4" idx="2"/>
          </p:cNvCxnSpPr>
          <p:nvPr/>
        </p:nvCxnSpPr>
        <p:spPr>
          <a:xfrm>
            <a:off x="3641479" y="793483"/>
            <a:ext cx="1303870" cy="42977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3" name="直接连接符 3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4" idx="6"/>
            <a:endCxn id="183" idx="2"/>
          </p:cNvCxnSpPr>
          <p:nvPr/>
        </p:nvCxnSpPr>
        <p:spPr>
          <a:xfrm>
            <a:off x="3641479" y="793483"/>
            <a:ext cx="1290087" cy="49951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6" name="直接连接符 3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1" idx="2"/>
          </p:cNvCxnSpPr>
          <p:nvPr/>
        </p:nvCxnSpPr>
        <p:spPr>
          <a:xfrm flipV="1">
            <a:off x="3637352" y="239902"/>
            <a:ext cx="1308533" cy="132331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29" name="直接连接符 3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2" idx="2"/>
          </p:cNvCxnSpPr>
          <p:nvPr/>
        </p:nvCxnSpPr>
        <p:spPr>
          <a:xfrm flipV="1">
            <a:off x="3637352" y="939607"/>
            <a:ext cx="1310771" cy="6236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2" name="直接连接符 33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6" idx="2"/>
          </p:cNvCxnSpPr>
          <p:nvPr/>
        </p:nvCxnSpPr>
        <p:spPr>
          <a:xfrm>
            <a:off x="3637352" y="1563221"/>
            <a:ext cx="1308922" cy="6873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5" name="直接连接符 33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8" idx="2"/>
          </p:cNvCxnSpPr>
          <p:nvPr/>
        </p:nvCxnSpPr>
        <p:spPr>
          <a:xfrm>
            <a:off x="3637352" y="1563221"/>
            <a:ext cx="1308923" cy="7661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38" name="直接连接符 33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9" idx="2"/>
          </p:cNvCxnSpPr>
          <p:nvPr/>
        </p:nvCxnSpPr>
        <p:spPr>
          <a:xfrm>
            <a:off x="3637352" y="1563221"/>
            <a:ext cx="1294215" cy="21346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1" name="直接连接符 3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4" name="直接连接符 3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7" idx="2"/>
          </p:cNvCxnSpPr>
          <p:nvPr/>
        </p:nvCxnSpPr>
        <p:spPr>
          <a:xfrm>
            <a:off x="3637352" y="1563221"/>
            <a:ext cx="1315136" cy="283060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48" name="直接连接符 3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4" idx="2"/>
          </p:cNvCxnSpPr>
          <p:nvPr/>
        </p:nvCxnSpPr>
        <p:spPr>
          <a:xfrm>
            <a:off x="3637352" y="1563221"/>
            <a:ext cx="1307997" cy="352802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1" name="直接连接符 3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5" idx="6"/>
            <a:endCxn id="183" idx="2"/>
          </p:cNvCxnSpPr>
          <p:nvPr/>
        </p:nvCxnSpPr>
        <p:spPr>
          <a:xfrm>
            <a:off x="3637352" y="1563221"/>
            <a:ext cx="1294214" cy="42254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4" name="直接连接符 35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1" idx="2"/>
          </p:cNvCxnSpPr>
          <p:nvPr/>
        </p:nvCxnSpPr>
        <p:spPr>
          <a:xfrm flipV="1">
            <a:off x="3633093" y="239902"/>
            <a:ext cx="1312792" cy="20929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57" name="直接连接符 35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2" idx="2"/>
          </p:cNvCxnSpPr>
          <p:nvPr/>
        </p:nvCxnSpPr>
        <p:spPr>
          <a:xfrm flipV="1">
            <a:off x="3633093" y="939607"/>
            <a:ext cx="1315030" cy="13932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4" name="直接连接符 36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6" idx="2"/>
          </p:cNvCxnSpPr>
          <p:nvPr/>
        </p:nvCxnSpPr>
        <p:spPr>
          <a:xfrm flipV="1">
            <a:off x="3633093" y="1631959"/>
            <a:ext cx="1313181" cy="7008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67" name="直接连接符 36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8" idx="2"/>
          </p:cNvCxnSpPr>
          <p:nvPr/>
        </p:nvCxnSpPr>
        <p:spPr>
          <a:xfrm flipV="1">
            <a:off x="3633093" y="2329381"/>
            <a:ext cx="1313182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0" name="直接连接符 36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9" idx="2"/>
          </p:cNvCxnSpPr>
          <p:nvPr/>
        </p:nvCxnSpPr>
        <p:spPr>
          <a:xfrm>
            <a:off x="3633093" y="2332847"/>
            <a:ext cx="1298474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3" name="直接连接符 37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7" idx="2"/>
          </p:cNvCxnSpPr>
          <p:nvPr/>
        </p:nvCxnSpPr>
        <p:spPr>
          <a:xfrm>
            <a:off x="3633093" y="2332847"/>
            <a:ext cx="1319395" cy="20609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6" name="直接连接符 37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4" idx="2"/>
          </p:cNvCxnSpPr>
          <p:nvPr/>
        </p:nvCxnSpPr>
        <p:spPr>
          <a:xfrm>
            <a:off x="3633093" y="2332847"/>
            <a:ext cx="1312256" cy="27584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9" name="直接连接符 37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9" idx="6"/>
            <a:endCxn id="183" idx="2"/>
          </p:cNvCxnSpPr>
          <p:nvPr/>
        </p:nvCxnSpPr>
        <p:spPr>
          <a:xfrm>
            <a:off x="3633093" y="2332847"/>
            <a:ext cx="1298473" cy="345582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2" name="直接连接符 38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9" idx="2"/>
          </p:cNvCxnSpPr>
          <p:nvPr/>
        </p:nvCxnSpPr>
        <p:spPr>
          <a:xfrm>
            <a:off x="3634924" y="3694434"/>
            <a:ext cx="1296643" cy="346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6" name="直接连接符 3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7" idx="2"/>
          </p:cNvCxnSpPr>
          <p:nvPr/>
        </p:nvCxnSpPr>
        <p:spPr>
          <a:xfrm>
            <a:off x="3634924" y="3694434"/>
            <a:ext cx="1317564" cy="6993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89" name="直接连接符 3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4" idx="2"/>
          </p:cNvCxnSpPr>
          <p:nvPr/>
        </p:nvCxnSpPr>
        <p:spPr>
          <a:xfrm>
            <a:off x="3634924" y="3694434"/>
            <a:ext cx="1310425" cy="13968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2" name="直接连接符 3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3" idx="2"/>
          </p:cNvCxnSpPr>
          <p:nvPr/>
        </p:nvCxnSpPr>
        <p:spPr>
          <a:xfrm>
            <a:off x="3634924" y="3694434"/>
            <a:ext cx="1296642" cy="209423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5" name="直接连接符 3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1" idx="2"/>
          </p:cNvCxnSpPr>
          <p:nvPr/>
        </p:nvCxnSpPr>
        <p:spPr>
          <a:xfrm flipV="1">
            <a:off x="3634924" y="239902"/>
            <a:ext cx="1310961" cy="345453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98" name="直接连接符 3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2" idx="2"/>
          </p:cNvCxnSpPr>
          <p:nvPr/>
        </p:nvCxnSpPr>
        <p:spPr>
          <a:xfrm flipV="1">
            <a:off x="3634924" y="939607"/>
            <a:ext cx="1313199" cy="275482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1" name="直接连接符 4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6" idx="2"/>
          </p:cNvCxnSpPr>
          <p:nvPr/>
        </p:nvCxnSpPr>
        <p:spPr>
          <a:xfrm flipV="1">
            <a:off x="3634924" y="1631959"/>
            <a:ext cx="1311350" cy="206247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4" name="直接连接符 4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0" idx="6"/>
            <a:endCxn id="188" idx="2"/>
          </p:cNvCxnSpPr>
          <p:nvPr/>
        </p:nvCxnSpPr>
        <p:spPr>
          <a:xfrm flipV="1">
            <a:off x="3634924" y="2329381"/>
            <a:ext cx="1311351" cy="1365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07" name="直接连接符 4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1" idx="2"/>
          </p:cNvCxnSpPr>
          <p:nvPr/>
        </p:nvCxnSpPr>
        <p:spPr>
          <a:xfrm flipV="1">
            <a:off x="3635521" y="239902"/>
            <a:ext cx="1310364" cy="4230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0" name="直接连接符 4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2" idx="2"/>
          </p:cNvCxnSpPr>
          <p:nvPr/>
        </p:nvCxnSpPr>
        <p:spPr>
          <a:xfrm flipV="1">
            <a:off x="3635521" y="939607"/>
            <a:ext cx="1312602" cy="35303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3" name="直接连接符 4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6" idx="2"/>
          </p:cNvCxnSpPr>
          <p:nvPr/>
        </p:nvCxnSpPr>
        <p:spPr>
          <a:xfrm flipV="1">
            <a:off x="3635521" y="1631959"/>
            <a:ext cx="1310753" cy="28380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6" name="直接连接符 4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8" idx="2"/>
          </p:cNvCxnSpPr>
          <p:nvPr/>
        </p:nvCxnSpPr>
        <p:spPr>
          <a:xfrm flipV="1">
            <a:off x="3635521" y="2329381"/>
            <a:ext cx="1310754" cy="21405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19" name="直接连接符 4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9" idx="2"/>
          </p:cNvCxnSpPr>
          <p:nvPr/>
        </p:nvCxnSpPr>
        <p:spPr>
          <a:xfrm flipV="1">
            <a:off x="3635521" y="3697900"/>
            <a:ext cx="1296046" cy="77206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2" name="直接连接符 4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7" idx="2"/>
          </p:cNvCxnSpPr>
          <p:nvPr/>
        </p:nvCxnSpPr>
        <p:spPr>
          <a:xfrm flipV="1">
            <a:off x="3635521" y="4393825"/>
            <a:ext cx="1316967" cy="7613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5" name="直接连接符 4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4" idx="2"/>
          </p:cNvCxnSpPr>
          <p:nvPr/>
        </p:nvCxnSpPr>
        <p:spPr>
          <a:xfrm>
            <a:off x="3635521" y="4469964"/>
            <a:ext cx="1309828" cy="62128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28" name="直接连接符 4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7" idx="6"/>
            <a:endCxn id="183" idx="2"/>
          </p:cNvCxnSpPr>
          <p:nvPr/>
        </p:nvCxnSpPr>
        <p:spPr>
          <a:xfrm>
            <a:off x="3635521" y="4469964"/>
            <a:ext cx="1296045" cy="1318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1" name="直接连接符 4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3" idx="2"/>
          </p:cNvCxnSpPr>
          <p:nvPr/>
        </p:nvCxnSpPr>
        <p:spPr>
          <a:xfrm>
            <a:off x="3628899" y="5243955"/>
            <a:ext cx="1302667" cy="54471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4" name="直接连接符 4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4" idx="2"/>
          </p:cNvCxnSpPr>
          <p:nvPr/>
        </p:nvCxnSpPr>
        <p:spPr>
          <a:xfrm flipV="1">
            <a:off x="3628899" y="5091247"/>
            <a:ext cx="1316450" cy="15270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37" name="直接连接符 4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7" idx="2"/>
          </p:cNvCxnSpPr>
          <p:nvPr/>
        </p:nvCxnSpPr>
        <p:spPr>
          <a:xfrm flipV="1">
            <a:off x="3628899" y="4393825"/>
            <a:ext cx="1323589" cy="85013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0" name="直接连接符 43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9" idx="2"/>
          </p:cNvCxnSpPr>
          <p:nvPr/>
        </p:nvCxnSpPr>
        <p:spPr>
          <a:xfrm flipV="1">
            <a:off x="3628899" y="3697900"/>
            <a:ext cx="1302668" cy="1546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3" name="直接连接符 44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6" idx="2"/>
          </p:cNvCxnSpPr>
          <p:nvPr/>
        </p:nvCxnSpPr>
        <p:spPr>
          <a:xfrm flipV="1">
            <a:off x="3628899" y="1631959"/>
            <a:ext cx="1317375" cy="36119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46" name="直接连接符 44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8" idx="2"/>
          </p:cNvCxnSpPr>
          <p:nvPr/>
        </p:nvCxnSpPr>
        <p:spPr>
          <a:xfrm flipV="1">
            <a:off x="3628899" y="2329381"/>
            <a:ext cx="1317376" cy="29145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3" name="直接连接符 4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2" idx="2"/>
          </p:cNvCxnSpPr>
          <p:nvPr/>
        </p:nvCxnSpPr>
        <p:spPr>
          <a:xfrm flipV="1">
            <a:off x="3628899" y="939607"/>
            <a:ext cx="1319224" cy="430434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6" name="直接连接符 4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76" idx="6"/>
            <a:endCxn id="181" idx="2"/>
          </p:cNvCxnSpPr>
          <p:nvPr/>
        </p:nvCxnSpPr>
        <p:spPr>
          <a:xfrm flipV="1">
            <a:off x="3628899" y="239902"/>
            <a:ext cx="1316986" cy="500405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59" name="直接连接符 4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1" idx="2"/>
          </p:cNvCxnSpPr>
          <p:nvPr/>
        </p:nvCxnSpPr>
        <p:spPr>
          <a:xfrm>
            <a:off x="5399194" y="239902"/>
            <a:ext cx="1437217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2" name="直接连接符 4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2" idx="2"/>
          </p:cNvCxnSpPr>
          <p:nvPr/>
        </p:nvCxnSpPr>
        <p:spPr>
          <a:xfrm>
            <a:off x="5399194" y="239902"/>
            <a:ext cx="1437216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5" name="直接连接符 4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7" idx="2"/>
          </p:cNvCxnSpPr>
          <p:nvPr/>
        </p:nvCxnSpPr>
        <p:spPr>
          <a:xfrm>
            <a:off x="5399194" y="239902"/>
            <a:ext cx="1435368" cy="140115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68" name="直接连接符 4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9" idx="2"/>
          </p:cNvCxnSpPr>
          <p:nvPr/>
        </p:nvCxnSpPr>
        <p:spPr>
          <a:xfrm>
            <a:off x="5399194" y="239902"/>
            <a:ext cx="1434444" cy="209121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1" name="直接连接符 4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200" idx="2"/>
          </p:cNvCxnSpPr>
          <p:nvPr/>
        </p:nvCxnSpPr>
        <p:spPr>
          <a:xfrm>
            <a:off x="5399194" y="239902"/>
            <a:ext cx="1434444" cy="34472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4" name="直接连接符 4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8" idx="2"/>
          </p:cNvCxnSpPr>
          <p:nvPr/>
        </p:nvCxnSpPr>
        <p:spPr>
          <a:xfrm>
            <a:off x="5399194" y="239902"/>
            <a:ext cx="1440510" cy="415375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77" name="直接连接符 4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5" idx="2"/>
          </p:cNvCxnSpPr>
          <p:nvPr/>
        </p:nvCxnSpPr>
        <p:spPr>
          <a:xfrm>
            <a:off x="5399194" y="239902"/>
            <a:ext cx="1446141" cy="485117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0" name="直接连接符 4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1" idx="6"/>
            <a:endCxn id="193" idx="2"/>
          </p:cNvCxnSpPr>
          <p:nvPr/>
        </p:nvCxnSpPr>
        <p:spPr>
          <a:xfrm>
            <a:off x="5399194" y="239902"/>
            <a:ext cx="1452207" cy="55437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3" name="直接连接符 4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1" idx="2"/>
          </p:cNvCxnSpPr>
          <p:nvPr/>
        </p:nvCxnSpPr>
        <p:spPr>
          <a:xfrm flipV="1">
            <a:off x="5401432" y="239902"/>
            <a:ext cx="1434979" cy="69970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6" name="直接连接符 4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2" idx="2"/>
          </p:cNvCxnSpPr>
          <p:nvPr/>
        </p:nvCxnSpPr>
        <p:spPr>
          <a:xfrm>
            <a:off x="5401432" y="939607"/>
            <a:ext cx="1434978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89" name="直接连接符 4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7" idx="2"/>
          </p:cNvCxnSpPr>
          <p:nvPr/>
        </p:nvCxnSpPr>
        <p:spPr>
          <a:xfrm>
            <a:off x="5401432" y="939607"/>
            <a:ext cx="1433130" cy="7014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2" name="直接连接符 4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9" idx="2"/>
          </p:cNvCxnSpPr>
          <p:nvPr/>
        </p:nvCxnSpPr>
        <p:spPr>
          <a:xfrm>
            <a:off x="5401432" y="939607"/>
            <a:ext cx="1432206" cy="13915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5" name="直接连接符 4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200" idx="2"/>
          </p:cNvCxnSpPr>
          <p:nvPr/>
        </p:nvCxnSpPr>
        <p:spPr>
          <a:xfrm>
            <a:off x="5401432" y="939607"/>
            <a:ext cx="1432206" cy="27475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498" name="直接连接符 4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8" idx="2"/>
          </p:cNvCxnSpPr>
          <p:nvPr/>
        </p:nvCxnSpPr>
        <p:spPr>
          <a:xfrm>
            <a:off x="5401432" y="939607"/>
            <a:ext cx="1438272" cy="34540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1" name="直接连接符 5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5" idx="2"/>
          </p:cNvCxnSpPr>
          <p:nvPr/>
        </p:nvCxnSpPr>
        <p:spPr>
          <a:xfrm>
            <a:off x="5401432" y="939607"/>
            <a:ext cx="1443903" cy="41514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4" name="直接连接符 5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2" idx="6"/>
            <a:endCxn id="193" idx="2"/>
          </p:cNvCxnSpPr>
          <p:nvPr/>
        </p:nvCxnSpPr>
        <p:spPr>
          <a:xfrm>
            <a:off x="5401432" y="939607"/>
            <a:ext cx="1449969" cy="48440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07" name="直接连接符 5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3" idx="2"/>
          </p:cNvCxnSpPr>
          <p:nvPr/>
        </p:nvCxnSpPr>
        <p:spPr>
          <a:xfrm>
            <a:off x="5399583" y="1631959"/>
            <a:ext cx="1451818" cy="415170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0" name="直接连接符 5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5" idx="2"/>
          </p:cNvCxnSpPr>
          <p:nvPr/>
        </p:nvCxnSpPr>
        <p:spPr>
          <a:xfrm>
            <a:off x="5399583" y="1631959"/>
            <a:ext cx="1445752" cy="34591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3" name="直接连接符 5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8" idx="2"/>
          </p:cNvCxnSpPr>
          <p:nvPr/>
        </p:nvCxnSpPr>
        <p:spPr>
          <a:xfrm>
            <a:off x="5399583" y="1631959"/>
            <a:ext cx="144012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6" name="直接连接符 5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200" idx="2"/>
          </p:cNvCxnSpPr>
          <p:nvPr/>
        </p:nvCxnSpPr>
        <p:spPr>
          <a:xfrm>
            <a:off x="5399583" y="1631959"/>
            <a:ext cx="1434055" cy="205521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19" name="直接连接符 51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9" idx="2"/>
          </p:cNvCxnSpPr>
          <p:nvPr/>
        </p:nvCxnSpPr>
        <p:spPr>
          <a:xfrm>
            <a:off x="5399583" y="1631959"/>
            <a:ext cx="1434055" cy="6991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2" name="直接连接符 52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7" idx="2"/>
          </p:cNvCxnSpPr>
          <p:nvPr/>
        </p:nvCxnSpPr>
        <p:spPr>
          <a:xfrm>
            <a:off x="5399583" y="1631959"/>
            <a:ext cx="1434979" cy="909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5" name="直接连接符 52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2" idx="2"/>
          </p:cNvCxnSpPr>
          <p:nvPr/>
        </p:nvCxnSpPr>
        <p:spPr>
          <a:xfrm flipV="1">
            <a:off x="5399583" y="939607"/>
            <a:ext cx="1436827" cy="6923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28" name="直接连接符 52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6" idx="6"/>
            <a:endCxn id="191" idx="2"/>
          </p:cNvCxnSpPr>
          <p:nvPr/>
        </p:nvCxnSpPr>
        <p:spPr>
          <a:xfrm flipV="1">
            <a:off x="5399583" y="239902"/>
            <a:ext cx="1436828" cy="139205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1" name="直接连接符 53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1" idx="2"/>
          </p:cNvCxnSpPr>
          <p:nvPr/>
        </p:nvCxnSpPr>
        <p:spPr>
          <a:xfrm flipV="1">
            <a:off x="5399584" y="239902"/>
            <a:ext cx="1436827" cy="208947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4" name="直接连接符 53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2" idx="2"/>
          </p:cNvCxnSpPr>
          <p:nvPr/>
        </p:nvCxnSpPr>
        <p:spPr>
          <a:xfrm flipV="1">
            <a:off x="5399584" y="939607"/>
            <a:ext cx="1436826" cy="13897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37" name="直接连接符 53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7" idx="2"/>
          </p:cNvCxnSpPr>
          <p:nvPr/>
        </p:nvCxnSpPr>
        <p:spPr>
          <a:xfrm flipV="1">
            <a:off x="5399584" y="1641056"/>
            <a:ext cx="1434978" cy="68832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1" name="直接连接符 54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9" idx="2"/>
          </p:cNvCxnSpPr>
          <p:nvPr/>
        </p:nvCxnSpPr>
        <p:spPr>
          <a:xfrm>
            <a:off x="5399584" y="2329381"/>
            <a:ext cx="1434054" cy="17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4" name="直接连接符 54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200" idx="2"/>
          </p:cNvCxnSpPr>
          <p:nvPr/>
        </p:nvCxnSpPr>
        <p:spPr>
          <a:xfrm>
            <a:off x="5399584" y="2329381"/>
            <a:ext cx="1434054" cy="13577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47" name="直接连接符 54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8" idx="2"/>
          </p:cNvCxnSpPr>
          <p:nvPr/>
        </p:nvCxnSpPr>
        <p:spPr>
          <a:xfrm>
            <a:off x="5399584" y="2329381"/>
            <a:ext cx="1440120" cy="206427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0" name="直接连接符 54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5" idx="2"/>
          </p:cNvCxnSpPr>
          <p:nvPr/>
        </p:nvCxnSpPr>
        <p:spPr>
          <a:xfrm>
            <a:off x="5399584" y="2329381"/>
            <a:ext cx="1445751" cy="27616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3" name="直接连接符 55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8" idx="6"/>
            <a:endCxn id="193" idx="2"/>
          </p:cNvCxnSpPr>
          <p:nvPr/>
        </p:nvCxnSpPr>
        <p:spPr>
          <a:xfrm>
            <a:off x="5399584" y="2329381"/>
            <a:ext cx="1451817" cy="345428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6" name="直接连接符 55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3" idx="2"/>
          </p:cNvCxnSpPr>
          <p:nvPr/>
        </p:nvCxnSpPr>
        <p:spPr>
          <a:xfrm>
            <a:off x="5384876" y="3697900"/>
            <a:ext cx="1466525" cy="20857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59" name="直接连接符 55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5" idx="2"/>
          </p:cNvCxnSpPr>
          <p:nvPr/>
        </p:nvCxnSpPr>
        <p:spPr>
          <a:xfrm>
            <a:off x="5384876" y="3697900"/>
            <a:ext cx="1460459" cy="139317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2" name="直接连接符 56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8" idx="2"/>
          </p:cNvCxnSpPr>
          <p:nvPr/>
        </p:nvCxnSpPr>
        <p:spPr>
          <a:xfrm>
            <a:off x="5384876" y="3697900"/>
            <a:ext cx="1454828" cy="69575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5" name="直接连接符 56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200" idx="2"/>
          </p:cNvCxnSpPr>
          <p:nvPr/>
        </p:nvCxnSpPr>
        <p:spPr>
          <a:xfrm flipV="1">
            <a:off x="5384876" y="3687169"/>
            <a:ext cx="1448762" cy="107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68" name="直接连接符 56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9" idx="2"/>
          </p:cNvCxnSpPr>
          <p:nvPr/>
        </p:nvCxnSpPr>
        <p:spPr>
          <a:xfrm flipV="1">
            <a:off x="5384876" y="2331114"/>
            <a:ext cx="1448762" cy="136678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1" name="直接连接符 57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7" idx="2"/>
          </p:cNvCxnSpPr>
          <p:nvPr/>
        </p:nvCxnSpPr>
        <p:spPr>
          <a:xfrm flipV="1">
            <a:off x="5384876" y="1641056"/>
            <a:ext cx="1449686" cy="205684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4" name="直接连接符 57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2" idx="2"/>
          </p:cNvCxnSpPr>
          <p:nvPr/>
        </p:nvCxnSpPr>
        <p:spPr>
          <a:xfrm flipV="1">
            <a:off x="5384876" y="939607"/>
            <a:ext cx="1451534" cy="27582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77" name="直接连接符 57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9" idx="6"/>
            <a:endCxn id="191" idx="2"/>
          </p:cNvCxnSpPr>
          <p:nvPr/>
        </p:nvCxnSpPr>
        <p:spPr>
          <a:xfrm flipV="1">
            <a:off x="5384876" y="239902"/>
            <a:ext cx="1451535" cy="3457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0" name="直接连接符 57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1" idx="2"/>
          </p:cNvCxnSpPr>
          <p:nvPr/>
        </p:nvCxnSpPr>
        <p:spPr>
          <a:xfrm flipV="1">
            <a:off x="5405797" y="239902"/>
            <a:ext cx="1430614" cy="415392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3" name="直接连接符 58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2" idx="2"/>
          </p:cNvCxnSpPr>
          <p:nvPr/>
        </p:nvCxnSpPr>
        <p:spPr>
          <a:xfrm flipV="1">
            <a:off x="5405797" y="939607"/>
            <a:ext cx="1430613" cy="345421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6" name="直接连接符 58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7" idx="2"/>
          </p:cNvCxnSpPr>
          <p:nvPr/>
        </p:nvCxnSpPr>
        <p:spPr>
          <a:xfrm flipV="1">
            <a:off x="5405797" y="1641056"/>
            <a:ext cx="1428765" cy="275276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89" name="直接连接符 58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9" idx="2"/>
          </p:cNvCxnSpPr>
          <p:nvPr/>
        </p:nvCxnSpPr>
        <p:spPr>
          <a:xfrm flipV="1">
            <a:off x="5405797" y="2331114"/>
            <a:ext cx="1427841" cy="206271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2" name="直接连接符 59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200" idx="2"/>
          </p:cNvCxnSpPr>
          <p:nvPr/>
        </p:nvCxnSpPr>
        <p:spPr>
          <a:xfrm flipV="1">
            <a:off x="5405797" y="3687169"/>
            <a:ext cx="1427841" cy="70665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5" name="直接连接符 59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8" idx="2"/>
          </p:cNvCxnSpPr>
          <p:nvPr/>
        </p:nvCxnSpPr>
        <p:spPr>
          <a:xfrm flipV="1">
            <a:off x="5405797" y="4393652"/>
            <a:ext cx="143390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598" name="直接连接符 59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5" idx="2"/>
          </p:cNvCxnSpPr>
          <p:nvPr/>
        </p:nvCxnSpPr>
        <p:spPr>
          <a:xfrm>
            <a:off x="5405797" y="4393825"/>
            <a:ext cx="1439538" cy="697249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1" name="直接连接符 60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7" idx="6"/>
            <a:endCxn id="193" idx="2"/>
          </p:cNvCxnSpPr>
          <p:nvPr/>
        </p:nvCxnSpPr>
        <p:spPr>
          <a:xfrm>
            <a:off x="5405797" y="4393825"/>
            <a:ext cx="1445604" cy="138983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4" name="直接连接符 603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3" idx="2"/>
          </p:cNvCxnSpPr>
          <p:nvPr/>
        </p:nvCxnSpPr>
        <p:spPr>
          <a:xfrm>
            <a:off x="5398658" y="5091247"/>
            <a:ext cx="1452743" cy="69241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07" name="直接连接符 606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5" idx="2"/>
          </p:cNvCxnSpPr>
          <p:nvPr/>
        </p:nvCxnSpPr>
        <p:spPr>
          <a:xfrm flipV="1">
            <a:off x="5398658" y="5091074"/>
            <a:ext cx="1446677" cy="17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0" name="直接连接符 60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8" idx="2"/>
          </p:cNvCxnSpPr>
          <p:nvPr/>
        </p:nvCxnSpPr>
        <p:spPr>
          <a:xfrm flipV="1">
            <a:off x="5398658" y="4393652"/>
            <a:ext cx="1441046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3" name="直接连接符 61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200" idx="2"/>
          </p:cNvCxnSpPr>
          <p:nvPr/>
        </p:nvCxnSpPr>
        <p:spPr>
          <a:xfrm flipV="1">
            <a:off x="5398658" y="3687169"/>
            <a:ext cx="1434980" cy="140407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16" name="直接连接符 61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9" idx="2"/>
          </p:cNvCxnSpPr>
          <p:nvPr/>
        </p:nvCxnSpPr>
        <p:spPr>
          <a:xfrm flipV="1">
            <a:off x="5398658" y="2331114"/>
            <a:ext cx="1434980" cy="276013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0" name="直接连接符 619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7" idx="2"/>
          </p:cNvCxnSpPr>
          <p:nvPr/>
        </p:nvCxnSpPr>
        <p:spPr>
          <a:xfrm flipV="1">
            <a:off x="5398658" y="1641056"/>
            <a:ext cx="1435904" cy="345019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3" name="直接连接符 62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2" idx="2"/>
          </p:cNvCxnSpPr>
          <p:nvPr/>
        </p:nvCxnSpPr>
        <p:spPr>
          <a:xfrm flipV="1">
            <a:off x="5398658" y="939607"/>
            <a:ext cx="1437752" cy="415164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6" name="直接连接符 62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4" idx="6"/>
            <a:endCxn id="191" idx="2"/>
          </p:cNvCxnSpPr>
          <p:nvPr/>
        </p:nvCxnSpPr>
        <p:spPr>
          <a:xfrm flipV="1">
            <a:off x="5398658" y="239902"/>
            <a:ext cx="1437753" cy="485134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29" name="直接连接符 62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1" idx="2"/>
          </p:cNvCxnSpPr>
          <p:nvPr/>
        </p:nvCxnSpPr>
        <p:spPr>
          <a:xfrm flipV="1">
            <a:off x="5384875" y="239902"/>
            <a:ext cx="1451536" cy="554876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3" name="直接连接符 632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2" idx="2"/>
          </p:cNvCxnSpPr>
          <p:nvPr/>
        </p:nvCxnSpPr>
        <p:spPr>
          <a:xfrm flipV="1">
            <a:off x="5384875" y="939607"/>
            <a:ext cx="1451535" cy="484906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6" name="直接连接符 635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7" idx="2"/>
          </p:cNvCxnSpPr>
          <p:nvPr/>
        </p:nvCxnSpPr>
        <p:spPr>
          <a:xfrm flipV="1">
            <a:off x="5384875" y="1641056"/>
            <a:ext cx="1449687" cy="414761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39" name="直接连接符 638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9" idx="2"/>
          </p:cNvCxnSpPr>
          <p:nvPr/>
        </p:nvCxnSpPr>
        <p:spPr>
          <a:xfrm flipV="1">
            <a:off x="5384875" y="2331114"/>
            <a:ext cx="1448763" cy="345755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2" name="直接连接符 641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200" idx="2"/>
          </p:cNvCxnSpPr>
          <p:nvPr/>
        </p:nvCxnSpPr>
        <p:spPr>
          <a:xfrm flipV="1">
            <a:off x="5384875" y="3687169"/>
            <a:ext cx="1448763" cy="21015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5" name="直接连接符 644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8" idx="2"/>
          </p:cNvCxnSpPr>
          <p:nvPr/>
        </p:nvCxnSpPr>
        <p:spPr>
          <a:xfrm flipV="1">
            <a:off x="5384875" y="4393652"/>
            <a:ext cx="1454829" cy="139501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48" name="直接连接符 647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5" idx="2"/>
          </p:cNvCxnSpPr>
          <p:nvPr/>
        </p:nvCxnSpPr>
        <p:spPr>
          <a:xfrm flipV="1">
            <a:off x="5384875" y="5091074"/>
            <a:ext cx="1460460" cy="697595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651" name="直接连接符 650">
            <a:extLst>
              <a:ext uri="{FF2B5EF4-FFF2-40B4-BE49-F238E27FC236}">
                <a16:creationId xmlns:a16="http://schemas.microsoft.com/office/drawing/2014/main" id="{1DBE3D74-21D6-4D01-8877-F2B817CDB8DE}"/>
              </a:ext>
            </a:extLst>
          </p:cNvPr>
          <p:cNvCxnSpPr>
            <a:cxnSpLocks noChangeAspect="1"/>
            <a:stCxn id="183" idx="6"/>
            <a:endCxn id="193" idx="2"/>
          </p:cNvCxnSpPr>
          <p:nvPr/>
        </p:nvCxnSpPr>
        <p:spPr>
          <a:xfrm flipV="1">
            <a:off x="5384875" y="5783662"/>
            <a:ext cx="1466526" cy="5007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sp>
        <p:nvSpPr>
          <p:cNvPr id="1115" name="文本框 1114"/>
          <p:cNvSpPr txBox="1"/>
          <p:nvPr/>
        </p:nvSpPr>
        <p:spPr>
          <a:xfrm>
            <a:off x="8015986" y="3482536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输出层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6" name="文本框 1115"/>
          <p:cNvSpPr txBox="1"/>
          <p:nvPr/>
        </p:nvSpPr>
        <p:spPr>
          <a:xfrm>
            <a:off x="4192053" y="6407644"/>
            <a:ext cx="958917" cy="400110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sz="2000" b="1" dirty="0" smtClean="0">
                <a:latin typeface="宋体" panose="02010600030101010101" pitchFamily="2" charset="-122"/>
                <a:ea typeface="宋体" panose="02010600030101010101" pitchFamily="2" charset="-122"/>
              </a:rPr>
              <a:t>隐藏层</a:t>
            </a:r>
            <a:endParaRPr lang="zh-CN" altLang="en-US" sz="2000" b="1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117" name="右大括号 1116"/>
          <p:cNvSpPr/>
          <p:nvPr/>
        </p:nvSpPr>
        <p:spPr>
          <a:xfrm rot="5400000">
            <a:off x="4511006" y="3558937"/>
            <a:ext cx="321013" cy="5254267"/>
          </a:xfrm>
          <a:prstGeom prst="rightBrace">
            <a:avLst>
              <a:gd name="adj1" fmla="val 87121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  <p:extLst>
      <p:ext uri="{BB962C8B-B14F-4D97-AF65-F5344CB8AC3E}">
        <p14:creationId xmlns:p14="http://schemas.microsoft.com/office/powerpoint/2010/main" val="2840321326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1482058" y="10524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2766057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4154282" y="10524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5668658"/>
              </p:ext>
            </p:extLst>
          </p:nvPr>
        </p:nvGraphicFramePr>
        <p:xfrm>
          <a:off x="6941123" y="9043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46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9043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1469156" y="16643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136659"/>
              </p:ext>
            </p:extLst>
          </p:nvPr>
        </p:nvGraphicFramePr>
        <p:xfrm>
          <a:off x="6941123" y="15161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47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15161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1469156" y="22761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09225711"/>
              </p:ext>
            </p:extLst>
          </p:nvPr>
        </p:nvGraphicFramePr>
        <p:xfrm>
          <a:off x="6941123" y="21280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48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123" y="21280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1469156" y="39127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385378"/>
              </p:ext>
            </p:extLst>
          </p:nvPr>
        </p:nvGraphicFramePr>
        <p:xfrm>
          <a:off x="6941007" y="37645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4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941007" y="37645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3848465"/>
              </p:ext>
            </p:extLst>
          </p:nvPr>
        </p:nvGraphicFramePr>
        <p:xfrm>
          <a:off x="4532511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50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532511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08550168"/>
              </p:ext>
            </p:extLst>
          </p:nvPr>
        </p:nvGraphicFramePr>
        <p:xfrm>
          <a:off x="3154677" y="26786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51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154677" y="26786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3134942"/>
              </p:ext>
            </p:extLst>
          </p:nvPr>
        </p:nvGraphicFramePr>
        <p:xfrm>
          <a:off x="5923853" y="2673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52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923853" y="2673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177455"/>
              </p:ext>
            </p:extLst>
          </p:nvPr>
        </p:nvGraphicFramePr>
        <p:xfrm>
          <a:off x="7940728" y="26786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53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940728" y="26786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3697082" y="13849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5137954" y="19859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6545229" y="25978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8512574" y="42769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7082921" y="25415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08335776"/>
              </p:ext>
            </p:extLst>
          </p:nvPr>
        </p:nvGraphicFramePr>
        <p:xfrm>
          <a:off x="3263291" y="11161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54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263291" y="11161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4154282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62394565"/>
              </p:ext>
            </p:extLst>
          </p:nvPr>
        </p:nvGraphicFramePr>
        <p:xfrm>
          <a:off x="4652353" y="17273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55" name="AxMath" r:id="rId15" imgW="217080" imgH="230400" progId="Equation.AxMath">
                  <p:embed/>
                </p:oleObj>
              </mc:Choice>
              <mc:Fallback>
                <p:oleObj name="AxMath" r:id="rId15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652353" y="17273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5549262" y="22761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2098937"/>
              </p:ext>
            </p:extLst>
          </p:nvPr>
        </p:nvGraphicFramePr>
        <p:xfrm>
          <a:off x="6041416" y="23401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56" name="AxMath" r:id="rId17" imgW="225360" imgH="230400" progId="Equation.AxMath">
                  <p:embed/>
                </p:oleObj>
              </mc:Choice>
              <mc:Fallback>
                <p:oleObj name="AxMath" r:id="rId17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041416" y="23401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7490340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4291338"/>
              </p:ext>
            </p:extLst>
          </p:nvPr>
        </p:nvGraphicFramePr>
        <p:xfrm>
          <a:off x="7866925" y="39710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57" name="AxMath" r:id="rId19" imgW="385200" imgH="230400" progId="Equation.AxMath">
                  <p:embed/>
                </p:oleObj>
              </mc:Choice>
              <mc:Fallback>
                <p:oleObj name="AxMath" r:id="rId19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866925" y="39710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6527146"/>
              </p:ext>
            </p:extLst>
          </p:nvPr>
        </p:nvGraphicFramePr>
        <p:xfrm>
          <a:off x="4639653" y="11034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58" name="AxMath" r:id="rId21" imgW="226080" imgH="230400" progId="Equation.AxMath">
                  <p:embed/>
                </p:oleObj>
              </mc:Choice>
              <mc:Fallback>
                <p:oleObj name="AxMath" r:id="rId21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639653" y="11034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5549262" y="10524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98694613"/>
              </p:ext>
            </p:extLst>
          </p:nvPr>
        </p:nvGraphicFramePr>
        <p:xfrm>
          <a:off x="6033478" y="11034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59" name="AxMath" r:id="rId23" imgW="227520" imgH="230400" progId="Equation.AxMath">
                  <p:embed/>
                </p:oleObj>
              </mc:Choice>
              <mc:Fallback>
                <p:oleObj name="AxMath" r:id="rId23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033478" y="11034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7490456" y="10571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31802735"/>
              </p:ext>
            </p:extLst>
          </p:nvPr>
        </p:nvGraphicFramePr>
        <p:xfrm>
          <a:off x="7584466" y="11082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60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584466" y="11082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7495881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65650483"/>
              </p:ext>
            </p:extLst>
          </p:nvPr>
        </p:nvGraphicFramePr>
        <p:xfrm>
          <a:off x="7981341" y="17146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61" name="AxMath" r:id="rId27" imgW="225360" imgH="230400" progId="Equation.AxMath">
                  <p:embed/>
                </p:oleObj>
              </mc:Choice>
              <mc:Fallback>
                <p:oleObj name="AxMath" r:id="rId2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981341" y="17146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749045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3037281"/>
              </p:ext>
            </p:extLst>
          </p:nvPr>
        </p:nvGraphicFramePr>
        <p:xfrm>
          <a:off x="7971816" y="23226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62" name="AxMath" r:id="rId29" imgW="232200" imgH="230400" progId="Equation.AxMath">
                  <p:embed/>
                </p:oleObj>
              </mc:Choice>
              <mc:Fallback>
                <p:oleObj name="AxMath" r:id="rId2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971816" y="23226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5542507" y="16643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49581351"/>
              </p:ext>
            </p:extLst>
          </p:nvPr>
        </p:nvGraphicFramePr>
        <p:xfrm>
          <a:off x="6033478" y="17146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63" name="AxMath" r:id="rId31" imgW="218520" imgH="230400" progId="Equation.AxMath">
                  <p:embed/>
                </p:oleObj>
              </mc:Choice>
              <mc:Fallback>
                <p:oleObj name="AxMath" r:id="rId3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033478" y="17146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2765826" y="16608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27986331"/>
              </p:ext>
            </p:extLst>
          </p:nvPr>
        </p:nvGraphicFramePr>
        <p:xfrm>
          <a:off x="2993416" y="17114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64" name="AxMath" r:id="rId33" imgW="583200" imgH="230400" progId="Equation.AxMath">
                  <p:embed/>
                </p:oleObj>
              </mc:Choice>
              <mc:Fallback>
                <p:oleObj name="AxMath" r:id="rId3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2993416" y="17114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4157169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17602198"/>
              </p:ext>
            </p:extLst>
          </p:nvPr>
        </p:nvGraphicFramePr>
        <p:xfrm>
          <a:off x="4377716" y="23226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65" name="AxMath" r:id="rId35" imgW="595080" imgH="230400" progId="Equation.AxMath">
                  <p:embed/>
                </p:oleObj>
              </mc:Choice>
              <mc:Fallback>
                <p:oleObj name="AxMath" r:id="rId3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377716" y="23226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2765826" y="22714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815997"/>
              </p:ext>
            </p:extLst>
          </p:nvPr>
        </p:nvGraphicFramePr>
        <p:xfrm>
          <a:off x="3247416" y="23226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66" name="AxMath" r:id="rId37" imgW="234000" imgH="230400" progId="Equation.AxMath">
                  <p:embed/>
                </p:oleObj>
              </mc:Choice>
              <mc:Fallback>
                <p:oleObj name="AxMath" r:id="rId3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247416" y="23226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5555250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3522874"/>
              </p:ext>
            </p:extLst>
          </p:nvPr>
        </p:nvGraphicFramePr>
        <p:xfrm>
          <a:off x="5931762" y="39631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67" name="AxMath" r:id="rId39" imgW="378360" imgH="230400" progId="Equation.AxMath">
                  <p:embed/>
                </p:oleObj>
              </mc:Choice>
              <mc:Fallback>
                <p:oleObj name="AxMath" r:id="rId3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5931762" y="39631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4148526" y="39088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18810790"/>
              </p:ext>
            </p:extLst>
          </p:nvPr>
        </p:nvGraphicFramePr>
        <p:xfrm>
          <a:off x="4526825" y="39599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68" name="AxMath" r:id="rId41" imgW="376560" imgH="230400" progId="Equation.AxMath">
                  <p:embed/>
                </p:oleObj>
              </mc:Choice>
              <mc:Fallback>
                <p:oleObj name="AxMath" r:id="rId4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526825" y="39599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2763121" y="39127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49003751"/>
              </p:ext>
            </p:extLst>
          </p:nvPr>
        </p:nvGraphicFramePr>
        <p:xfrm>
          <a:off x="3145700" y="39631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69" name="AxMath" r:id="rId43" imgW="369720" imgH="230400" progId="Equation.AxMath">
                  <p:embed/>
                </p:oleObj>
              </mc:Choice>
              <mc:Fallback>
                <p:oleObj name="AxMath" r:id="rId4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145700" y="39631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1469156" y="33340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7490340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406392"/>
              </p:ext>
            </p:extLst>
          </p:nvPr>
        </p:nvGraphicFramePr>
        <p:xfrm>
          <a:off x="7863866" y="33926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0" name="AxMath" r:id="rId45" imgW="392040" imgH="230400" progId="Equation.AxMath">
                  <p:embed/>
                </p:oleObj>
              </mc:Choice>
              <mc:Fallback>
                <p:oleObj name="AxMath" r:id="rId4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863866" y="33926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5555250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97762548"/>
              </p:ext>
            </p:extLst>
          </p:nvPr>
        </p:nvGraphicFramePr>
        <p:xfrm>
          <a:off x="5927116" y="33846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1" name="AxMath" r:id="rId47" imgW="385200" imgH="230400" progId="Equation.AxMath">
                  <p:embed/>
                </p:oleObj>
              </mc:Choice>
              <mc:Fallback>
                <p:oleObj name="AxMath" r:id="rId4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5927116" y="33846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4148526" y="33301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4012691"/>
              </p:ext>
            </p:extLst>
          </p:nvPr>
        </p:nvGraphicFramePr>
        <p:xfrm>
          <a:off x="4522178" y="33815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2" name="AxMath" r:id="rId49" imgW="383760" imgH="230400" progId="Equation.AxMath">
                  <p:embed/>
                </p:oleObj>
              </mc:Choice>
              <mc:Fallback>
                <p:oleObj name="AxMath" r:id="rId4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4522178" y="33815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2763121" y="33340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23664885"/>
              </p:ext>
            </p:extLst>
          </p:nvPr>
        </p:nvGraphicFramePr>
        <p:xfrm>
          <a:off x="3141053" y="33846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2973" name="AxMath" r:id="rId51" imgW="376560" imgH="230400" progId="Equation.AxMath">
                  <p:embed/>
                </p:oleObj>
              </mc:Choice>
              <mc:Fallback>
                <p:oleObj name="AxMath" r:id="rId5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3141053" y="33846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8512574" y="45849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0001207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2225477" y="1097277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02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03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04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05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06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07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08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09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10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11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12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13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14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15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16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17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18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19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20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21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22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23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24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25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26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27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28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29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4030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377413663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矩形 116"/>
          <p:cNvSpPr/>
          <p:nvPr/>
        </p:nvSpPr>
        <p:spPr>
          <a:xfrm>
            <a:off x="3301662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4689887" y="15714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03299033"/>
              </p:ext>
            </p:extLst>
          </p:nvPr>
        </p:nvGraphicFramePr>
        <p:xfrm>
          <a:off x="7476728" y="14232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26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14232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14309900"/>
              </p:ext>
            </p:extLst>
          </p:nvPr>
        </p:nvGraphicFramePr>
        <p:xfrm>
          <a:off x="7476728" y="20351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27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0351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6310551"/>
              </p:ext>
            </p:extLst>
          </p:nvPr>
        </p:nvGraphicFramePr>
        <p:xfrm>
          <a:off x="7476728" y="26469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28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26469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12925671"/>
              </p:ext>
            </p:extLst>
          </p:nvPr>
        </p:nvGraphicFramePr>
        <p:xfrm>
          <a:off x="7476728" y="37225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2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728" y="37225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88891981"/>
              </p:ext>
            </p:extLst>
          </p:nvPr>
        </p:nvGraphicFramePr>
        <p:xfrm>
          <a:off x="5068116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30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068116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5976716"/>
              </p:ext>
            </p:extLst>
          </p:nvPr>
        </p:nvGraphicFramePr>
        <p:xfrm>
          <a:off x="3690282" y="31975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31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690282" y="31975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0459166"/>
              </p:ext>
            </p:extLst>
          </p:nvPr>
        </p:nvGraphicFramePr>
        <p:xfrm>
          <a:off x="6459458" y="31929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32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459458" y="31929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9439979"/>
              </p:ext>
            </p:extLst>
          </p:nvPr>
        </p:nvGraphicFramePr>
        <p:xfrm>
          <a:off x="8476333" y="31975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33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476333" y="31975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809698"/>
              </p:ext>
            </p:extLst>
          </p:nvPr>
        </p:nvGraphicFramePr>
        <p:xfrm>
          <a:off x="3533783" y="16033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34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3533783" y="16033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4689887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8848183"/>
              </p:ext>
            </p:extLst>
          </p:nvPr>
        </p:nvGraphicFramePr>
        <p:xfrm>
          <a:off x="4916496" y="22145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35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916496" y="22145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6084867" y="27951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4116451"/>
              </p:ext>
            </p:extLst>
          </p:nvPr>
        </p:nvGraphicFramePr>
        <p:xfrm>
          <a:off x="6310321" y="28273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36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310321" y="28273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8026061" y="38667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05080057"/>
              </p:ext>
            </p:extLst>
          </p:nvPr>
        </p:nvGraphicFramePr>
        <p:xfrm>
          <a:off x="8235958" y="38973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37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38973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97229312"/>
              </p:ext>
            </p:extLst>
          </p:nvPr>
        </p:nvGraphicFramePr>
        <p:xfrm>
          <a:off x="4887921" y="15874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38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887921" y="15874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6084867" y="157141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8822369"/>
              </p:ext>
            </p:extLst>
          </p:nvPr>
        </p:nvGraphicFramePr>
        <p:xfrm>
          <a:off x="6129346" y="158749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39" name="AxMath" r:id="rId23" imgW="839160" imgH="279000" progId="Equation.AxMath">
                  <p:embed/>
                </p:oleObj>
              </mc:Choice>
              <mc:Fallback>
                <p:oleObj name="AxMath" r:id="rId23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129346" y="158749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8026061" y="157611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10995666"/>
              </p:ext>
            </p:extLst>
          </p:nvPr>
        </p:nvGraphicFramePr>
        <p:xfrm>
          <a:off x="8120071" y="162717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40" name="AxMath" r:id="rId25" imgW="773640" imgH="230400" progId="Equation.AxMath">
                  <p:embed/>
                </p:oleObj>
              </mc:Choice>
              <mc:Fallback>
                <p:oleObj name="AxMath" r:id="rId25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8120071" y="162717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8031486" y="218326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53638893"/>
              </p:ext>
            </p:extLst>
          </p:nvPr>
        </p:nvGraphicFramePr>
        <p:xfrm>
          <a:off x="8036373" y="225897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41" name="AxMath" r:id="rId27" imgW="1183680" imgH="279000" progId="Equation.AxMath">
                  <p:embed/>
                </p:oleObj>
              </mc:Choice>
              <mc:Fallback>
                <p:oleObj name="AxMath" r:id="rId27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8036373" y="225897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802606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70540209"/>
              </p:ext>
            </p:extLst>
          </p:nvPr>
        </p:nvGraphicFramePr>
        <p:xfrm>
          <a:off x="8036372" y="287335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42" name="AxMath" r:id="rId29" imgW="1183680" imgH="279000" progId="Equation.AxMath">
                  <p:embed/>
                </p:oleObj>
              </mc:Choice>
              <mc:Fallback>
                <p:oleObj name="AxMath" r:id="rId29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8036372" y="287335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6078112" y="21832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982648"/>
              </p:ext>
            </p:extLst>
          </p:nvPr>
        </p:nvGraphicFramePr>
        <p:xfrm>
          <a:off x="6275396" y="21986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43" name="AxMath" r:id="rId31" imgW="630720" imgH="279000" progId="Equation.AxMath">
                  <p:embed/>
                </p:oleObj>
              </mc:Choice>
              <mc:Fallback>
                <p:oleObj name="AxMath" r:id="rId31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6275396" y="21986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3301431" y="217985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0293244"/>
              </p:ext>
            </p:extLst>
          </p:nvPr>
        </p:nvGraphicFramePr>
        <p:xfrm>
          <a:off x="3511558" y="219550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44" name="AxMath" r:id="rId33" imgW="606240" imgH="279000" progId="Equation.AxMath">
                  <p:embed/>
                </p:oleObj>
              </mc:Choice>
              <mc:Fallback>
                <p:oleObj name="AxMath" r:id="rId33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3511558" y="219550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4692774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1352177"/>
              </p:ext>
            </p:extLst>
          </p:nvPr>
        </p:nvGraphicFramePr>
        <p:xfrm>
          <a:off x="4905383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45" name="AxMath" r:id="rId35" imgW="604080" imgH="279000" progId="Equation.AxMath">
                  <p:embed/>
                </p:oleObj>
              </mc:Choice>
              <mc:Fallback>
                <p:oleObj name="AxMath" r:id="rId35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4905383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3301431" y="279040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2831139"/>
              </p:ext>
            </p:extLst>
          </p:nvPr>
        </p:nvGraphicFramePr>
        <p:xfrm>
          <a:off x="3516321" y="280669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46" name="AxMath" r:id="rId37" imgW="606240" imgH="279000" progId="Equation.AxMath">
                  <p:embed/>
                </p:oleObj>
              </mc:Choice>
              <mc:Fallback>
                <p:oleObj name="AxMath" r:id="rId3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3516321" y="280669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6090971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3647287"/>
              </p:ext>
            </p:extLst>
          </p:nvPr>
        </p:nvGraphicFramePr>
        <p:xfrm>
          <a:off x="6281746" y="388619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47" name="AxMath" r:id="rId39" imgW="637920" imgH="279000" progId="Equation.AxMath">
                  <p:embed/>
                </p:oleObj>
              </mc:Choice>
              <mc:Fallback>
                <p:oleObj name="AxMath" r:id="rId39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6281746" y="388619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4684247" y="386679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30506908"/>
              </p:ext>
            </p:extLst>
          </p:nvPr>
        </p:nvGraphicFramePr>
        <p:xfrm>
          <a:off x="4876808" y="388301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48" name="AxMath" r:id="rId41" imgW="636480" imgH="279000" progId="Equation.AxMath">
                  <p:embed/>
                </p:oleObj>
              </mc:Choice>
              <mc:Fallback>
                <p:oleObj name="AxMath" r:id="rId41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4876808" y="388301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3298842" y="387068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35442546"/>
              </p:ext>
            </p:extLst>
          </p:nvPr>
        </p:nvGraphicFramePr>
        <p:xfrm>
          <a:off x="3497271" y="3886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49" name="AxMath" r:id="rId43" imgW="629280" imgH="279000" progId="Equation.AxMath">
                  <p:embed/>
                </p:oleObj>
              </mc:Choice>
              <mc:Fallback>
                <p:oleObj name="AxMath" r:id="rId43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3497271" y="3886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2017663" y="15714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2004761" y="21832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2004761" y="27951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2004877" y="38706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86805594"/>
              </p:ext>
            </p:extLst>
          </p:nvPr>
        </p:nvGraphicFramePr>
        <p:xfrm>
          <a:off x="7476612" y="43064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0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476612" y="43064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8025945" y="44506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9557861"/>
              </p:ext>
            </p:extLst>
          </p:nvPr>
        </p:nvGraphicFramePr>
        <p:xfrm>
          <a:off x="8235958" y="448150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1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235958" y="448150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6090855" y="44545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939560"/>
              </p:ext>
            </p:extLst>
          </p:nvPr>
        </p:nvGraphicFramePr>
        <p:xfrm>
          <a:off x="6286508" y="44703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2" name="AxMath" r:id="rId46" imgW="630720" imgH="279000" progId="Equation.AxMath">
                  <p:embed/>
                </p:oleObj>
              </mc:Choice>
              <mc:Fallback>
                <p:oleObj name="AxMath" r:id="rId46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6286508" y="44703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4684131" y="44506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0504836"/>
              </p:ext>
            </p:extLst>
          </p:nvPr>
        </p:nvGraphicFramePr>
        <p:xfrm>
          <a:off x="4881571" y="44672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3" name="AxMath" r:id="rId48" imgW="629280" imgH="279000" progId="Equation.AxMath">
                  <p:embed/>
                </p:oleObj>
              </mc:Choice>
              <mc:Fallback>
                <p:oleObj name="AxMath" r:id="rId48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4881571" y="44672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3298726" y="44545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53884602"/>
              </p:ext>
            </p:extLst>
          </p:nvPr>
        </p:nvGraphicFramePr>
        <p:xfrm>
          <a:off x="3501917" y="44700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5054" name="AxMath" r:id="rId50" imgW="622080" imgH="279000" progId="Equation.AxMath">
                  <p:embed/>
                </p:oleObj>
              </mc:Choice>
              <mc:Fallback>
                <p:oleObj name="AxMath" r:id="rId50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1"/>
                      <a:stretch>
                        <a:fillRect/>
                      </a:stretch>
                    </p:blipFill>
                    <p:spPr>
                      <a:xfrm>
                        <a:off x="3501917" y="44700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2004761" y="44545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4428933" y="476534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4428932" y="125189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4390917" y="124957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5788032" y="190153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7196145" y="250317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9127211" y="419900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88716898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矩形 176"/>
          <p:cNvSpPr/>
          <p:nvPr/>
        </p:nvSpPr>
        <p:spPr>
          <a:xfrm>
            <a:off x="2666392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4054617" y="9871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28051279"/>
              </p:ext>
            </p:extLst>
          </p:nvPr>
        </p:nvGraphicFramePr>
        <p:xfrm>
          <a:off x="6841458" y="8389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50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8389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62099619"/>
              </p:ext>
            </p:extLst>
          </p:nvPr>
        </p:nvGraphicFramePr>
        <p:xfrm>
          <a:off x="6841458" y="14508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51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14508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7632714"/>
              </p:ext>
            </p:extLst>
          </p:nvPr>
        </p:nvGraphicFramePr>
        <p:xfrm>
          <a:off x="6841458" y="20626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52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20626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9256874"/>
              </p:ext>
            </p:extLst>
          </p:nvPr>
        </p:nvGraphicFramePr>
        <p:xfrm>
          <a:off x="6841458" y="31382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5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458" y="31382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1662816"/>
              </p:ext>
            </p:extLst>
          </p:nvPr>
        </p:nvGraphicFramePr>
        <p:xfrm>
          <a:off x="4432846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54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432846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83059432"/>
              </p:ext>
            </p:extLst>
          </p:nvPr>
        </p:nvGraphicFramePr>
        <p:xfrm>
          <a:off x="3055012" y="26132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55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3055012" y="26132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65624077"/>
              </p:ext>
            </p:extLst>
          </p:nvPr>
        </p:nvGraphicFramePr>
        <p:xfrm>
          <a:off x="5824188" y="26086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56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824188" y="26086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2052648"/>
              </p:ext>
            </p:extLst>
          </p:nvPr>
        </p:nvGraphicFramePr>
        <p:xfrm>
          <a:off x="7841063" y="26132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57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7841063" y="26132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9407686"/>
              </p:ext>
            </p:extLst>
          </p:nvPr>
        </p:nvGraphicFramePr>
        <p:xfrm>
          <a:off x="2898513" y="10190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58" name="AxMath" r:id="rId13" imgW="622080" imgH="279000" progId="Equation.AxMath">
                  <p:embed/>
                </p:oleObj>
              </mc:Choice>
              <mc:Fallback>
                <p:oleObj name="AxMath" r:id="rId13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98513" y="10190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4054617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59404160"/>
              </p:ext>
            </p:extLst>
          </p:nvPr>
        </p:nvGraphicFramePr>
        <p:xfrm>
          <a:off x="4281226" y="16302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59" name="AxMath" r:id="rId15" imgW="629280" imgH="279000" progId="Equation.AxMath">
                  <p:embed/>
                </p:oleObj>
              </mc:Choice>
              <mc:Fallback>
                <p:oleObj name="AxMath" r:id="rId15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4281226" y="16302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5449597" y="22108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14572010"/>
              </p:ext>
            </p:extLst>
          </p:nvPr>
        </p:nvGraphicFramePr>
        <p:xfrm>
          <a:off x="5675051" y="22430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60" name="AxMath" r:id="rId17" imgW="630720" imgH="279000" progId="Equation.AxMath">
                  <p:embed/>
                </p:oleObj>
              </mc:Choice>
              <mc:Fallback>
                <p:oleObj name="AxMath" r:id="rId1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5675051" y="22430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7390791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83182093"/>
              </p:ext>
            </p:extLst>
          </p:nvPr>
        </p:nvGraphicFramePr>
        <p:xfrm>
          <a:off x="7600688" y="33130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61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600688" y="33130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04429077"/>
              </p:ext>
            </p:extLst>
          </p:nvPr>
        </p:nvGraphicFramePr>
        <p:xfrm>
          <a:off x="4252651" y="10031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62" name="AxMath" r:id="rId21" imgW="629280" imgH="279000" progId="Equation.AxMath">
                  <p:embed/>
                </p:oleObj>
              </mc:Choice>
              <mc:Fallback>
                <p:oleObj name="AxMath" r:id="rId21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4252651" y="10031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5449597" y="9871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0710169"/>
              </p:ext>
            </p:extLst>
          </p:nvPr>
        </p:nvGraphicFramePr>
        <p:xfrm>
          <a:off x="5643301" y="10031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63" name="AxMath" r:id="rId23" imgW="630720" imgH="279000" progId="Equation.AxMath">
                  <p:embed/>
                </p:oleObj>
              </mc:Choice>
              <mc:Fallback>
                <p:oleObj name="AxMath" r:id="rId23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5643301" y="10031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5442842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8386024"/>
              </p:ext>
            </p:extLst>
          </p:nvPr>
        </p:nvGraphicFramePr>
        <p:xfrm>
          <a:off x="5640126" y="16143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64" name="AxMath" r:id="rId25" imgW="630720" imgH="279000" progId="Equation.AxMath">
                  <p:embed/>
                </p:oleObj>
              </mc:Choice>
              <mc:Fallback>
                <p:oleObj name="AxMath" r:id="rId25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640126" y="16143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2666161" y="15955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39472570"/>
              </p:ext>
            </p:extLst>
          </p:nvPr>
        </p:nvGraphicFramePr>
        <p:xfrm>
          <a:off x="2865176" y="16112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65" name="AxMath" r:id="rId27" imgW="622080" imgH="279000" progId="Equation.AxMath">
                  <p:embed/>
                </p:oleObj>
              </mc:Choice>
              <mc:Fallback>
                <p:oleObj name="AxMath" r:id="rId27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5176" y="16112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4057504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64147057"/>
              </p:ext>
            </p:extLst>
          </p:nvPr>
        </p:nvGraphicFramePr>
        <p:xfrm>
          <a:off x="4254238" y="22223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66" name="AxMath" r:id="rId29" imgW="629280" imgH="279000" progId="Equation.AxMath">
                  <p:embed/>
                </p:oleObj>
              </mc:Choice>
              <mc:Fallback>
                <p:oleObj name="AxMath" r:id="rId29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254238" y="22223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266616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375140772"/>
              </p:ext>
            </p:extLst>
          </p:nvPr>
        </p:nvGraphicFramePr>
        <p:xfrm>
          <a:off x="2869938" y="22223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67" name="AxMath" r:id="rId31" imgW="622080" imgH="279000" progId="Equation.AxMath">
                  <p:embed/>
                </p:oleObj>
              </mc:Choice>
              <mc:Fallback>
                <p:oleObj name="AxMath" r:id="rId31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2869938" y="22223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5455701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03448934"/>
              </p:ext>
            </p:extLst>
          </p:nvPr>
        </p:nvGraphicFramePr>
        <p:xfrm>
          <a:off x="5651238" y="33018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68" name="AxMath" r:id="rId32" imgW="630720" imgH="279000" progId="Equation.AxMath">
                  <p:embed/>
                </p:oleObj>
              </mc:Choice>
              <mc:Fallback>
                <p:oleObj name="AxMath" r:id="rId32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33"/>
                      <a:stretch>
                        <a:fillRect/>
                      </a:stretch>
                    </p:blipFill>
                    <p:spPr>
                      <a:xfrm>
                        <a:off x="5651238" y="33018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4048977" y="32824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70927017"/>
              </p:ext>
            </p:extLst>
          </p:nvPr>
        </p:nvGraphicFramePr>
        <p:xfrm>
          <a:off x="4247888" y="32987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69" name="AxMath" r:id="rId34" imgW="629280" imgH="279000" progId="Equation.AxMath">
                  <p:embed/>
                </p:oleObj>
              </mc:Choice>
              <mc:Fallback>
                <p:oleObj name="AxMath" r:id="rId34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7888" y="32987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2663572" y="32863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4506645"/>
              </p:ext>
            </p:extLst>
          </p:nvPr>
        </p:nvGraphicFramePr>
        <p:xfrm>
          <a:off x="2865176" y="33018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70" name="AxMath" r:id="rId36" imgW="622080" imgH="279000" progId="Equation.AxMath">
                  <p:embed/>
                </p:oleObj>
              </mc:Choice>
              <mc:Fallback>
                <p:oleObj name="AxMath" r:id="rId36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37"/>
                      <a:stretch>
                        <a:fillRect/>
                      </a:stretch>
                    </p:blipFill>
                    <p:spPr>
                      <a:xfrm>
                        <a:off x="2865176" y="33018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1382393" y="9871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1369491" y="15989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1369491" y="22108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1369607" y="32863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49633273"/>
              </p:ext>
            </p:extLst>
          </p:nvPr>
        </p:nvGraphicFramePr>
        <p:xfrm>
          <a:off x="6841342" y="37221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7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6841342" y="37221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7390675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5455585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78731499"/>
              </p:ext>
            </p:extLst>
          </p:nvPr>
        </p:nvGraphicFramePr>
        <p:xfrm>
          <a:off x="5651238" y="38860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72" name="AxMath" r:id="rId38" imgW="630720" imgH="279000" progId="Equation.AxMath">
                  <p:embed/>
                </p:oleObj>
              </mc:Choice>
              <mc:Fallback>
                <p:oleObj name="AxMath" r:id="rId38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39"/>
                      <a:stretch>
                        <a:fillRect/>
                      </a:stretch>
                    </p:blipFill>
                    <p:spPr>
                      <a:xfrm>
                        <a:off x="5651238" y="38860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4048861" y="38663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11069845"/>
              </p:ext>
            </p:extLst>
          </p:nvPr>
        </p:nvGraphicFramePr>
        <p:xfrm>
          <a:off x="4246301" y="38829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73" name="AxMath" r:id="rId40" imgW="629280" imgH="279000" progId="Equation.AxMath">
                  <p:embed/>
                </p:oleObj>
              </mc:Choice>
              <mc:Fallback>
                <p:oleObj name="AxMath" r:id="rId40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35"/>
                      <a:stretch>
                        <a:fillRect/>
                      </a:stretch>
                    </p:blipFill>
                    <p:spPr>
                      <a:xfrm>
                        <a:off x="4246301" y="38829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2663456" y="38702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53806781"/>
              </p:ext>
            </p:extLst>
          </p:nvPr>
        </p:nvGraphicFramePr>
        <p:xfrm>
          <a:off x="2866647" y="38857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74" name="AxMath" r:id="rId41" imgW="622080" imgH="279000" progId="Equation.AxMath">
                  <p:embed/>
                </p:oleObj>
              </mc:Choice>
              <mc:Fallback>
                <p:oleObj name="AxMath" r:id="rId41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2866647" y="38857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1369491" y="38702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40363690"/>
              </p:ext>
            </p:extLst>
          </p:nvPr>
        </p:nvGraphicFramePr>
        <p:xfrm>
          <a:off x="7599100" y="38996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75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599100" y="38996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7390791" y="9918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54707309"/>
              </p:ext>
            </p:extLst>
          </p:nvPr>
        </p:nvGraphicFramePr>
        <p:xfrm>
          <a:off x="7581638" y="10079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76" name="AxMath" r:id="rId43" imgW="637560" imgH="279000" progId="Equation.AxMath">
                  <p:embed/>
                </p:oleObj>
              </mc:Choice>
              <mc:Fallback>
                <p:oleObj name="AxMath" r:id="rId43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7581638" y="10079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7396216" y="15989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254074"/>
              </p:ext>
            </p:extLst>
          </p:nvPr>
        </p:nvGraphicFramePr>
        <p:xfrm>
          <a:off x="7584813" y="16143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77" name="AxMath" r:id="rId45" imgW="637560" imgH="279000" progId="Equation.AxMath">
                  <p:embed/>
                </p:oleObj>
              </mc:Choice>
              <mc:Fallback>
                <p:oleObj name="AxMath" r:id="rId45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7584813" y="16143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7390791" y="22061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903585"/>
              </p:ext>
            </p:extLst>
          </p:nvPr>
        </p:nvGraphicFramePr>
        <p:xfrm>
          <a:off x="7581638" y="22223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078" name="AxMath" r:id="rId47" imgW="637560" imgH="279000" progId="Equation.AxMath">
                  <p:embed/>
                </p:oleObj>
              </mc:Choice>
              <mc:Fallback>
                <p:oleObj name="AxMath" r:id="rId47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7581638" y="22223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7846280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33" name="组合 232"/>
          <p:cNvGrpSpPr/>
          <p:nvPr/>
        </p:nvGrpSpPr>
        <p:grpSpPr>
          <a:xfrm>
            <a:off x="8740577" y="271515"/>
            <a:ext cx="7269402" cy="3611648"/>
            <a:chOff x="8696127" y="96890"/>
            <a:chExt cx="7269402" cy="3611648"/>
          </a:xfrm>
        </p:grpSpPr>
        <p:sp>
          <p:nvSpPr>
            <p:cNvPr id="63" name="矩形 62"/>
            <p:cNvSpPr/>
            <p:nvPr/>
          </p:nvSpPr>
          <p:spPr>
            <a:xfrm>
              <a:off x="9993028" y="24501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sp>
          <p:nvSpPr>
            <p:cNvPr id="64" name="矩形 63"/>
            <p:cNvSpPr/>
            <p:nvPr/>
          </p:nvSpPr>
          <p:spPr>
            <a:xfrm>
              <a:off x="11381253" y="245012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65" name="对象 64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96890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0" name="AxMath" r:id="rId3" imgW="151920" imgH="226800" progId="Equation.AxMath">
                    <p:embed/>
                  </p:oleObj>
                </mc:Choice>
                <mc:Fallback>
                  <p:oleObj name="AxMath" r:id="rId3" imgW="151920" imgH="226800" progId="Equation.AxMath">
                    <p:embed/>
                    <p:pic>
                      <p:nvPicPr>
                        <p:cNvPr id="65" name="对象 64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96890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6" name="对象 65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70873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1" name="AxMath" r:id="rId5" imgW="151920" imgH="226800" progId="Equation.AxMath">
                    <p:embed/>
                  </p:oleObj>
                </mc:Choice>
                <mc:Fallback>
                  <p:oleObj name="AxMath" r:id="rId5" imgW="151920" imgH="226800" progId="Equation.AxMath">
                    <p:embed/>
                    <p:pic>
                      <p:nvPicPr>
                        <p:cNvPr id="66" name="对象 65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70873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7" name="对象 66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1320585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2" name="AxMath" r:id="rId6" imgW="151920" imgH="226800" progId="Equation.AxMath">
                    <p:embed/>
                  </p:oleObj>
                </mc:Choice>
                <mc:Fallback>
                  <p:oleObj name="AxMath" r:id="rId6" imgW="151920" imgH="226800" progId="Equation.AxMath">
                    <p:embed/>
                    <p:pic>
                      <p:nvPicPr>
                        <p:cNvPr id="67" name="对象 6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1320585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8" name="对象 67"/>
            <p:cNvGraphicFramePr>
              <a:graphicFrameLocks noChangeAspect="1"/>
            </p:cNvGraphicFramePr>
            <p:nvPr>
              <p:extLst/>
            </p:nvPr>
          </p:nvGraphicFramePr>
          <p:xfrm>
            <a:off x="14168094" y="2396158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3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68" name="对象 67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8094" y="2396158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69" name="对象 68"/>
            <p:cNvGraphicFramePr>
              <a:graphicFrameLocks noChangeAspect="1"/>
            </p:cNvGraphicFramePr>
            <p:nvPr>
              <p:extLst/>
            </p:nvPr>
          </p:nvGraphicFramePr>
          <p:xfrm>
            <a:off x="11759482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4" name="AxMath" r:id="rId8" imgW="151920" imgH="226800" progId="Equation.AxMath">
                    <p:embed/>
                  </p:oleObj>
                </mc:Choice>
                <mc:Fallback>
                  <p:oleObj name="AxMath" r:id="rId8" imgW="151920" imgH="226800" progId="Equation.AxMath">
                    <p:embed/>
                    <p:pic>
                      <p:nvPicPr>
                        <p:cNvPr id="69" name="对象 68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1759482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0" name="对象 69"/>
            <p:cNvGraphicFramePr>
              <a:graphicFrameLocks noChangeAspect="1"/>
            </p:cNvGraphicFramePr>
            <p:nvPr>
              <p:extLst/>
            </p:nvPr>
          </p:nvGraphicFramePr>
          <p:xfrm>
            <a:off x="10381648" y="1871164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5" name="AxMath" r:id="rId10" imgW="151920" imgH="226800" progId="Equation.AxMath">
                    <p:embed/>
                  </p:oleObj>
                </mc:Choice>
                <mc:Fallback>
                  <p:oleObj name="AxMath" r:id="rId10" imgW="151920" imgH="226800" progId="Equation.AxMath">
                    <p:embed/>
                    <p:pic>
                      <p:nvPicPr>
                        <p:cNvPr id="70" name="对象 69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0381648" y="1871164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1" name="对象 70"/>
            <p:cNvGraphicFramePr>
              <a:graphicFrameLocks noChangeAspect="1"/>
            </p:cNvGraphicFramePr>
            <p:nvPr>
              <p:extLst/>
            </p:nvPr>
          </p:nvGraphicFramePr>
          <p:xfrm>
            <a:off x="13150824" y="186651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6" name="AxMath" r:id="rId11" imgW="151920" imgH="226800" progId="Equation.AxMath">
                    <p:embed/>
                  </p:oleObj>
                </mc:Choice>
                <mc:Fallback>
                  <p:oleObj name="AxMath" r:id="rId11" imgW="151920" imgH="226800" progId="Equation.AxMath">
                    <p:embed/>
                    <p:pic>
                      <p:nvPicPr>
                        <p:cNvPr id="71" name="对象 70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3150824" y="186651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2" name="对象 71"/>
            <p:cNvGraphicFramePr>
              <a:graphicFrameLocks noChangeAspect="1"/>
            </p:cNvGraphicFramePr>
            <p:nvPr>
              <p:extLst/>
            </p:nvPr>
          </p:nvGraphicFramePr>
          <p:xfrm>
            <a:off x="15167699" y="1871189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7" name="AxMath" r:id="rId12" imgW="151920" imgH="226800" progId="Equation.AxMath">
                    <p:embed/>
                  </p:oleObj>
                </mc:Choice>
                <mc:Fallback>
                  <p:oleObj name="AxMath" r:id="rId12" imgW="151920" imgH="226800" progId="Equation.AxMath">
                    <p:embed/>
                    <p:pic>
                      <p:nvPicPr>
                        <p:cNvPr id="72" name="对象 71"/>
                        <p:cNvPicPr/>
                        <p:nvPr/>
                      </p:nvPicPr>
                      <p:blipFill>
                        <a:blip r:embed="rId9"/>
                        <a:stretch>
                          <a:fillRect/>
                        </a:stretch>
                      </p:blipFill>
                      <p:spPr>
                        <a:xfrm>
                          <a:off x="15167699" y="1871189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73" name="对象 72"/>
            <p:cNvGraphicFramePr>
              <a:graphicFrameLocks noChangeAspect="1"/>
            </p:cNvGraphicFramePr>
            <p:nvPr>
              <p:extLst/>
            </p:nvPr>
          </p:nvGraphicFramePr>
          <p:xfrm>
            <a:off x="10490262" y="308715"/>
            <a:ext cx="288925" cy="303212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8" name="AxMath" r:id="rId13" imgW="218880" imgH="230400" progId="Equation.AxMath">
                    <p:embed/>
                  </p:oleObj>
                </mc:Choice>
                <mc:Fallback>
                  <p:oleObj name="AxMath" r:id="rId13" imgW="218880" imgH="230400" progId="Equation.AxMath">
                    <p:embed/>
                    <p:pic>
                      <p:nvPicPr>
                        <p:cNvPr id="73" name="对象 72"/>
                        <p:cNvPicPr/>
                        <p:nvPr/>
                      </p:nvPicPr>
                      <p:blipFill>
                        <a:blip r:embed="rId14"/>
                        <a:stretch>
                          <a:fillRect/>
                        </a:stretch>
                      </p:blipFill>
                      <p:spPr>
                        <a:xfrm>
                          <a:off x="10490262" y="308715"/>
                          <a:ext cx="288925" cy="303212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4" name="矩形 73"/>
            <p:cNvSpPr/>
            <p:nvPr/>
          </p:nvSpPr>
          <p:spPr>
            <a:xfrm>
              <a:off x="11381253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5" name="对象 74"/>
            <p:cNvGraphicFramePr>
              <a:graphicFrameLocks noChangeAspect="1"/>
            </p:cNvGraphicFramePr>
            <p:nvPr>
              <p:extLst/>
            </p:nvPr>
          </p:nvGraphicFramePr>
          <p:xfrm>
            <a:off x="11879324" y="919902"/>
            <a:ext cx="287338" cy="3048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59" name="AxMath" r:id="rId15" imgW="217080" imgH="230400" progId="Equation.AxMath">
                    <p:embed/>
                  </p:oleObj>
                </mc:Choice>
                <mc:Fallback>
                  <p:oleObj name="AxMath" r:id="rId15" imgW="217080" imgH="230400" progId="Equation.AxMath">
                    <p:embed/>
                    <p:pic>
                      <p:nvPicPr>
                        <p:cNvPr id="75" name="对象 74"/>
                        <p:cNvPicPr/>
                        <p:nvPr/>
                      </p:nvPicPr>
                      <p:blipFill>
                        <a:blip r:embed="rId16"/>
                        <a:stretch>
                          <a:fillRect/>
                        </a:stretch>
                      </p:blipFill>
                      <p:spPr>
                        <a:xfrm>
                          <a:off x="11879324" y="919902"/>
                          <a:ext cx="287338" cy="3048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6" name="矩形 75"/>
            <p:cNvSpPr/>
            <p:nvPr/>
          </p:nvSpPr>
          <p:spPr>
            <a:xfrm>
              <a:off x="12776233" y="146870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7" name="对象 76"/>
            <p:cNvGraphicFramePr>
              <a:graphicFrameLocks noChangeAspect="1"/>
            </p:cNvGraphicFramePr>
            <p:nvPr>
              <p:extLst/>
            </p:nvPr>
          </p:nvGraphicFramePr>
          <p:xfrm>
            <a:off x="13268387" y="1532677"/>
            <a:ext cx="296862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0" name="AxMath" r:id="rId17" imgW="225360" imgH="230400" progId="Equation.AxMath">
                    <p:embed/>
                  </p:oleObj>
                </mc:Choice>
                <mc:Fallback>
                  <p:oleObj name="AxMath" r:id="rId17" imgW="225360" imgH="230400" progId="Equation.AxMath">
                    <p:embed/>
                    <p:pic>
                      <p:nvPicPr>
                        <p:cNvPr id="77" name="对象 76"/>
                        <p:cNvPicPr/>
                        <p:nvPr/>
                      </p:nvPicPr>
                      <p:blipFill>
                        <a:blip r:embed="rId18"/>
                        <a:stretch>
                          <a:fillRect/>
                        </a:stretch>
                      </p:blipFill>
                      <p:spPr>
                        <a:xfrm>
                          <a:off x="13268387" y="1532677"/>
                          <a:ext cx="296862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78" name="矩形 77"/>
            <p:cNvSpPr/>
            <p:nvPr/>
          </p:nvSpPr>
          <p:spPr>
            <a:xfrm>
              <a:off x="14717427" y="2540397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79" name="对象 78"/>
            <p:cNvGraphicFramePr>
              <a:graphicFrameLocks noChangeAspect="1"/>
            </p:cNvGraphicFramePr>
            <p:nvPr>
              <p:extLst/>
            </p:nvPr>
          </p:nvGraphicFramePr>
          <p:xfrm>
            <a:off x="14927324" y="2570902"/>
            <a:ext cx="846138" cy="3683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1" name="AxMath" r:id="rId19" imgW="637560" imgH="279000" progId="Equation.AxMath">
                    <p:embed/>
                  </p:oleObj>
                </mc:Choice>
                <mc:Fallback>
                  <p:oleObj name="AxMath" r:id="rId19" imgW="637560" imgH="279000" progId="Equation.AxMath">
                    <p:embed/>
                    <p:pic>
                      <p:nvPicPr>
                        <p:cNvPr id="79" name="对象 78"/>
                        <p:cNvPicPr/>
                        <p:nvPr/>
                      </p:nvPicPr>
                      <p:blipFill>
                        <a:blip r:embed="rId20"/>
                        <a:stretch>
                          <a:fillRect/>
                        </a:stretch>
                      </p:blipFill>
                      <p:spPr>
                        <a:xfrm>
                          <a:off x="14927324" y="2570902"/>
                          <a:ext cx="846138" cy="3683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graphicFrame>
          <p:nvGraphicFramePr>
            <p:cNvPr id="80" name="对象 79"/>
            <p:cNvGraphicFramePr>
              <a:graphicFrameLocks noChangeAspect="1"/>
            </p:cNvGraphicFramePr>
            <p:nvPr>
              <p:extLst/>
            </p:nvPr>
          </p:nvGraphicFramePr>
          <p:xfrm>
            <a:off x="11579287" y="2610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2" name="AxMath" r:id="rId21" imgW="629280" imgH="279000" progId="Equation.AxMath">
                    <p:embed/>
                  </p:oleObj>
                </mc:Choice>
                <mc:Fallback>
                  <p:oleObj name="AxMath" r:id="rId21" imgW="629280" imgH="279000" progId="Equation.AxMath">
                    <p:embed/>
                    <p:pic>
                      <p:nvPicPr>
                        <p:cNvPr id="80" name="对象 79"/>
                        <p:cNvPicPr/>
                        <p:nvPr/>
                      </p:nvPicPr>
                      <p:blipFill>
                        <a:blip r:embed="rId22"/>
                        <a:stretch>
                          <a:fillRect/>
                        </a:stretch>
                      </p:blipFill>
                      <p:spPr>
                        <a:xfrm>
                          <a:off x="11579287" y="2610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1" name="矩形 80"/>
            <p:cNvSpPr/>
            <p:nvPr/>
          </p:nvSpPr>
          <p:spPr>
            <a:xfrm>
              <a:off x="12776233" y="245011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2" name="对象 81"/>
            <p:cNvGraphicFramePr>
              <a:graphicFrameLocks noChangeAspect="1"/>
            </p:cNvGraphicFramePr>
            <p:nvPr>
              <p:extLst/>
            </p:nvPr>
          </p:nvGraphicFramePr>
          <p:xfrm>
            <a:off x="12820712" y="261090"/>
            <a:ext cx="12049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3" name="AxMath" r:id="rId23" imgW="839160" imgH="279000" progId="Equation.AxMath">
                    <p:embed/>
                  </p:oleObj>
                </mc:Choice>
                <mc:Fallback>
                  <p:oleObj name="AxMath" r:id="rId23" imgW="839160" imgH="279000" progId="Equation.AxMath">
                    <p:embed/>
                    <p:pic>
                      <p:nvPicPr>
                        <p:cNvPr id="82" name="对象 81"/>
                        <p:cNvPicPr/>
                        <p:nvPr/>
                      </p:nvPicPr>
                      <p:blipFill>
                        <a:blip r:embed="rId24"/>
                        <a:stretch>
                          <a:fillRect/>
                        </a:stretch>
                      </p:blipFill>
                      <p:spPr>
                        <a:xfrm>
                          <a:off x="12820712" y="261090"/>
                          <a:ext cx="12049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3" name="矩形 82"/>
            <p:cNvSpPr/>
            <p:nvPr/>
          </p:nvSpPr>
          <p:spPr>
            <a:xfrm>
              <a:off x="14717427" y="249716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4" name="对象 83"/>
            <p:cNvGraphicFramePr>
              <a:graphicFrameLocks noChangeAspect="1"/>
            </p:cNvGraphicFramePr>
            <p:nvPr>
              <p:extLst/>
            </p:nvPr>
          </p:nvGraphicFramePr>
          <p:xfrm>
            <a:off x="14811437" y="300777"/>
            <a:ext cx="1108075" cy="33020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4" name="AxMath" r:id="rId25" imgW="773640" imgH="230400" progId="Equation.AxMath">
                    <p:embed/>
                  </p:oleObj>
                </mc:Choice>
                <mc:Fallback>
                  <p:oleObj name="AxMath" r:id="rId25" imgW="773640" imgH="230400" progId="Equation.AxMath">
                    <p:embed/>
                    <p:pic>
                      <p:nvPicPr>
                        <p:cNvPr id="84" name="对象 83"/>
                        <p:cNvPicPr/>
                        <p:nvPr/>
                      </p:nvPicPr>
                      <p:blipFill>
                        <a:blip r:embed="rId26"/>
                        <a:stretch>
                          <a:fillRect/>
                        </a:stretch>
                      </p:blipFill>
                      <p:spPr>
                        <a:xfrm>
                          <a:off x="14811437" y="300777"/>
                          <a:ext cx="1108075" cy="33020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5" name="矩形 84"/>
            <p:cNvSpPr/>
            <p:nvPr/>
          </p:nvSpPr>
          <p:spPr>
            <a:xfrm>
              <a:off x="14722852" y="85685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6" name="对象 85"/>
            <p:cNvGraphicFramePr>
              <a:graphicFrameLocks noChangeAspect="1"/>
            </p:cNvGraphicFramePr>
            <p:nvPr>
              <p:extLst/>
            </p:nvPr>
          </p:nvGraphicFramePr>
          <p:xfrm>
            <a:off x="14727739" y="932575"/>
            <a:ext cx="1237790" cy="29212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5" name="AxMath" r:id="rId27" imgW="1183680" imgH="279000" progId="Equation.AxMath">
                    <p:embed/>
                  </p:oleObj>
                </mc:Choice>
                <mc:Fallback>
                  <p:oleObj name="AxMath" r:id="rId27" imgW="1183680" imgH="279000" progId="Equation.AxMath">
                    <p:embed/>
                    <p:pic>
                      <p:nvPicPr>
                        <p:cNvPr id="86" name="对象 85"/>
                        <p:cNvPicPr/>
                        <p:nvPr/>
                      </p:nvPicPr>
                      <p:blipFill>
                        <a:blip r:embed="rId28"/>
                        <a:stretch>
                          <a:fillRect/>
                        </a:stretch>
                      </p:blipFill>
                      <p:spPr>
                        <a:xfrm>
                          <a:off x="14727739" y="932575"/>
                          <a:ext cx="1237790" cy="29212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7" name="矩形 86"/>
            <p:cNvSpPr/>
            <p:nvPr/>
          </p:nvSpPr>
          <p:spPr>
            <a:xfrm>
              <a:off x="1471742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88" name="对象 87"/>
            <p:cNvGraphicFramePr>
              <a:graphicFrameLocks noChangeAspect="1"/>
            </p:cNvGraphicFramePr>
            <p:nvPr>
              <p:extLst/>
            </p:nvPr>
          </p:nvGraphicFramePr>
          <p:xfrm>
            <a:off x="14727738" y="1546953"/>
            <a:ext cx="1219708" cy="2889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6" name="AxMath" r:id="rId29" imgW="1183680" imgH="279000" progId="Equation.AxMath">
                    <p:embed/>
                  </p:oleObj>
                </mc:Choice>
                <mc:Fallback>
                  <p:oleObj name="AxMath" r:id="rId29" imgW="1183680" imgH="279000" progId="Equation.AxMath">
                    <p:embed/>
                    <p:pic>
                      <p:nvPicPr>
                        <p:cNvPr id="88" name="对象 87"/>
                        <p:cNvPicPr/>
                        <p:nvPr/>
                      </p:nvPicPr>
                      <p:blipFill>
                        <a:blip r:embed="rId30"/>
                        <a:stretch>
                          <a:fillRect/>
                        </a:stretch>
                      </p:blipFill>
                      <p:spPr>
                        <a:xfrm>
                          <a:off x="14727738" y="1546953"/>
                          <a:ext cx="1219708" cy="2889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89" name="矩形 88"/>
            <p:cNvSpPr/>
            <p:nvPr/>
          </p:nvSpPr>
          <p:spPr>
            <a:xfrm>
              <a:off x="12769478" y="856859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0" name="对象 89"/>
            <p:cNvGraphicFramePr>
              <a:graphicFrameLocks noChangeAspect="1"/>
            </p:cNvGraphicFramePr>
            <p:nvPr>
              <p:extLst/>
            </p:nvPr>
          </p:nvGraphicFramePr>
          <p:xfrm>
            <a:off x="12966762" y="872277"/>
            <a:ext cx="903287" cy="401638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7" name="AxMath" r:id="rId31" imgW="630720" imgH="279000" progId="Equation.AxMath">
                    <p:embed/>
                  </p:oleObj>
                </mc:Choice>
                <mc:Fallback>
                  <p:oleObj name="AxMath" r:id="rId31" imgW="630720" imgH="279000" progId="Equation.AxMath">
                    <p:embed/>
                    <p:pic>
                      <p:nvPicPr>
                        <p:cNvPr id="90" name="对象 89"/>
                        <p:cNvPicPr/>
                        <p:nvPr/>
                      </p:nvPicPr>
                      <p:blipFill>
                        <a:blip r:embed="rId32"/>
                        <a:stretch>
                          <a:fillRect/>
                        </a:stretch>
                      </p:blipFill>
                      <p:spPr>
                        <a:xfrm>
                          <a:off x="12966762" y="872277"/>
                          <a:ext cx="903287" cy="401638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1" name="矩形 90"/>
            <p:cNvSpPr/>
            <p:nvPr/>
          </p:nvSpPr>
          <p:spPr>
            <a:xfrm>
              <a:off x="9992797" y="853453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2" name="对象 91"/>
            <p:cNvGraphicFramePr>
              <a:graphicFrameLocks noChangeAspect="1"/>
            </p:cNvGraphicFramePr>
            <p:nvPr>
              <p:extLst/>
            </p:nvPr>
          </p:nvGraphicFramePr>
          <p:xfrm>
            <a:off x="10202924" y="869102"/>
            <a:ext cx="8731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8" name="AxMath" r:id="rId33" imgW="606240" imgH="279000" progId="Equation.AxMath">
                    <p:embed/>
                  </p:oleObj>
                </mc:Choice>
                <mc:Fallback>
                  <p:oleObj name="AxMath" r:id="rId33" imgW="606240" imgH="279000" progId="Equation.AxMath">
                    <p:embed/>
                    <p:pic>
                      <p:nvPicPr>
                        <p:cNvPr id="92" name="对象 91"/>
                        <p:cNvPicPr/>
                        <p:nvPr/>
                      </p:nvPicPr>
                      <p:blipFill>
                        <a:blip r:embed="rId34"/>
                        <a:stretch>
                          <a:fillRect/>
                        </a:stretch>
                      </p:blipFill>
                      <p:spPr>
                        <a:xfrm>
                          <a:off x="10202924" y="869102"/>
                          <a:ext cx="8731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3" name="矩形 92"/>
            <p:cNvSpPr/>
            <p:nvPr/>
          </p:nvSpPr>
          <p:spPr>
            <a:xfrm>
              <a:off x="11384140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4" name="对象 93"/>
            <p:cNvGraphicFramePr>
              <a:graphicFrameLocks noChangeAspect="1"/>
            </p:cNvGraphicFramePr>
            <p:nvPr>
              <p:extLst/>
            </p:nvPr>
          </p:nvGraphicFramePr>
          <p:xfrm>
            <a:off x="11596749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69" name="AxMath" r:id="rId35" imgW="604080" imgH="279000" progId="Equation.AxMath">
                    <p:embed/>
                  </p:oleObj>
                </mc:Choice>
                <mc:Fallback>
                  <p:oleObj name="AxMath" r:id="rId35" imgW="604080" imgH="279000" progId="Equation.AxMath">
                    <p:embed/>
                    <p:pic>
                      <p:nvPicPr>
                        <p:cNvPr id="94" name="对象 93"/>
                        <p:cNvPicPr/>
                        <p:nvPr/>
                      </p:nvPicPr>
                      <p:blipFill>
                        <a:blip r:embed="rId36"/>
                        <a:stretch>
                          <a:fillRect/>
                        </a:stretch>
                      </p:blipFill>
                      <p:spPr>
                        <a:xfrm>
                          <a:off x="11596749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5" name="矩形 94"/>
            <p:cNvSpPr/>
            <p:nvPr/>
          </p:nvSpPr>
          <p:spPr>
            <a:xfrm>
              <a:off x="9992797" y="146400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6" name="对象 95"/>
            <p:cNvGraphicFramePr>
              <a:graphicFrameLocks noChangeAspect="1"/>
            </p:cNvGraphicFramePr>
            <p:nvPr>
              <p:extLst/>
            </p:nvPr>
          </p:nvGraphicFramePr>
          <p:xfrm>
            <a:off x="10207687" y="1480290"/>
            <a:ext cx="86677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0" name="AxMath" r:id="rId37" imgW="606240" imgH="279000" progId="Equation.AxMath">
                    <p:embed/>
                  </p:oleObj>
                </mc:Choice>
                <mc:Fallback>
                  <p:oleObj name="AxMath" r:id="rId37" imgW="606240" imgH="279000" progId="Equation.AxMath">
                    <p:embed/>
                    <p:pic>
                      <p:nvPicPr>
                        <p:cNvPr id="96" name="对象 95"/>
                        <p:cNvPicPr/>
                        <p:nvPr/>
                      </p:nvPicPr>
                      <p:blipFill>
                        <a:blip r:embed="rId38"/>
                        <a:stretch>
                          <a:fillRect/>
                        </a:stretch>
                      </p:blipFill>
                      <p:spPr>
                        <a:xfrm>
                          <a:off x="10207687" y="1480290"/>
                          <a:ext cx="86677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7" name="矩形 96"/>
            <p:cNvSpPr/>
            <p:nvPr/>
          </p:nvSpPr>
          <p:spPr>
            <a:xfrm>
              <a:off x="12782337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98" name="对象 97"/>
            <p:cNvGraphicFramePr>
              <a:graphicFrameLocks noChangeAspect="1"/>
            </p:cNvGraphicFramePr>
            <p:nvPr>
              <p:extLst/>
            </p:nvPr>
          </p:nvGraphicFramePr>
          <p:xfrm>
            <a:off x="12973112" y="2559790"/>
            <a:ext cx="9144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1" name="AxMath" r:id="rId39" imgW="637920" imgH="279000" progId="Equation.AxMath">
                    <p:embed/>
                  </p:oleObj>
                </mc:Choice>
                <mc:Fallback>
                  <p:oleObj name="AxMath" r:id="rId39" imgW="637920" imgH="279000" progId="Equation.AxMath">
                    <p:embed/>
                    <p:pic>
                      <p:nvPicPr>
                        <p:cNvPr id="98" name="对象 97"/>
                        <p:cNvPicPr/>
                        <p:nvPr/>
                      </p:nvPicPr>
                      <p:blipFill>
                        <a:blip r:embed="rId40"/>
                        <a:stretch>
                          <a:fillRect/>
                        </a:stretch>
                      </p:blipFill>
                      <p:spPr>
                        <a:xfrm>
                          <a:off x="12973112" y="2559790"/>
                          <a:ext cx="9144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99" name="矩形 98"/>
            <p:cNvSpPr/>
            <p:nvPr/>
          </p:nvSpPr>
          <p:spPr>
            <a:xfrm>
              <a:off x="11375613" y="2540397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0" name="对象 99"/>
            <p:cNvGraphicFramePr>
              <a:graphicFrameLocks noChangeAspect="1"/>
            </p:cNvGraphicFramePr>
            <p:nvPr>
              <p:extLst/>
            </p:nvPr>
          </p:nvGraphicFramePr>
          <p:xfrm>
            <a:off x="11568174" y="2556615"/>
            <a:ext cx="911225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2" name="AxMath" r:id="rId41" imgW="636480" imgH="279000" progId="Equation.AxMath">
                    <p:embed/>
                  </p:oleObj>
                </mc:Choice>
                <mc:Fallback>
                  <p:oleObj name="AxMath" r:id="rId41" imgW="636480" imgH="279000" progId="Equation.AxMath">
                    <p:embed/>
                    <p:pic>
                      <p:nvPicPr>
                        <p:cNvPr id="100" name="对象 99"/>
                        <p:cNvPicPr/>
                        <p:nvPr/>
                      </p:nvPicPr>
                      <p:blipFill>
                        <a:blip r:embed="rId42"/>
                        <a:stretch>
                          <a:fillRect/>
                        </a:stretch>
                      </p:blipFill>
                      <p:spPr>
                        <a:xfrm>
                          <a:off x="11568174" y="2556615"/>
                          <a:ext cx="911225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1" name="矩形 100"/>
            <p:cNvSpPr/>
            <p:nvPr/>
          </p:nvSpPr>
          <p:spPr>
            <a:xfrm>
              <a:off x="9990208" y="2544279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2" name="对象 101"/>
            <p:cNvGraphicFramePr>
              <a:graphicFrameLocks noChangeAspect="1"/>
            </p:cNvGraphicFramePr>
            <p:nvPr>
              <p:extLst/>
            </p:nvPr>
          </p:nvGraphicFramePr>
          <p:xfrm>
            <a:off x="10188637" y="2559790"/>
            <a:ext cx="898525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3" name="AxMath" r:id="rId43" imgW="629280" imgH="279000" progId="Equation.AxMath">
                    <p:embed/>
                  </p:oleObj>
                </mc:Choice>
                <mc:Fallback>
                  <p:oleObj name="AxMath" r:id="rId43" imgW="629280" imgH="279000" progId="Equation.AxMath">
                    <p:embed/>
                    <p:pic>
                      <p:nvPicPr>
                        <p:cNvPr id="102" name="对象 101"/>
                        <p:cNvPicPr/>
                        <p:nvPr/>
                      </p:nvPicPr>
                      <p:blipFill>
                        <a:blip r:embed="rId44"/>
                        <a:stretch>
                          <a:fillRect/>
                        </a:stretch>
                      </p:blipFill>
                      <p:spPr>
                        <a:xfrm>
                          <a:off x="10188637" y="2559790"/>
                          <a:ext cx="898525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3" name="圆角矩形 102"/>
            <p:cNvSpPr/>
            <p:nvPr/>
          </p:nvSpPr>
          <p:spPr>
            <a:xfrm>
              <a:off x="8709029" y="245012"/>
              <a:ext cx="1126057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0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4" name="圆角矩形 103"/>
            <p:cNvSpPr/>
            <p:nvPr/>
          </p:nvSpPr>
          <p:spPr>
            <a:xfrm>
              <a:off x="8696127" y="856860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5" name="圆角矩形 104"/>
            <p:cNvSpPr/>
            <p:nvPr/>
          </p:nvSpPr>
          <p:spPr>
            <a:xfrm>
              <a:off x="8696127" y="1468707"/>
              <a:ext cx="1138959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sp>
          <p:nvSpPr>
            <p:cNvPr id="106" name="圆角矩形 105"/>
            <p:cNvSpPr/>
            <p:nvPr/>
          </p:nvSpPr>
          <p:spPr>
            <a:xfrm>
              <a:off x="8696243" y="2544280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n-2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  <p:graphicFrame>
          <p:nvGraphicFramePr>
            <p:cNvPr id="107" name="对象 106"/>
            <p:cNvGraphicFramePr>
              <a:graphicFrameLocks noChangeAspect="1"/>
            </p:cNvGraphicFramePr>
            <p:nvPr>
              <p:extLst/>
            </p:nvPr>
          </p:nvGraphicFramePr>
          <p:xfrm>
            <a:off x="14167978" y="2980033"/>
            <a:ext cx="463435" cy="728505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4" name="AxMath" r:id="rId7" imgW="151920" imgH="226800" progId="Equation.AxMath">
                    <p:embed/>
                  </p:oleObj>
                </mc:Choice>
                <mc:Fallback>
                  <p:oleObj name="AxMath" r:id="rId7" imgW="151920" imgH="226800" progId="Equation.AxMath">
                    <p:embed/>
                    <p:pic>
                      <p:nvPicPr>
                        <p:cNvPr id="107" name="对象 106"/>
                        <p:cNvPicPr/>
                        <p:nvPr/>
                      </p:nvPicPr>
                      <p:blipFill>
                        <a:blip r:embed="rId4"/>
                        <a:stretch>
                          <a:fillRect/>
                        </a:stretch>
                      </p:blipFill>
                      <p:spPr>
                        <a:xfrm>
                          <a:off x="14167978" y="2980033"/>
                          <a:ext cx="463435" cy="728505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08" name="矩形 107"/>
            <p:cNvSpPr/>
            <p:nvPr/>
          </p:nvSpPr>
          <p:spPr>
            <a:xfrm>
              <a:off x="14717311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09" name="对象 108"/>
            <p:cNvGraphicFramePr>
              <a:graphicFrameLocks noChangeAspect="1"/>
            </p:cNvGraphicFramePr>
            <p:nvPr>
              <p:extLst/>
            </p:nvPr>
          </p:nvGraphicFramePr>
          <p:xfrm>
            <a:off x="15094012" y="3186852"/>
            <a:ext cx="511175" cy="303213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5" name="AxMath" r:id="rId45" imgW="385200" imgH="230400" progId="Equation.AxMath">
                    <p:embed/>
                  </p:oleObj>
                </mc:Choice>
                <mc:Fallback>
                  <p:oleObj name="AxMath" r:id="rId45" imgW="385200" imgH="230400" progId="Equation.AxMath">
                    <p:embed/>
                    <p:pic>
                      <p:nvPicPr>
                        <p:cNvPr id="109" name="对象 108"/>
                        <p:cNvPicPr/>
                        <p:nvPr/>
                      </p:nvPicPr>
                      <p:blipFill>
                        <a:blip r:embed="rId46"/>
                        <a:stretch>
                          <a:fillRect/>
                        </a:stretch>
                      </p:blipFill>
                      <p:spPr>
                        <a:xfrm>
                          <a:off x="15094012" y="3186852"/>
                          <a:ext cx="511175" cy="303213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0" name="矩形 109"/>
            <p:cNvSpPr/>
            <p:nvPr/>
          </p:nvSpPr>
          <p:spPr>
            <a:xfrm>
              <a:off x="12782221" y="3128154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1" name="对象 110"/>
            <p:cNvGraphicFramePr>
              <a:graphicFrameLocks noChangeAspect="1"/>
            </p:cNvGraphicFramePr>
            <p:nvPr>
              <p:extLst/>
            </p:nvPr>
          </p:nvGraphicFramePr>
          <p:xfrm>
            <a:off x="12977874" y="3143990"/>
            <a:ext cx="903288" cy="401637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6" name="AxMath" r:id="rId47" imgW="630720" imgH="279000" progId="Equation.AxMath">
                    <p:embed/>
                  </p:oleObj>
                </mc:Choice>
                <mc:Fallback>
                  <p:oleObj name="AxMath" r:id="rId47" imgW="630720" imgH="279000" progId="Equation.AxMath">
                    <p:embed/>
                    <p:pic>
                      <p:nvPicPr>
                        <p:cNvPr id="111" name="对象 110"/>
                        <p:cNvPicPr/>
                        <p:nvPr/>
                      </p:nvPicPr>
                      <p:blipFill>
                        <a:blip r:embed="rId48"/>
                        <a:stretch>
                          <a:fillRect/>
                        </a:stretch>
                      </p:blipFill>
                      <p:spPr>
                        <a:xfrm>
                          <a:off x="12977874" y="3143990"/>
                          <a:ext cx="903288" cy="401637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2" name="矩形 111"/>
            <p:cNvSpPr/>
            <p:nvPr/>
          </p:nvSpPr>
          <p:spPr>
            <a:xfrm>
              <a:off x="11375497" y="3124272"/>
              <a:ext cx="1230283" cy="432262"/>
            </a:xfrm>
            <a:prstGeom prst="rect">
              <a:avLst/>
            </a:prstGeom>
            <a:noFill/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3" name="对象 112"/>
            <p:cNvGraphicFramePr>
              <a:graphicFrameLocks noChangeAspect="1"/>
            </p:cNvGraphicFramePr>
            <p:nvPr>
              <p:extLst/>
            </p:nvPr>
          </p:nvGraphicFramePr>
          <p:xfrm>
            <a:off x="11572937" y="3140815"/>
            <a:ext cx="900112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7" name="AxMath" r:id="rId49" imgW="629280" imgH="279000" progId="Equation.AxMath">
                    <p:embed/>
                  </p:oleObj>
                </mc:Choice>
                <mc:Fallback>
                  <p:oleObj name="AxMath" r:id="rId49" imgW="629280" imgH="279000" progId="Equation.AxMath">
                    <p:embed/>
                    <p:pic>
                      <p:nvPicPr>
                        <p:cNvPr id="113" name="对象 112"/>
                        <p:cNvPicPr/>
                        <p:nvPr/>
                      </p:nvPicPr>
                      <p:blipFill>
                        <a:blip r:embed="rId50"/>
                        <a:stretch>
                          <a:fillRect/>
                        </a:stretch>
                      </p:blipFill>
                      <p:spPr>
                        <a:xfrm>
                          <a:off x="11572937" y="3140815"/>
                          <a:ext cx="900112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4" name="矩形 113"/>
            <p:cNvSpPr/>
            <p:nvPr/>
          </p:nvSpPr>
          <p:spPr>
            <a:xfrm>
              <a:off x="9990092" y="3128154"/>
              <a:ext cx="1230283" cy="432262"/>
            </a:xfrm>
            <a:prstGeom prst="rect">
              <a:avLst/>
            </a:prstGeom>
            <a:solidFill>
              <a:srgbClr val="E2F0D9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zh-CN" altLang="en-US" dirty="0"/>
            </a:p>
          </p:txBody>
        </p:sp>
        <p:graphicFrame>
          <p:nvGraphicFramePr>
            <p:cNvPr id="115" name="对象 114"/>
            <p:cNvGraphicFramePr>
              <a:graphicFrameLocks noChangeAspect="1"/>
            </p:cNvGraphicFramePr>
            <p:nvPr>
              <p:extLst/>
            </p:nvPr>
          </p:nvGraphicFramePr>
          <p:xfrm>
            <a:off x="10193283" y="3143665"/>
            <a:ext cx="889000" cy="400050"/>
          </p:xfrm>
          <a:graphic>
            <a:graphicData uri="http://schemas.openxmlformats.org/presentationml/2006/ole">
              <mc:AlternateContent xmlns:mc="http://schemas.openxmlformats.org/markup-compatibility/2006">
                <mc:Choice xmlns:v="urn:schemas-microsoft-com:vml" Requires="v">
                  <p:oleObj spid="_x0000_s6978" name="AxMath" r:id="rId51" imgW="622080" imgH="279000" progId="Equation.AxMath">
                    <p:embed/>
                  </p:oleObj>
                </mc:Choice>
                <mc:Fallback>
                  <p:oleObj name="AxMath" r:id="rId51" imgW="622080" imgH="279000" progId="Equation.AxMath">
                    <p:embed/>
                    <p:pic>
                      <p:nvPicPr>
                        <p:cNvPr id="115" name="对象 114"/>
                        <p:cNvPicPr/>
                        <p:nvPr/>
                      </p:nvPicPr>
                      <p:blipFill>
                        <a:blip r:embed="rId52"/>
                        <a:stretch>
                          <a:fillRect/>
                        </a:stretch>
                      </p:blipFill>
                      <p:spPr>
                        <a:xfrm>
                          <a:off x="10193283" y="3143665"/>
                          <a:ext cx="889000" cy="400050"/>
                        </a:xfrm>
                        <a:prstGeom prst="rect">
                          <a:avLst/>
                        </a:prstGeom>
                      </p:spPr>
                    </p:pic>
                  </p:oleObj>
                </mc:Fallback>
              </mc:AlternateContent>
            </a:graphicData>
          </a:graphic>
        </p:graphicFrame>
        <p:sp>
          <p:nvSpPr>
            <p:cNvPr id="116" name="圆角矩形 115"/>
            <p:cNvSpPr/>
            <p:nvPr/>
          </p:nvSpPr>
          <p:spPr>
            <a:xfrm>
              <a:off x="8696127" y="3128155"/>
              <a:ext cx="1138843" cy="432262"/>
            </a:xfrm>
            <a:prstGeom prst="roundRect">
              <a:avLst/>
            </a:prstGeom>
            <a:solidFill>
              <a:srgbClr val="BDD7EE"/>
            </a:solidFill>
            <a:ln w="28575"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zh-CN" dirty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GPU </a:t>
              </a:r>
              <a:r>
                <a:rPr lang="en-US" altLang="zh-CN" dirty="0" smtClean="0">
                  <a:solidFill>
                    <a:schemeClr val="tx1"/>
                  </a:solidFill>
                  <a:latin typeface="Times New Roman" panose="02020603050405020304" pitchFamily="18" charset="0"/>
                  <a:cs typeface="Times New Roman" panose="02020603050405020304" pitchFamily="18" charset="0"/>
                </a:rPr>
                <a:t>n-1</a:t>
              </a:r>
              <a:endParaRPr lang="zh-CN" altLang="en-US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endParaRPr>
            </a:p>
          </p:txBody>
        </p:sp>
      </p:grpSp>
      <p:sp>
        <p:nvSpPr>
          <p:cNvPr id="231" name="右箭头 230"/>
          <p:cNvSpPr/>
          <p:nvPr/>
        </p:nvSpPr>
        <p:spPr>
          <a:xfrm rot="10800000">
            <a:off x="7467008" y="6797459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17" name="矩形 116"/>
          <p:cNvSpPr/>
          <p:nvPr/>
        </p:nvSpPr>
        <p:spPr>
          <a:xfrm>
            <a:off x="10035837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18" name="矩形 117"/>
          <p:cNvSpPr/>
          <p:nvPr/>
        </p:nvSpPr>
        <p:spPr>
          <a:xfrm>
            <a:off x="11424062" y="5324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19" name="对象 118"/>
          <p:cNvGraphicFramePr>
            <a:graphicFrameLocks noChangeAspect="1"/>
          </p:cNvGraphicFramePr>
          <p:nvPr>
            <p:extLst/>
          </p:nvPr>
        </p:nvGraphicFramePr>
        <p:xfrm>
          <a:off x="14210903" y="517614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7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19" name="对象 11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17614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0" name="对象 119"/>
          <p:cNvGraphicFramePr>
            <a:graphicFrameLocks noChangeAspect="1"/>
          </p:cNvGraphicFramePr>
          <p:nvPr>
            <p:extLst/>
          </p:nvPr>
        </p:nvGraphicFramePr>
        <p:xfrm>
          <a:off x="14210903" y="578798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20" name="对象 11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578798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1" name="对象 120"/>
          <p:cNvGraphicFramePr>
            <a:graphicFrameLocks noChangeAspect="1"/>
          </p:cNvGraphicFramePr>
          <p:nvPr>
            <p:extLst/>
          </p:nvPr>
        </p:nvGraphicFramePr>
        <p:xfrm>
          <a:off x="14210903" y="63998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1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21" name="对象 12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63998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2" name="对象 121"/>
          <p:cNvGraphicFramePr>
            <a:graphicFrameLocks noChangeAspect="1"/>
          </p:cNvGraphicFramePr>
          <p:nvPr>
            <p:extLst/>
          </p:nvPr>
        </p:nvGraphicFramePr>
        <p:xfrm>
          <a:off x="14210903" y="747540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22" name="对象 12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903" y="747540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3" name="对象 122"/>
          <p:cNvGraphicFramePr>
            <a:graphicFrameLocks noChangeAspect="1"/>
          </p:cNvGraphicFramePr>
          <p:nvPr>
            <p:extLst/>
          </p:nvPr>
        </p:nvGraphicFramePr>
        <p:xfrm>
          <a:off x="11802291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3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23" name="对象 12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1802291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4" name="对象 123"/>
          <p:cNvGraphicFramePr>
            <a:graphicFrameLocks noChangeAspect="1"/>
          </p:cNvGraphicFramePr>
          <p:nvPr>
            <p:extLst/>
          </p:nvPr>
        </p:nvGraphicFramePr>
        <p:xfrm>
          <a:off x="10424457" y="695041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4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24" name="对象 12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0424457" y="695041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5" name="对象 124"/>
          <p:cNvGraphicFramePr>
            <a:graphicFrameLocks noChangeAspect="1"/>
          </p:cNvGraphicFramePr>
          <p:nvPr>
            <p:extLst/>
          </p:nvPr>
        </p:nvGraphicFramePr>
        <p:xfrm>
          <a:off x="13193633" y="694576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5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25" name="对象 12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193633" y="694576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6" name="对象 125"/>
          <p:cNvGraphicFramePr>
            <a:graphicFrameLocks noChangeAspect="1"/>
          </p:cNvGraphicFramePr>
          <p:nvPr>
            <p:extLst/>
          </p:nvPr>
        </p:nvGraphicFramePr>
        <p:xfrm>
          <a:off x="15210508" y="695044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6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26" name="对象 12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5210508" y="695044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27" name="对象 126"/>
          <p:cNvGraphicFramePr>
            <a:graphicFrameLocks noChangeAspect="1"/>
          </p:cNvGraphicFramePr>
          <p:nvPr>
            <p:extLst/>
          </p:nvPr>
        </p:nvGraphicFramePr>
        <p:xfrm>
          <a:off x="10267958" y="535621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7" name="AxMath" r:id="rId53" imgW="622080" imgH="279000" progId="Equation.AxMath">
                  <p:embed/>
                </p:oleObj>
              </mc:Choice>
              <mc:Fallback>
                <p:oleObj name="AxMath" r:id="rId53" imgW="622080" imgH="279000" progId="Equation.AxMath">
                  <p:embed/>
                  <p:pic>
                    <p:nvPicPr>
                      <p:cNvPr id="127" name="对象 12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0267958" y="535621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28" name="矩形 127"/>
          <p:cNvSpPr/>
          <p:nvPr/>
        </p:nvSpPr>
        <p:spPr>
          <a:xfrm>
            <a:off x="11424062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29" name="对象 128"/>
          <p:cNvGraphicFramePr>
            <a:graphicFrameLocks noChangeAspect="1"/>
          </p:cNvGraphicFramePr>
          <p:nvPr>
            <p:extLst/>
          </p:nvPr>
        </p:nvGraphicFramePr>
        <p:xfrm>
          <a:off x="11650671" y="596740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8" name="AxMath" r:id="rId55" imgW="629280" imgH="279000" progId="Equation.AxMath">
                  <p:embed/>
                </p:oleObj>
              </mc:Choice>
              <mc:Fallback>
                <p:oleObj name="AxMath" r:id="rId55" imgW="629280" imgH="279000" progId="Equation.AxMath">
                  <p:embed/>
                  <p:pic>
                    <p:nvPicPr>
                      <p:cNvPr id="129" name="对象 12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11650671" y="596740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0" name="矩形 129"/>
          <p:cNvSpPr/>
          <p:nvPr/>
        </p:nvSpPr>
        <p:spPr>
          <a:xfrm>
            <a:off x="12819042" y="65479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1" name="对象 130"/>
          <p:cNvGraphicFramePr>
            <a:graphicFrameLocks noChangeAspect="1"/>
          </p:cNvGraphicFramePr>
          <p:nvPr>
            <p:extLst/>
          </p:nvPr>
        </p:nvGraphicFramePr>
        <p:xfrm>
          <a:off x="13044496" y="658017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89" name="AxMath" r:id="rId57" imgW="630720" imgH="279000" progId="Equation.AxMath">
                  <p:embed/>
                </p:oleObj>
              </mc:Choice>
              <mc:Fallback>
                <p:oleObj name="AxMath" r:id="rId57" imgW="630720" imgH="279000" progId="Equation.AxMath">
                  <p:embed/>
                  <p:pic>
                    <p:nvPicPr>
                      <p:cNvPr id="131" name="对象 13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13044496" y="658017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2" name="矩形 131"/>
          <p:cNvSpPr/>
          <p:nvPr/>
        </p:nvSpPr>
        <p:spPr>
          <a:xfrm>
            <a:off x="14760236" y="761964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3" name="对象 132"/>
          <p:cNvGraphicFramePr>
            <a:graphicFrameLocks noChangeAspect="1"/>
          </p:cNvGraphicFramePr>
          <p:nvPr>
            <p:extLst/>
          </p:nvPr>
        </p:nvGraphicFramePr>
        <p:xfrm>
          <a:off x="14970133" y="765015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0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33" name="对象 13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765015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34" name="对象 133"/>
          <p:cNvGraphicFramePr>
            <a:graphicFrameLocks noChangeAspect="1"/>
          </p:cNvGraphicFramePr>
          <p:nvPr>
            <p:extLst/>
          </p:nvPr>
        </p:nvGraphicFramePr>
        <p:xfrm>
          <a:off x="11622096" y="53403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1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34" name="对象 13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11622096" y="53403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5" name="矩形 134"/>
          <p:cNvSpPr/>
          <p:nvPr/>
        </p:nvSpPr>
        <p:spPr>
          <a:xfrm>
            <a:off x="12819042" y="53242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6" name="对象 135"/>
          <p:cNvGraphicFramePr>
            <a:graphicFrameLocks noChangeAspect="1"/>
          </p:cNvGraphicFramePr>
          <p:nvPr>
            <p:extLst/>
          </p:nvPr>
        </p:nvGraphicFramePr>
        <p:xfrm>
          <a:off x="12863521" y="5340341"/>
          <a:ext cx="12049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2" name="AxMath" r:id="rId60" imgW="839160" imgH="279000" progId="Equation.AxMath">
                  <p:embed/>
                </p:oleObj>
              </mc:Choice>
              <mc:Fallback>
                <p:oleObj name="AxMath" r:id="rId60" imgW="839160" imgH="279000" progId="Equation.AxMath">
                  <p:embed/>
                  <p:pic>
                    <p:nvPicPr>
                      <p:cNvPr id="136" name="对象 135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12863521" y="5340341"/>
                        <a:ext cx="12049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7" name="矩形 136"/>
          <p:cNvSpPr/>
          <p:nvPr/>
        </p:nvSpPr>
        <p:spPr>
          <a:xfrm>
            <a:off x="14760236" y="532896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38" name="对象 137"/>
          <p:cNvGraphicFramePr>
            <a:graphicFrameLocks noChangeAspect="1"/>
          </p:cNvGraphicFramePr>
          <p:nvPr>
            <p:extLst/>
          </p:nvPr>
        </p:nvGraphicFramePr>
        <p:xfrm>
          <a:off x="14854246" y="5380028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3" name="AxMath" r:id="rId61" imgW="773640" imgH="230400" progId="Equation.AxMath">
                  <p:embed/>
                </p:oleObj>
              </mc:Choice>
              <mc:Fallback>
                <p:oleObj name="AxMath" r:id="rId61" imgW="773640" imgH="230400" progId="Equation.AxMath">
                  <p:embed/>
                  <p:pic>
                    <p:nvPicPr>
                      <p:cNvPr id="138" name="对象 137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14854246" y="5380028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39" name="矩形 138"/>
          <p:cNvSpPr/>
          <p:nvPr/>
        </p:nvSpPr>
        <p:spPr>
          <a:xfrm>
            <a:off x="14765661" y="593611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0" name="对象 139"/>
          <p:cNvGraphicFramePr>
            <a:graphicFrameLocks noChangeAspect="1"/>
          </p:cNvGraphicFramePr>
          <p:nvPr>
            <p:extLst/>
          </p:nvPr>
        </p:nvGraphicFramePr>
        <p:xfrm>
          <a:off x="14770548" y="6011826"/>
          <a:ext cx="1237790" cy="29212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4" name="AxMath" r:id="rId62" imgW="1183680" imgH="279000" progId="Equation.AxMath">
                  <p:embed/>
                </p:oleObj>
              </mc:Choice>
              <mc:Fallback>
                <p:oleObj name="AxMath" r:id="rId62" imgW="1183680" imgH="279000" progId="Equation.AxMath">
                  <p:embed/>
                  <p:pic>
                    <p:nvPicPr>
                      <p:cNvPr id="140" name="对象 139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14770548" y="6011826"/>
                        <a:ext cx="1237790" cy="29212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1" name="矩形 140"/>
          <p:cNvSpPr/>
          <p:nvPr/>
        </p:nvSpPr>
        <p:spPr>
          <a:xfrm>
            <a:off x="1476023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2" name="对象 141"/>
          <p:cNvGraphicFramePr>
            <a:graphicFrameLocks noChangeAspect="1"/>
          </p:cNvGraphicFramePr>
          <p:nvPr>
            <p:extLst/>
          </p:nvPr>
        </p:nvGraphicFramePr>
        <p:xfrm>
          <a:off x="14770547" y="6626204"/>
          <a:ext cx="1219708" cy="2889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5" name="AxMath" r:id="rId63" imgW="1183680" imgH="279000" progId="Equation.AxMath">
                  <p:embed/>
                </p:oleObj>
              </mc:Choice>
              <mc:Fallback>
                <p:oleObj name="AxMath" r:id="rId63" imgW="1183680" imgH="279000" progId="Equation.AxMath">
                  <p:embed/>
                  <p:pic>
                    <p:nvPicPr>
                      <p:cNvPr id="142" name="对象 141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14770547" y="6626204"/>
                        <a:ext cx="1219708" cy="2889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3" name="矩形 142"/>
          <p:cNvSpPr/>
          <p:nvPr/>
        </p:nvSpPr>
        <p:spPr>
          <a:xfrm>
            <a:off x="12812287" y="593611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4" name="对象 143"/>
          <p:cNvGraphicFramePr>
            <a:graphicFrameLocks noChangeAspect="1"/>
          </p:cNvGraphicFramePr>
          <p:nvPr>
            <p:extLst/>
          </p:nvPr>
        </p:nvGraphicFramePr>
        <p:xfrm>
          <a:off x="13009571" y="595152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6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44" name="对象 143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3009571" y="595152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5" name="矩形 144"/>
          <p:cNvSpPr/>
          <p:nvPr/>
        </p:nvSpPr>
        <p:spPr>
          <a:xfrm>
            <a:off x="10035606" y="5932704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6" name="对象 145"/>
          <p:cNvGraphicFramePr>
            <a:graphicFrameLocks noChangeAspect="1"/>
          </p:cNvGraphicFramePr>
          <p:nvPr>
            <p:extLst/>
          </p:nvPr>
        </p:nvGraphicFramePr>
        <p:xfrm>
          <a:off x="10245733" y="5948353"/>
          <a:ext cx="8731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7" name="AxMath" r:id="rId65" imgW="606240" imgH="279000" progId="Equation.AxMath">
                  <p:embed/>
                </p:oleObj>
              </mc:Choice>
              <mc:Fallback>
                <p:oleObj name="AxMath" r:id="rId65" imgW="606240" imgH="279000" progId="Equation.AxMath">
                  <p:embed/>
                  <p:pic>
                    <p:nvPicPr>
                      <p:cNvPr id="146" name="对象 145"/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0245733" y="5948353"/>
                        <a:ext cx="8731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7" name="矩形 146"/>
          <p:cNvSpPr/>
          <p:nvPr/>
        </p:nvSpPr>
        <p:spPr>
          <a:xfrm>
            <a:off x="11426949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48" name="对象 147"/>
          <p:cNvGraphicFramePr>
            <a:graphicFrameLocks noChangeAspect="1"/>
          </p:cNvGraphicFramePr>
          <p:nvPr>
            <p:extLst/>
          </p:nvPr>
        </p:nvGraphicFramePr>
        <p:xfrm>
          <a:off x="11639558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8" name="AxMath" r:id="rId66" imgW="604080" imgH="279000" progId="Equation.AxMath">
                  <p:embed/>
                </p:oleObj>
              </mc:Choice>
              <mc:Fallback>
                <p:oleObj name="AxMath" r:id="rId66" imgW="604080" imgH="279000" progId="Equation.AxMath">
                  <p:embed/>
                  <p:pic>
                    <p:nvPicPr>
                      <p:cNvPr id="148" name="对象 147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11639558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49" name="矩形 148"/>
          <p:cNvSpPr/>
          <p:nvPr/>
        </p:nvSpPr>
        <p:spPr>
          <a:xfrm>
            <a:off x="10035606" y="654325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0" name="对象 149"/>
          <p:cNvGraphicFramePr>
            <a:graphicFrameLocks noChangeAspect="1"/>
          </p:cNvGraphicFramePr>
          <p:nvPr>
            <p:extLst/>
          </p:nvPr>
        </p:nvGraphicFramePr>
        <p:xfrm>
          <a:off x="10250496" y="6559541"/>
          <a:ext cx="86677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6999" name="AxMath" r:id="rId67" imgW="606240" imgH="279000" progId="Equation.AxMath">
                  <p:embed/>
                </p:oleObj>
              </mc:Choice>
              <mc:Fallback>
                <p:oleObj name="AxMath" r:id="rId67" imgW="606240" imgH="279000" progId="Equation.AxMath">
                  <p:embed/>
                  <p:pic>
                    <p:nvPicPr>
                      <p:cNvPr id="150" name="对象 149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10250496" y="6559541"/>
                        <a:ext cx="86677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1" name="矩形 150"/>
          <p:cNvSpPr/>
          <p:nvPr/>
        </p:nvSpPr>
        <p:spPr>
          <a:xfrm>
            <a:off x="12825146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2" name="对象 151"/>
          <p:cNvGraphicFramePr>
            <a:graphicFrameLocks noChangeAspect="1"/>
          </p:cNvGraphicFramePr>
          <p:nvPr>
            <p:extLst/>
          </p:nvPr>
        </p:nvGraphicFramePr>
        <p:xfrm>
          <a:off x="13015921" y="7639041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0" name="AxMath" r:id="rId68" imgW="637920" imgH="279000" progId="Equation.AxMath">
                  <p:embed/>
                </p:oleObj>
              </mc:Choice>
              <mc:Fallback>
                <p:oleObj name="AxMath" r:id="rId68" imgW="637920" imgH="279000" progId="Equation.AxMath">
                  <p:embed/>
                  <p:pic>
                    <p:nvPicPr>
                      <p:cNvPr id="152" name="对象 151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13015921" y="7639041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3" name="矩形 152"/>
          <p:cNvSpPr/>
          <p:nvPr/>
        </p:nvSpPr>
        <p:spPr>
          <a:xfrm>
            <a:off x="11418422" y="76196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4" name="对象 153"/>
          <p:cNvGraphicFramePr>
            <a:graphicFrameLocks noChangeAspect="1"/>
          </p:cNvGraphicFramePr>
          <p:nvPr>
            <p:extLst/>
          </p:nvPr>
        </p:nvGraphicFramePr>
        <p:xfrm>
          <a:off x="11610983" y="7635866"/>
          <a:ext cx="9112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1" name="AxMath" r:id="rId69" imgW="636480" imgH="279000" progId="Equation.AxMath">
                  <p:embed/>
                </p:oleObj>
              </mc:Choice>
              <mc:Fallback>
                <p:oleObj name="AxMath" r:id="rId69" imgW="636480" imgH="279000" progId="Equation.AxMath">
                  <p:embed/>
                  <p:pic>
                    <p:nvPicPr>
                      <p:cNvPr id="154" name="对象 153"/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11610983" y="7635866"/>
                        <a:ext cx="9112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5" name="矩形 154"/>
          <p:cNvSpPr/>
          <p:nvPr/>
        </p:nvSpPr>
        <p:spPr>
          <a:xfrm>
            <a:off x="10033017" y="762353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56" name="对象 155"/>
          <p:cNvGraphicFramePr>
            <a:graphicFrameLocks noChangeAspect="1"/>
          </p:cNvGraphicFramePr>
          <p:nvPr>
            <p:extLst/>
          </p:nvPr>
        </p:nvGraphicFramePr>
        <p:xfrm>
          <a:off x="10231446" y="763904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2" name="AxMath" r:id="rId70" imgW="629280" imgH="279000" progId="Equation.AxMath">
                  <p:embed/>
                </p:oleObj>
              </mc:Choice>
              <mc:Fallback>
                <p:oleObj name="AxMath" r:id="rId70" imgW="629280" imgH="279000" progId="Equation.AxMath">
                  <p:embed/>
                  <p:pic>
                    <p:nvPicPr>
                      <p:cNvPr id="156" name="对象 155"/>
                      <p:cNvPicPr/>
                      <p:nvPr/>
                    </p:nvPicPr>
                    <p:blipFill>
                      <a:blip r:embed="rId44"/>
                      <a:stretch>
                        <a:fillRect/>
                      </a:stretch>
                    </p:blipFill>
                    <p:spPr>
                      <a:xfrm>
                        <a:off x="10231446" y="763904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7" name="圆角矩形 156"/>
          <p:cNvSpPr/>
          <p:nvPr/>
        </p:nvSpPr>
        <p:spPr>
          <a:xfrm>
            <a:off x="8751838" y="532426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8" name="圆角矩形 157"/>
          <p:cNvSpPr/>
          <p:nvPr/>
        </p:nvSpPr>
        <p:spPr>
          <a:xfrm>
            <a:off x="8738936" y="593611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9" name="圆角矩形 158"/>
          <p:cNvSpPr/>
          <p:nvPr/>
        </p:nvSpPr>
        <p:spPr>
          <a:xfrm>
            <a:off x="8738936" y="654795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0" name="圆角矩形 159"/>
          <p:cNvSpPr/>
          <p:nvPr/>
        </p:nvSpPr>
        <p:spPr>
          <a:xfrm>
            <a:off x="8739052" y="762353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161" name="对象 160"/>
          <p:cNvGraphicFramePr>
            <a:graphicFrameLocks noChangeAspect="1"/>
          </p:cNvGraphicFramePr>
          <p:nvPr>
            <p:extLst/>
          </p:nvPr>
        </p:nvGraphicFramePr>
        <p:xfrm>
          <a:off x="14210787" y="80592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3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61" name="对象 16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14210787" y="80592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2" name="矩形 161"/>
          <p:cNvSpPr/>
          <p:nvPr/>
        </p:nvSpPr>
        <p:spPr>
          <a:xfrm>
            <a:off x="14760120" y="820352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3" name="对象 162"/>
          <p:cNvGraphicFramePr>
            <a:graphicFrameLocks noChangeAspect="1"/>
          </p:cNvGraphicFramePr>
          <p:nvPr>
            <p:extLst/>
          </p:nvPr>
        </p:nvGraphicFramePr>
        <p:xfrm>
          <a:off x="14970133" y="8234353"/>
          <a:ext cx="844550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4" name="AxMath" r:id="rId71" imgW="637560" imgH="279000" progId="Equation.AxMath">
                  <p:embed/>
                </p:oleObj>
              </mc:Choice>
              <mc:Fallback>
                <p:oleObj name="AxMath" r:id="rId71" imgW="637560" imgH="279000" progId="Equation.AxMath">
                  <p:embed/>
                  <p:pic>
                    <p:nvPicPr>
                      <p:cNvPr id="163" name="对象 16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14970133" y="8234353"/>
                        <a:ext cx="844550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4" name="矩形 163"/>
          <p:cNvSpPr/>
          <p:nvPr/>
        </p:nvSpPr>
        <p:spPr>
          <a:xfrm>
            <a:off x="12825030" y="82074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5" name="对象 164"/>
          <p:cNvGraphicFramePr>
            <a:graphicFrameLocks noChangeAspect="1"/>
          </p:cNvGraphicFramePr>
          <p:nvPr>
            <p:extLst/>
          </p:nvPr>
        </p:nvGraphicFramePr>
        <p:xfrm>
          <a:off x="13020683" y="822324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5" name="AxMath" r:id="rId72" imgW="630720" imgH="279000" progId="Equation.AxMath">
                  <p:embed/>
                </p:oleObj>
              </mc:Choice>
              <mc:Fallback>
                <p:oleObj name="AxMath" r:id="rId72" imgW="630720" imgH="279000" progId="Equation.AxMath">
                  <p:embed/>
                  <p:pic>
                    <p:nvPicPr>
                      <p:cNvPr id="165" name="对象 164"/>
                      <p:cNvPicPr/>
                      <p:nvPr/>
                    </p:nvPicPr>
                    <p:blipFill>
                      <a:blip r:embed="rId48"/>
                      <a:stretch>
                        <a:fillRect/>
                      </a:stretch>
                    </p:blipFill>
                    <p:spPr>
                      <a:xfrm>
                        <a:off x="13020683" y="822324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6" name="矩形 165"/>
          <p:cNvSpPr/>
          <p:nvPr/>
        </p:nvSpPr>
        <p:spPr>
          <a:xfrm>
            <a:off x="11418306" y="820352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7" name="对象 166"/>
          <p:cNvGraphicFramePr>
            <a:graphicFrameLocks noChangeAspect="1"/>
          </p:cNvGraphicFramePr>
          <p:nvPr>
            <p:extLst/>
          </p:nvPr>
        </p:nvGraphicFramePr>
        <p:xfrm>
          <a:off x="11615746" y="822006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6" name="AxMath" r:id="rId73" imgW="629280" imgH="279000" progId="Equation.AxMath">
                  <p:embed/>
                </p:oleObj>
              </mc:Choice>
              <mc:Fallback>
                <p:oleObj name="AxMath" r:id="rId73" imgW="629280" imgH="279000" progId="Equation.AxMath">
                  <p:embed/>
                  <p:pic>
                    <p:nvPicPr>
                      <p:cNvPr id="167" name="对象 166"/>
                      <p:cNvPicPr/>
                      <p:nvPr/>
                    </p:nvPicPr>
                    <p:blipFill>
                      <a:blip r:embed="rId50"/>
                      <a:stretch>
                        <a:fillRect/>
                      </a:stretch>
                    </p:blipFill>
                    <p:spPr>
                      <a:xfrm>
                        <a:off x="11615746" y="822006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68" name="矩形 167"/>
          <p:cNvSpPr/>
          <p:nvPr/>
        </p:nvSpPr>
        <p:spPr>
          <a:xfrm>
            <a:off x="10032901" y="820740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69" name="对象 168"/>
          <p:cNvGraphicFramePr>
            <a:graphicFrameLocks noChangeAspect="1"/>
          </p:cNvGraphicFramePr>
          <p:nvPr>
            <p:extLst/>
          </p:nvPr>
        </p:nvGraphicFramePr>
        <p:xfrm>
          <a:off x="10236092" y="822291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7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169" name="对象 168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0236092" y="822291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70" name="圆角矩形 169"/>
          <p:cNvSpPr/>
          <p:nvPr/>
        </p:nvSpPr>
        <p:spPr>
          <a:xfrm>
            <a:off x="8738936" y="820740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71" name="直接箭头连接符 170"/>
          <p:cNvCxnSpPr/>
          <p:nvPr/>
        </p:nvCxnSpPr>
        <p:spPr>
          <a:xfrm flipH="1">
            <a:off x="11163108" y="85181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2" name="肘形连接符 171"/>
          <p:cNvCxnSpPr/>
          <p:nvPr/>
        </p:nvCxnSpPr>
        <p:spPr>
          <a:xfrm flipV="1">
            <a:off x="11163107" y="5004747"/>
            <a:ext cx="5040773" cy="3945717"/>
          </a:xfrm>
          <a:prstGeom prst="bentConnector3">
            <a:avLst>
              <a:gd name="adj1" fmla="val 101782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肘形连接符 172"/>
          <p:cNvCxnSpPr/>
          <p:nvPr/>
        </p:nvCxnSpPr>
        <p:spPr>
          <a:xfrm rot="10800000" flipV="1">
            <a:off x="11125092" y="5002424"/>
            <a:ext cx="5151920" cy="505872"/>
          </a:xfrm>
          <a:prstGeom prst="bentConnector3">
            <a:avLst>
              <a:gd name="adj1" fmla="val 100019"/>
            </a:avLst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箭头连接符 173"/>
          <p:cNvCxnSpPr/>
          <p:nvPr/>
        </p:nvCxnSpPr>
        <p:spPr>
          <a:xfrm flipH="1">
            <a:off x="12522207" y="5654383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5" name="直接箭头连接符 174"/>
          <p:cNvCxnSpPr/>
          <p:nvPr/>
        </p:nvCxnSpPr>
        <p:spPr>
          <a:xfrm flipH="1">
            <a:off x="13930320" y="6256020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6" name="直接箭头连接符 175"/>
          <p:cNvCxnSpPr/>
          <p:nvPr/>
        </p:nvCxnSpPr>
        <p:spPr>
          <a:xfrm flipH="1">
            <a:off x="15861386" y="7951851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32" name="右箭头 231"/>
          <p:cNvSpPr/>
          <p:nvPr/>
        </p:nvSpPr>
        <p:spPr>
          <a:xfrm rot="5400000">
            <a:off x="12403980" y="4249295"/>
            <a:ext cx="609600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6" name="右箭头 235"/>
          <p:cNvSpPr/>
          <p:nvPr/>
        </p:nvSpPr>
        <p:spPr>
          <a:xfrm>
            <a:off x="7709012" y="1854758"/>
            <a:ext cx="677465" cy="356111"/>
          </a:xfrm>
          <a:prstGeom prst="rightArrow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7" name="文本框 236"/>
          <p:cNvSpPr txBox="1"/>
          <p:nvPr/>
        </p:nvSpPr>
        <p:spPr>
          <a:xfrm>
            <a:off x="-3640317" y="1654651"/>
            <a:ext cx="218765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scatter-reduce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38" name="左大括号 237"/>
          <p:cNvSpPr/>
          <p:nvPr/>
        </p:nvSpPr>
        <p:spPr>
          <a:xfrm>
            <a:off x="-1301470" y="174625"/>
            <a:ext cx="806001" cy="3581872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9" name="文本框 238"/>
          <p:cNvSpPr txBox="1"/>
          <p:nvPr/>
        </p:nvSpPr>
        <p:spPr>
          <a:xfrm>
            <a:off x="-3066546" y="6713905"/>
            <a:ext cx="1558440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en-US" altLang="zh-CN" sz="2800" dirty="0" smtClean="0">
                <a:latin typeface="Times New Roman" panose="02020603050405020304" pitchFamily="18" charset="0"/>
                <a:cs typeface="Times New Roman" panose="02020603050405020304" pitchFamily="18" charset="0"/>
              </a:rPr>
              <a:t>all-gather</a:t>
            </a:r>
            <a:endParaRPr lang="zh-CN" altLang="en-US" sz="2800" dirty="0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0" name="左大括号 239"/>
          <p:cNvSpPr/>
          <p:nvPr/>
        </p:nvSpPr>
        <p:spPr>
          <a:xfrm>
            <a:off x="-1312386" y="5317812"/>
            <a:ext cx="816601" cy="3463527"/>
          </a:xfrm>
          <a:prstGeom prst="leftBrace">
            <a:avLst>
              <a:gd name="adj1" fmla="val 23587"/>
              <a:gd name="adj2" fmla="val 50000"/>
            </a:avLst>
          </a:prstGeom>
          <a:ln w="28575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177" name="矩形 176"/>
          <p:cNvSpPr/>
          <p:nvPr/>
        </p:nvSpPr>
        <p:spPr>
          <a:xfrm>
            <a:off x="939192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178" name="矩形 177"/>
          <p:cNvSpPr/>
          <p:nvPr/>
        </p:nvSpPr>
        <p:spPr>
          <a:xfrm>
            <a:off x="2327417" y="531781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79" name="对象 178"/>
          <p:cNvGraphicFramePr>
            <a:graphicFrameLocks noChangeAspect="1"/>
          </p:cNvGraphicFramePr>
          <p:nvPr>
            <p:extLst/>
          </p:nvPr>
        </p:nvGraphicFramePr>
        <p:xfrm>
          <a:off x="5114258" y="516969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8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179" name="对象 17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16969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0" name="对象 179"/>
          <p:cNvGraphicFramePr>
            <a:graphicFrameLocks noChangeAspect="1"/>
          </p:cNvGraphicFramePr>
          <p:nvPr>
            <p:extLst/>
          </p:nvPr>
        </p:nvGraphicFramePr>
        <p:xfrm>
          <a:off x="5114258" y="578153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09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180" name="对象 17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578153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1" name="对象 180"/>
          <p:cNvGraphicFramePr>
            <a:graphicFrameLocks noChangeAspect="1"/>
          </p:cNvGraphicFramePr>
          <p:nvPr>
            <p:extLst/>
          </p:nvPr>
        </p:nvGraphicFramePr>
        <p:xfrm>
          <a:off x="5114258" y="639338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0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181" name="对象 18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639338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2" name="对象 181"/>
          <p:cNvGraphicFramePr>
            <a:graphicFrameLocks noChangeAspect="1"/>
          </p:cNvGraphicFramePr>
          <p:nvPr>
            <p:extLst/>
          </p:nvPr>
        </p:nvGraphicFramePr>
        <p:xfrm>
          <a:off x="5114258" y="74689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182" name="对象 18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258" y="74689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3" name="对象 182"/>
          <p:cNvGraphicFramePr>
            <a:graphicFrameLocks noChangeAspect="1"/>
          </p:cNvGraphicFramePr>
          <p:nvPr>
            <p:extLst/>
          </p:nvPr>
        </p:nvGraphicFramePr>
        <p:xfrm>
          <a:off x="2705646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2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183" name="对象 182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05646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4" name="对象 183"/>
          <p:cNvGraphicFramePr>
            <a:graphicFrameLocks noChangeAspect="1"/>
          </p:cNvGraphicFramePr>
          <p:nvPr>
            <p:extLst/>
          </p:nvPr>
        </p:nvGraphicFramePr>
        <p:xfrm>
          <a:off x="1327812" y="694396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3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184" name="对象 18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27812" y="694396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5" name="对象 184"/>
          <p:cNvGraphicFramePr>
            <a:graphicFrameLocks noChangeAspect="1"/>
          </p:cNvGraphicFramePr>
          <p:nvPr>
            <p:extLst/>
          </p:nvPr>
        </p:nvGraphicFramePr>
        <p:xfrm>
          <a:off x="4096988" y="693931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4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185" name="对象 18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96988" y="693931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6" name="对象 185"/>
          <p:cNvGraphicFramePr>
            <a:graphicFrameLocks noChangeAspect="1"/>
          </p:cNvGraphicFramePr>
          <p:nvPr>
            <p:extLst/>
          </p:nvPr>
        </p:nvGraphicFramePr>
        <p:xfrm>
          <a:off x="6113863" y="694399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5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186" name="对象 18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13863" y="694399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87" name="对象 186"/>
          <p:cNvGraphicFramePr>
            <a:graphicFrameLocks noChangeAspect="1"/>
          </p:cNvGraphicFramePr>
          <p:nvPr>
            <p:extLst/>
          </p:nvPr>
        </p:nvGraphicFramePr>
        <p:xfrm>
          <a:off x="1171313" y="5349766"/>
          <a:ext cx="820738" cy="3667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6" name="AxMath" r:id="rId75" imgW="622080" imgH="279000" progId="Equation.AxMath">
                  <p:embed/>
                </p:oleObj>
              </mc:Choice>
              <mc:Fallback>
                <p:oleObj name="AxMath" r:id="rId75" imgW="622080" imgH="279000" progId="Equation.AxMath">
                  <p:embed/>
                  <p:pic>
                    <p:nvPicPr>
                      <p:cNvPr id="187" name="对象 186"/>
                      <p:cNvPicPr/>
                      <p:nvPr/>
                    </p:nvPicPr>
                    <p:blipFill>
                      <a:blip r:embed="rId54"/>
                      <a:stretch>
                        <a:fillRect/>
                      </a:stretch>
                    </p:blipFill>
                    <p:spPr>
                      <a:xfrm>
                        <a:off x="1171313" y="5349766"/>
                        <a:ext cx="820738" cy="3667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88" name="矩形 187"/>
          <p:cNvSpPr/>
          <p:nvPr/>
        </p:nvSpPr>
        <p:spPr>
          <a:xfrm>
            <a:off x="2327417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89" name="对象 188"/>
          <p:cNvGraphicFramePr>
            <a:graphicFrameLocks noChangeAspect="1"/>
          </p:cNvGraphicFramePr>
          <p:nvPr>
            <p:extLst/>
          </p:nvPr>
        </p:nvGraphicFramePr>
        <p:xfrm>
          <a:off x="2554026" y="5960953"/>
          <a:ext cx="830262" cy="3698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7" name="AxMath" r:id="rId76" imgW="629280" imgH="279000" progId="Equation.AxMath">
                  <p:embed/>
                </p:oleObj>
              </mc:Choice>
              <mc:Fallback>
                <p:oleObj name="AxMath" r:id="rId76" imgW="629280" imgH="279000" progId="Equation.AxMath">
                  <p:embed/>
                  <p:pic>
                    <p:nvPicPr>
                      <p:cNvPr id="189" name="对象 188"/>
                      <p:cNvPicPr/>
                      <p:nvPr/>
                    </p:nvPicPr>
                    <p:blipFill>
                      <a:blip r:embed="rId56"/>
                      <a:stretch>
                        <a:fillRect/>
                      </a:stretch>
                    </p:blipFill>
                    <p:spPr>
                      <a:xfrm>
                        <a:off x="2554026" y="5960953"/>
                        <a:ext cx="830262" cy="3698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0" name="矩形 189"/>
          <p:cNvSpPr/>
          <p:nvPr/>
        </p:nvSpPr>
        <p:spPr>
          <a:xfrm>
            <a:off x="3722397" y="654150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1" name="对象 190"/>
          <p:cNvGraphicFramePr>
            <a:graphicFrameLocks noChangeAspect="1"/>
          </p:cNvGraphicFramePr>
          <p:nvPr>
            <p:extLst/>
          </p:nvPr>
        </p:nvGraphicFramePr>
        <p:xfrm>
          <a:off x="3947851" y="6573728"/>
          <a:ext cx="830262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8" name="AxMath" r:id="rId77" imgW="630720" imgH="279000" progId="Equation.AxMath">
                  <p:embed/>
                </p:oleObj>
              </mc:Choice>
              <mc:Fallback>
                <p:oleObj name="AxMath" r:id="rId77" imgW="630720" imgH="279000" progId="Equation.AxMath">
                  <p:embed/>
                  <p:pic>
                    <p:nvPicPr>
                      <p:cNvPr id="191" name="对象 190"/>
                      <p:cNvPicPr/>
                      <p:nvPr/>
                    </p:nvPicPr>
                    <p:blipFill>
                      <a:blip r:embed="rId58"/>
                      <a:stretch>
                        <a:fillRect/>
                      </a:stretch>
                    </p:blipFill>
                    <p:spPr>
                      <a:xfrm>
                        <a:off x="3947851" y="6573728"/>
                        <a:ext cx="830262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2" name="矩形 191"/>
          <p:cNvSpPr/>
          <p:nvPr/>
        </p:nvSpPr>
        <p:spPr>
          <a:xfrm>
            <a:off x="5663591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3" name="对象 192"/>
          <p:cNvGraphicFramePr>
            <a:graphicFrameLocks noChangeAspect="1"/>
          </p:cNvGraphicFramePr>
          <p:nvPr>
            <p:extLst/>
          </p:nvPr>
        </p:nvGraphicFramePr>
        <p:xfrm>
          <a:off x="5873488" y="7643703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19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193" name="对象 19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3488" y="7643703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/>
          </p:nvPr>
        </p:nvGraphicFramePr>
        <p:xfrm>
          <a:off x="2525451" y="5333891"/>
          <a:ext cx="89852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0" name="AxMath" r:id="rId59" imgW="629280" imgH="279000" progId="Equation.AxMath">
                  <p:embed/>
                </p:oleObj>
              </mc:Choice>
              <mc:Fallback>
                <p:oleObj name="AxMath" r:id="rId59" imgW="629280" imgH="27900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525451" y="5333891"/>
                        <a:ext cx="89852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5" name="矩形 194"/>
          <p:cNvSpPr/>
          <p:nvPr/>
        </p:nvSpPr>
        <p:spPr>
          <a:xfrm>
            <a:off x="3722397" y="531781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6" name="对象 195"/>
          <p:cNvGraphicFramePr>
            <a:graphicFrameLocks noChangeAspect="1"/>
          </p:cNvGraphicFramePr>
          <p:nvPr>
            <p:extLst/>
          </p:nvPr>
        </p:nvGraphicFramePr>
        <p:xfrm>
          <a:off x="3916101" y="5333891"/>
          <a:ext cx="904875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1" name="AxMath" r:id="rId78" imgW="630720" imgH="279000" progId="Equation.AxMath">
                  <p:embed/>
                </p:oleObj>
              </mc:Choice>
              <mc:Fallback>
                <p:oleObj name="AxMath" r:id="rId78" imgW="630720" imgH="279000" progId="Equation.AxMath">
                  <p:embed/>
                  <p:pic>
                    <p:nvPicPr>
                      <p:cNvPr id="196" name="对象 195"/>
                      <p:cNvPicPr/>
                      <p:nvPr/>
                    </p:nvPicPr>
                    <p:blipFill>
                      <a:blip r:embed="rId79"/>
                      <a:stretch>
                        <a:fillRect/>
                      </a:stretch>
                    </p:blipFill>
                    <p:spPr>
                      <a:xfrm>
                        <a:off x="3916101" y="5333891"/>
                        <a:ext cx="904875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7" name="矩形 196"/>
          <p:cNvSpPr/>
          <p:nvPr/>
        </p:nvSpPr>
        <p:spPr>
          <a:xfrm>
            <a:off x="3715642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198" name="对象 197"/>
          <p:cNvGraphicFramePr>
            <a:graphicFrameLocks noChangeAspect="1"/>
          </p:cNvGraphicFramePr>
          <p:nvPr>
            <p:extLst/>
          </p:nvPr>
        </p:nvGraphicFramePr>
        <p:xfrm>
          <a:off x="3912926" y="5945078"/>
          <a:ext cx="903287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2" name="AxMath" r:id="rId64" imgW="630720" imgH="279000" progId="Equation.AxMath">
                  <p:embed/>
                </p:oleObj>
              </mc:Choice>
              <mc:Fallback>
                <p:oleObj name="AxMath" r:id="rId64" imgW="630720" imgH="27900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3912926" y="5945078"/>
                        <a:ext cx="903287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99" name="矩形 198"/>
          <p:cNvSpPr/>
          <p:nvPr/>
        </p:nvSpPr>
        <p:spPr>
          <a:xfrm>
            <a:off x="938961" y="592625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0" name="对象 199"/>
          <p:cNvGraphicFramePr>
            <a:graphicFrameLocks noChangeAspect="1"/>
          </p:cNvGraphicFramePr>
          <p:nvPr>
            <p:extLst/>
          </p:nvPr>
        </p:nvGraphicFramePr>
        <p:xfrm>
          <a:off x="1137976" y="5941903"/>
          <a:ext cx="89693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3" name="AxMath" r:id="rId80" imgW="622080" imgH="279000" progId="Equation.AxMath">
                  <p:embed/>
                </p:oleObj>
              </mc:Choice>
              <mc:Fallback>
                <p:oleObj name="AxMath" r:id="rId80" imgW="622080" imgH="279000" progId="Equation.AxMath">
                  <p:embed/>
                  <p:pic>
                    <p:nvPicPr>
                      <p:cNvPr id="200" name="对象 199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37976" y="5941903"/>
                        <a:ext cx="89693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1" name="矩形 200"/>
          <p:cNvSpPr/>
          <p:nvPr/>
        </p:nvSpPr>
        <p:spPr>
          <a:xfrm>
            <a:off x="2330304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2" name="对象 201"/>
          <p:cNvGraphicFramePr>
            <a:graphicFrameLocks noChangeAspect="1"/>
          </p:cNvGraphicFramePr>
          <p:nvPr>
            <p:extLst/>
          </p:nvPr>
        </p:nvGraphicFramePr>
        <p:xfrm>
          <a:off x="2527038" y="6553091"/>
          <a:ext cx="9001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4" name="AxMath" r:id="rId82" imgW="629280" imgH="279000" progId="Equation.AxMath">
                  <p:embed/>
                </p:oleObj>
              </mc:Choice>
              <mc:Fallback>
                <p:oleObj name="AxMath" r:id="rId82" imgW="629280" imgH="279000" progId="Equation.AxMath">
                  <p:embed/>
                  <p:pic>
                    <p:nvPicPr>
                      <p:cNvPr id="202" name="对象 201"/>
                      <p:cNvPicPr/>
                      <p:nvPr/>
                    </p:nvPicPr>
                    <p:blipFill>
                      <a:blip r:embed="rId83"/>
                      <a:stretch>
                        <a:fillRect/>
                      </a:stretch>
                    </p:blipFill>
                    <p:spPr>
                      <a:xfrm>
                        <a:off x="2527038" y="6553091"/>
                        <a:ext cx="9001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3" name="矩形 202"/>
          <p:cNvSpPr/>
          <p:nvPr/>
        </p:nvSpPr>
        <p:spPr>
          <a:xfrm>
            <a:off x="93896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4" name="对象 203"/>
          <p:cNvGraphicFramePr>
            <a:graphicFrameLocks noChangeAspect="1"/>
          </p:cNvGraphicFramePr>
          <p:nvPr>
            <p:extLst/>
          </p:nvPr>
        </p:nvGraphicFramePr>
        <p:xfrm>
          <a:off x="1142738" y="6553091"/>
          <a:ext cx="8905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5" name="AxMath" r:id="rId84" imgW="622080" imgH="279000" progId="Equation.AxMath">
                  <p:embed/>
                </p:oleObj>
              </mc:Choice>
              <mc:Fallback>
                <p:oleObj name="AxMath" r:id="rId84" imgW="622080" imgH="27900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81"/>
                      <a:stretch>
                        <a:fillRect/>
                      </a:stretch>
                    </p:blipFill>
                    <p:spPr>
                      <a:xfrm>
                        <a:off x="1142738" y="6553091"/>
                        <a:ext cx="8905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5" name="矩形 204"/>
          <p:cNvSpPr/>
          <p:nvPr/>
        </p:nvSpPr>
        <p:spPr>
          <a:xfrm>
            <a:off x="3728501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6" name="对象 205"/>
          <p:cNvGraphicFramePr>
            <a:graphicFrameLocks noChangeAspect="1"/>
          </p:cNvGraphicFramePr>
          <p:nvPr>
            <p:extLst/>
          </p:nvPr>
        </p:nvGraphicFramePr>
        <p:xfrm>
          <a:off x="3924038" y="7632591"/>
          <a:ext cx="903288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6" name="AxMath" r:id="rId85" imgW="630720" imgH="279000" progId="Equation.AxMath">
                  <p:embed/>
                </p:oleObj>
              </mc:Choice>
              <mc:Fallback>
                <p:oleObj name="AxMath" r:id="rId85" imgW="630720" imgH="279000" progId="Equation.AxMath">
                  <p:embed/>
                  <p:pic>
                    <p:nvPicPr>
                      <p:cNvPr id="206" name="对象 205"/>
                      <p:cNvPicPr/>
                      <p:nvPr/>
                    </p:nvPicPr>
                    <p:blipFill>
                      <a:blip r:embed="rId86"/>
                      <a:stretch>
                        <a:fillRect/>
                      </a:stretch>
                    </p:blipFill>
                    <p:spPr>
                      <a:xfrm>
                        <a:off x="3924038" y="7632591"/>
                        <a:ext cx="903288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7" name="矩形 206"/>
          <p:cNvSpPr/>
          <p:nvPr/>
        </p:nvSpPr>
        <p:spPr>
          <a:xfrm>
            <a:off x="2321777" y="761319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08" name="对象 207"/>
          <p:cNvGraphicFramePr>
            <a:graphicFrameLocks noChangeAspect="1"/>
          </p:cNvGraphicFramePr>
          <p:nvPr>
            <p:extLst/>
          </p:nvPr>
        </p:nvGraphicFramePr>
        <p:xfrm>
          <a:off x="2520688" y="7629416"/>
          <a:ext cx="898525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7" name="AxMath" r:id="rId87" imgW="629280" imgH="279000" progId="Equation.AxMath">
                  <p:embed/>
                </p:oleObj>
              </mc:Choice>
              <mc:Fallback>
                <p:oleObj name="AxMath" r:id="rId87" imgW="629280" imgH="27900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20688" y="7629416"/>
                        <a:ext cx="898525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09" name="矩形 208"/>
          <p:cNvSpPr/>
          <p:nvPr/>
        </p:nvSpPr>
        <p:spPr>
          <a:xfrm>
            <a:off x="936372" y="761708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0" name="对象 209"/>
          <p:cNvGraphicFramePr>
            <a:graphicFrameLocks noChangeAspect="1"/>
          </p:cNvGraphicFramePr>
          <p:nvPr>
            <p:extLst/>
          </p:nvPr>
        </p:nvGraphicFramePr>
        <p:xfrm>
          <a:off x="1137976" y="7632591"/>
          <a:ext cx="890587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8" name="AxMath" r:id="rId89" imgW="622080" imgH="279000" progId="Equation.AxMath">
                  <p:embed/>
                </p:oleObj>
              </mc:Choice>
              <mc:Fallback>
                <p:oleObj name="AxMath" r:id="rId89" imgW="622080" imgH="279000" progId="Equation.AxMath">
                  <p:embed/>
                  <p:pic>
                    <p:nvPicPr>
                      <p:cNvPr id="210" name="对象 209"/>
                      <p:cNvPicPr/>
                      <p:nvPr/>
                    </p:nvPicPr>
                    <p:blipFill>
                      <a:blip r:embed="rId90"/>
                      <a:stretch>
                        <a:fillRect/>
                      </a:stretch>
                    </p:blipFill>
                    <p:spPr>
                      <a:xfrm>
                        <a:off x="1137976" y="7632591"/>
                        <a:ext cx="890587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圆角矩形 210"/>
          <p:cNvSpPr/>
          <p:nvPr/>
        </p:nvSpPr>
        <p:spPr>
          <a:xfrm>
            <a:off x="-344807" y="531781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2" name="圆角矩形 211"/>
          <p:cNvSpPr/>
          <p:nvPr/>
        </p:nvSpPr>
        <p:spPr>
          <a:xfrm>
            <a:off x="-357709" y="592966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圆角矩形 212"/>
          <p:cNvSpPr/>
          <p:nvPr/>
        </p:nvSpPr>
        <p:spPr>
          <a:xfrm>
            <a:off x="-357709" y="654150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圆角矩形 213"/>
          <p:cNvSpPr/>
          <p:nvPr/>
        </p:nvSpPr>
        <p:spPr>
          <a:xfrm>
            <a:off x="-357593" y="761708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15" name="对象 214"/>
          <p:cNvGraphicFramePr>
            <a:graphicFrameLocks noChangeAspect="1"/>
          </p:cNvGraphicFramePr>
          <p:nvPr>
            <p:extLst/>
          </p:nvPr>
        </p:nvGraphicFramePr>
        <p:xfrm>
          <a:off x="5114142" y="805283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29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15" name="对象 214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14142" y="805283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6" name="矩形 215"/>
          <p:cNvSpPr/>
          <p:nvPr/>
        </p:nvSpPr>
        <p:spPr>
          <a:xfrm>
            <a:off x="5663475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17" name="矩形 216"/>
          <p:cNvSpPr/>
          <p:nvPr/>
        </p:nvSpPr>
        <p:spPr>
          <a:xfrm>
            <a:off x="3728385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18" name="对象 217"/>
          <p:cNvGraphicFramePr>
            <a:graphicFrameLocks noChangeAspect="1"/>
          </p:cNvGraphicFramePr>
          <p:nvPr>
            <p:extLst/>
          </p:nvPr>
        </p:nvGraphicFramePr>
        <p:xfrm>
          <a:off x="3924038" y="8216791"/>
          <a:ext cx="903288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0" name="AxMath" r:id="rId91" imgW="630720" imgH="279000" progId="Equation.AxMath">
                  <p:embed/>
                </p:oleObj>
              </mc:Choice>
              <mc:Fallback>
                <p:oleObj name="AxMath" r:id="rId91" imgW="630720" imgH="279000" progId="Equation.AxMath">
                  <p:embed/>
                  <p:pic>
                    <p:nvPicPr>
                      <p:cNvPr id="218" name="对象 217"/>
                      <p:cNvPicPr/>
                      <p:nvPr/>
                    </p:nvPicPr>
                    <p:blipFill>
                      <a:blip r:embed="rId92"/>
                      <a:stretch>
                        <a:fillRect/>
                      </a:stretch>
                    </p:blipFill>
                    <p:spPr>
                      <a:xfrm>
                        <a:off x="3924038" y="8216791"/>
                        <a:ext cx="903288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9" name="矩形 218"/>
          <p:cNvSpPr/>
          <p:nvPr/>
        </p:nvSpPr>
        <p:spPr>
          <a:xfrm>
            <a:off x="2321661" y="819707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0" name="对象 219"/>
          <p:cNvGraphicFramePr>
            <a:graphicFrameLocks noChangeAspect="1"/>
          </p:cNvGraphicFramePr>
          <p:nvPr>
            <p:extLst/>
          </p:nvPr>
        </p:nvGraphicFramePr>
        <p:xfrm>
          <a:off x="2519101" y="8213616"/>
          <a:ext cx="900112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1" name="AxMath" r:id="rId93" imgW="629280" imgH="279000" progId="Equation.AxMath">
                  <p:embed/>
                </p:oleObj>
              </mc:Choice>
              <mc:Fallback>
                <p:oleObj name="AxMath" r:id="rId93" imgW="629280" imgH="279000" progId="Equation.AxMath">
                  <p:embed/>
                  <p:pic>
                    <p:nvPicPr>
                      <p:cNvPr id="220" name="对象 219"/>
                      <p:cNvPicPr/>
                      <p:nvPr/>
                    </p:nvPicPr>
                    <p:blipFill>
                      <a:blip r:embed="rId88"/>
                      <a:stretch>
                        <a:fillRect/>
                      </a:stretch>
                    </p:blipFill>
                    <p:spPr>
                      <a:xfrm>
                        <a:off x="2519101" y="8213616"/>
                        <a:ext cx="900112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1" name="矩形 220"/>
          <p:cNvSpPr/>
          <p:nvPr/>
        </p:nvSpPr>
        <p:spPr>
          <a:xfrm>
            <a:off x="936256" y="820095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2" name="对象 221"/>
          <p:cNvGraphicFramePr>
            <a:graphicFrameLocks noChangeAspect="1"/>
          </p:cNvGraphicFramePr>
          <p:nvPr>
            <p:extLst/>
          </p:nvPr>
        </p:nvGraphicFramePr>
        <p:xfrm>
          <a:off x="1139447" y="8216466"/>
          <a:ext cx="8890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2" name="AxMath" r:id="rId74" imgW="622080" imgH="279000" progId="Equation.AxMath">
                  <p:embed/>
                </p:oleObj>
              </mc:Choice>
              <mc:Fallback>
                <p:oleObj name="AxMath" r:id="rId74" imgW="622080" imgH="279000" progId="Equation.AxMath">
                  <p:embed/>
                  <p:pic>
                    <p:nvPicPr>
                      <p:cNvPr id="222" name="对象 221"/>
                      <p:cNvPicPr/>
                      <p:nvPr/>
                    </p:nvPicPr>
                    <p:blipFill>
                      <a:blip r:embed="rId52"/>
                      <a:stretch>
                        <a:fillRect/>
                      </a:stretch>
                    </p:blipFill>
                    <p:spPr>
                      <a:xfrm>
                        <a:off x="1139447" y="8216466"/>
                        <a:ext cx="8890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3" name="圆角矩形 222"/>
          <p:cNvSpPr/>
          <p:nvPr/>
        </p:nvSpPr>
        <p:spPr>
          <a:xfrm>
            <a:off x="-357709" y="82009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24" name="对象 223"/>
          <p:cNvGraphicFramePr>
            <a:graphicFrameLocks noChangeAspect="1"/>
          </p:cNvGraphicFramePr>
          <p:nvPr>
            <p:extLst/>
          </p:nvPr>
        </p:nvGraphicFramePr>
        <p:xfrm>
          <a:off x="5871900" y="8230380"/>
          <a:ext cx="846138" cy="3683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3" name="AxMath" r:id="rId19" imgW="637560" imgH="279000" progId="Equation.AxMath">
                  <p:embed/>
                </p:oleObj>
              </mc:Choice>
              <mc:Fallback>
                <p:oleObj name="AxMath" r:id="rId19" imgW="637560" imgH="279000" progId="Equation.AxMath">
                  <p:embed/>
                  <p:pic>
                    <p:nvPicPr>
                      <p:cNvPr id="224" name="对象 223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5871900" y="8230380"/>
                        <a:ext cx="846138" cy="3683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5" name="矩形 224"/>
          <p:cNvSpPr/>
          <p:nvPr/>
        </p:nvSpPr>
        <p:spPr>
          <a:xfrm>
            <a:off x="5663591" y="532251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6" name="对象 225"/>
          <p:cNvGraphicFramePr>
            <a:graphicFrameLocks noChangeAspect="1"/>
          </p:cNvGraphicFramePr>
          <p:nvPr>
            <p:extLst/>
          </p:nvPr>
        </p:nvGraphicFramePr>
        <p:xfrm>
          <a:off x="5854438" y="5338653"/>
          <a:ext cx="914400" cy="40005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4" name="AxMath" r:id="rId94" imgW="637560" imgH="279000" progId="Equation.AxMath">
                  <p:embed/>
                </p:oleObj>
              </mc:Choice>
              <mc:Fallback>
                <p:oleObj name="AxMath" r:id="rId94" imgW="637560" imgH="279000" progId="Equation.AxMath">
                  <p:embed/>
                  <p:pic>
                    <p:nvPicPr>
                      <p:cNvPr id="226" name="对象 225"/>
                      <p:cNvPicPr/>
                      <p:nvPr/>
                    </p:nvPicPr>
                    <p:blipFill>
                      <a:blip r:embed="rId95"/>
                      <a:stretch>
                        <a:fillRect/>
                      </a:stretch>
                    </p:blipFill>
                    <p:spPr>
                      <a:xfrm>
                        <a:off x="5854438" y="5338653"/>
                        <a:ext cx="914400" cy="40005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7" name="矩形 226"/>
          <p:cNvSpPr/>
          <p:nvPr/>
        </p:nvSpPr>
        <p:spPr>
          <a:xfrm>
            <a:off x="5669016" y="592966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28" name="对象 227"/>
          <p:cNvGraphicFramePr>
            <a:graphicFrameLocks noChangeAspect="1"/>
          </p:cNvGraphicFramePr>
          <p:nvPr>
            <p:extLst/>
          </p:nvPr>
        </p:nvGraphicFramePr>
        <p:xfrm>
          <a:off x="5857613" y="5945078"/>
          <a:ext cx="917575" cy="4016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5" name="AxMath" r:id="rId96" imgW="637560" imgH="279000" progId="Equation.AxMath">
                  <p:embed/>
                </p:oleObj>
              </mc:Choice>
              <mc:Fallback>
                <p:oleObj name="AxMath" r:id="rId96" imgW="637560" imgH="279000" progId="Equation.AxMath">
                  <p:embed/>
                  <p:pic>
                    <p:nvPicPr>
                      <p:cNvPr id="228" name="对象 227"/>
                      <p:cNvPicPr/>
                      <p:nvPr/>
                    </p:nvPicPr>
                    <p:blipFill>
                      <a:blip r:embed="rId97"/>
                      <a:stretch>
                        <a:fillRect/>
                      </a:stretch>
                    </p:blipFill>
                    <p:spPr>
                      <a:xfrm>
                        <a:off x="5857613" y="5945078"/>
                        <a:ext cx="917575" cy="4016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29" name="矩形 228"/>
          <p:cNvSpPr/>
          <p:nvPr/>
        </p:nvSpPr>
        <p:spPr>
          <a:xfrm>
            <a:off x="5663591" y="653680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30" name="对象 229"/>
          <p:cNvGraphicFramePr>
            <a:graphicFrameLocks noChangeAspect="1"/>
          </p:cNvGraphicFramePr>
          <p:nvPr>
            <p:extLst/>
          </p:nvPr>
        </p:nvGraphicFramePr>
        <p:xfrm>
          <a:off x="5854438" y="6553091"/>
          <a:ext cx="912813" cy="4016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6" name="AxMath" r:id="rId98" imgW="637560" imgH="279000" progId="Equation.AxMath">
                  <p:embed/>
                </p:oleObj>
              </mc:Choice>
              <mc:Fallback>
                <p:oleObj name="AxMath" r:id="rId98" imgW="637560" imgH="279000" progId="Equation.AxMath">
                  <p:embed/>
                  <p:pic>
                    <p:nvPicPr>
                      <p:cNvPr id="230" name="对象 229"/>
                      <p:cNvPicPr/>
                      <p:nvPr/>
                    </p:nvPicPr>
                    <p:blipFill>
                      <a:blip r:embed="rId99"/>
                      <a:stretch>
                        <a:fillRect/>
                      </a:stretch>
                    </p:blipFill>
                    <p:spPr>
                      <a:xfrm>
                        <a:off x="5854438" y="6553091"/>
                        <a:ext cx="912813" cy="4016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4" name="圆角矩形 243"/>
          <p:cNvSpPr/>
          <p:nvPr/>
        </p:nvSpPr>
        <p:spPr>
          <a:xfrm>
            <a:off x="-334042" y="3158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949957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2338182" y="31585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/>
          </p:nvPr>
        </p:nvGraphicFramePr>
        <p:xfrm>
          <a:off x="5125023" y="1677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7" name="AxMath" r:id="rId100" imgW="151920" imgH="226800" progId="Equation.AxMath">
                  <p:embed/>
                </p:oleObj>
              </mc:Choice>
              <mc:Fallback>
                <p:oleObj name="AxMath" r:id="rId100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677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-346944" y="9277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/>
          </p:nvPr>
        </p:nvGraphicFramePr>
        <p:xfrm>
          <a:off x="5125023" y="7795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8" name="AxMath" r:id="rId101" imgW="151920" imgH="226800" progId="Equation.AxMath">
                  <p:embed/>
                </p:oleObj>
              </mc:Choice>
              <mc:Fallback>
                <p:oleObj name="AxMath" r:id="rId101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7795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-346944" y="15395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/>
          </p:nvPr>
        </p:nvGraphicFramePr>
        <p:xfrm>
          <a:off x="5125023" y="13914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39" name="AxMath" r:id="rId102" imgW="151920" imgH="226800" progId="Equation.AxMath">
                  <p:embed/>
                </p:oleObj>
              </mc:Choice>
              <mc:Fallback>
                <p:oleObj name="AxMath" r:id="rId102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5023" y="13914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-346944" y="31761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/>
          </p:nvPr>
        </p:nvGraphicFramePr>
        <p:xfrm>
          <a:off x="5124907" y="30279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0" name="AxMath" r:id="rId103" imgW="151920" imgH="226800" progId="Equation.AxMath">
                  <p:embed/>
                </p:oleObj>
              </mc:Choice>
              <mc:Fallback>
                <p:oleObj name="AxMath" r:id="rId103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124907" y="30279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/>
          </p:nvPr>
        </p:nvGraphicFramePr>
        <p:xfrm>
          <a:off x="2716411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1" name="AxMath" r:id="rId104" imgW="151920" imgH="226800" progId="Equation.AxMath">
                  <p:embed/>
                </p:oleObj>
              </mc:Choice>
              <mc:Fallback>
                <p:oleObj name="AxMath" r:id="rId104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2716411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/>
          </p:nvPr>
        </p:nvGraphicFramePr>
        <p:xfrm>
          <a:off x="1338577" y="19420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2" name="AxMath" r:id="rId105" imgW="151920" imgH="226800" progId="Equation.AxMath">
                  <p:embed/>
                </p:oleObj>
              </mc:Choice>
              <mc:Fallback>
                <p:oleObj name="AxMath" r:id="rId105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1338577" y="19420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/>
          </p:nvPr>
        </p:nvGraphicFramePr>
        <p:xfrm>
          <a:off x="4107753" y="19373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3" name="AxMath" r:id="rId106" imgW="151920" imgH="226800" progId="Equation.AxMath">
                  <p:embed/>
                </p:oleObj>
              </mc:Choice>
              <mc:Fallback>
                <p:oleObj name="AxMath" r:id="rId106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107753" y="19373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/>
          </p:nvPr>
        </p:nvGraphicFramePr>
        <p:xfrm>
          <a:off x="6124628" y="19420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4" name="AxMath" r:id="rId107" imgW="151920" imgH="226800" progId="Equation.AxMath">
                  <p:embed/>
                </p:oleObj>
              </mc:Choice>
              <mc:Fallback>
                <p:oleObj name="AxMath" r:id="rId107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124628" y="19420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258" name="直接箭头连接符 257"/>
          <p:cNvCxnSpPr/>
          <p:nvPr/>
        </p:nvCxnSpPr>
        <p:spPr>
          <a:xfrm flipH="1">
            <a:off x="1880982" y="64836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59" name="直接箭头连接符 258"/>
          <p:cNvCxnSpPr/>
          <p:nvPr/>
        </p:nvCxnSpPr>
        <p:spPr>
          <a:xfrm flipH="1">
            <a:off x="3321854" y="1249362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0" name="直接箭头连接符 259"/>
          <p:cNvCxnSpPr/>
          <p:nvPr/>
        </p:nvCxnSpPr>
        <p:spPr>
          <a:xfrm flipH="1">
            <a:off x="4729129" y="186120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1" name="直接箭头连接符 260"/>
          <p:cNvCxnSpPr/>
          <p:nvPr/>
        </p:nvCxnSpPr>
        <p:spPr>
          <a:xfrm flipH="1">
            <a:off x="6696474" y="3540366"/>
            <a:ext cx="234" cy="306478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63" name="肘形连接符 262"/>
          <p:cNvCxnSpPr/>
          <p:nvPr/>
        </p:nvCxnSpPr>
        <p:spPr>
          <a:xfrm rot="16200000" flipV="1">
            <a:off x="5266821" y="1804913"/>
            <a:ext cx="3384604" cy="705218"/>
          </a:xfrm>
          <a:prstGeom prst="bentConnector3">
            <a:avLst>
              <a:gd name="adj1" fmla="val 109943"/>
            </a:avLst>
          </a:prstGeom>
          <a:ln w="28575" cap="sq">
            <a:solidFill>
              <a:schemeClr val="tx1"/>
            </a:solidFill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264" name="对象 263"/>
          <p:cNvGraphicFramePr>
            <a:graphicFrameLocks noChangeAspect="1"/>
          </p:cNvGraphicFramePr>
          <p:nvPr>
            <p:extLst/>
          </p:nvPr>
        </p:nvGraphicFramePr>
        <p:xfrm>
          <a:off x="1447191" y="37956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5" name="AxMath" r:id="rId108" imgW="218880" imgH="230400" progId="Equation.AxMath">
                  <p:embed/>
                </p:oleObj>
              </mc:Choice>
              <mc:Fallback>
                <p:oleObj name="AxMath" r:id="rId108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1447191" y="37956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2338182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6" name="对象 265"/>
          <p:cNvGraphicFramePr>
            <a:graphicFrameLocks noChangeAspect="1"/>
          </p:cNvGraphicFramePr>
          <p:nvPr>
            <p:extLst/>
          </p:nvPr>
        </p:nvGraphicFramePr>
        <p:xfrm>
          <a:off x="2836253" y="990748"/>
          <a:ext cx="287338" cy="3048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6" name="AxMath" r:id="rId109" imgW="217080" imgH="230400" progId="Equation.AxMath">
                  <p:embed/>
                </p:oleObj>
              </mc:Choice>
              <mc:Fallback>
                <p:oleObj name="AxMath" r:id="rId109" imgW="217080" imgH="230400" progId="Equation.AxMath">
                  <p:embed/>
                  <p:pic>
                    <p:nvPicPr>
                      <p:cNvPr id="266" name="对象 265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2836253" y="990748"/>
                        <a:ext cx="287338" cy="3048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7" name="矩形 266"/>
          <p:cNvSpPr/>
          <p:nvPr/>
        </p:nvSpPr>
        <p:spPr>
          <a:xfrm>
            <a:off x="3733162" y="15395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68" name="对象 267"/>
          <p:cNvGraphicFramePr>
            <a:graphicFrameLocks noChangeAspect="1"/>
          </p:cNvGraphicFramePr>
          <p:nvPr>
            <p:extLst/>
          </p:nvPr>
        </p:nvGraphicFramePr>
        <p:xfrm>
          <a:off x="4225316" y="1603523"/>
          <a:ext cx="296862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7" name="AxMath" r:id="rId110" imgW="225360" imgH="230400" progId="Equation.AxMath">
                  <p:embed/>
                </p:oleObj>
              </mc:Choice>
              <mc:Fallback>
                <p:oleObj name="AxMath" r:id="rId110" imgW="225360" imgH="230400" progId="Equation.AxMath">
                  <p:embed/>
                  <p:pic>
                    <p:nvPicPr>
                      <p:cNvPr id="268" name="对象 26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4225316" y="1603523"/>
                        <a:ext cx="296862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9" name="矩形 268"/>
          <p:cNvSpPr/>
          <p:nvPr/>
        </p:nvSpPr>
        <p:spPr>
          <a:xfrm>
            <a:off x="5674240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0" name="对象 269"/>
          <p:cNvGraphicFramePr>
            <a:graphicFrameLocks noChangeAspect="1"/>
          </p:cNvGraphicFramePr>
          <p:nvPr>
            <p:extLst/>
          </p:nvPr>
        </p:nvGraphicFramePr>
        <p:xfrm>
          <a:off x="6050825" y="3234486"/>
          <a:ext cx="511175" cy="3032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8" name="AxMath" r:id="rId111" imgW="385200" imgH="230400" progId="Equation.AxMath">
                  <p:embed/>
                </p:oleObj>
              </mc:Choice>
              <mc:Fallback>
                <p:oleObj name="AxMath" r:id="rId111" imgW="385200" imgH="230400" progId="Equation.AxMath">
                  <p:embed/>
                  <p:pic>
                    <p:nvPicPr>
                      <p:cNvPr id="270" name="对象 269"/>
                      <p:cNvPicPr/>
                      <p:nvPr/>
                    </p:nvPicPr>
                    <p:blipFill>
                      <a:blip r:embed="rId46"/>
                      <a:stretch>
                        <a:fillRect/>
                      </a:stretch>
                    </p:blipFill>
                    <p:spPr>
                      <a:xfrm>
                        <a:off x="6050825" y="3234486"/>
                        <a:ext cx="511175" cy="3032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71" name="对象 270"/>
          <p:cNvGraphicFramePr>
            <a:graphicFrameLocks noChangeAspect="1"/>
          </p:cNvGraphicFramePr>
          <p:nvPr>
            <p:extLst/>
          </p:nvPr>
        </p:nvGraphicFramePr>
        <p:xfrm>
          <a:off x="2823553" y="36686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49" name="AxMath" r:id="rId112" imgW="226080" imgH="230400" progId="Equation.AxMath">
                  <p:embed/>
                </p:oleObj>
              </mc:Choice>
              <mc:Fallback>
                <p:oleObj name="AxMath" r:id="rId112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13"/>
                      <a:stretch>
                        <a:fillRect/>
                      </a:stretch>
                    </p:blipFill>
                    <p:spPr>
                      <a:xfrm>
                        <a:off x="2823553" y="36686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2" name="矩形 271"/>
          <p:cNvSpPr/>
          <p:nvPr/>
        </p:nvSpPr>
        <p:spPr>
          <a:xfrm>
            <a:off x="3733162" y="315857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3" name="对象 272"/>
          <p:cNvGraphicFramePr>
            <a:graphicFrameLocks noChangeAspect="1"/>
          </p:cNvGraphicFramePr>
          <p:nvPr>
            <p:extLst/>
          </p:nvPr>
        </p:nvGraphicFramePr>
        <p:xfrm>
          <a:off x="4217378" y="3668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0" name="AxMath" r:id="rId114" imgW="227520" imgH="230400" progId="Equation.AxMath">
                  <p:embed/>
                </p:oleObj>
              </mc:Choice>
              <mc:Fallback>
                <p:oleObj name="AxMath" r:id="rId114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15"/>
                      <a:stretch>
                        <a:fillRect/>
                      </a:stretch>
                    </p:blipFill>
                    <p:spPr>
                      <a:xfrm>
                        <a:off x="4217378" y="3668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4" name="矩形 273"/>
          <p:cNvSpPr/>
          <p:nvPr/>
        </p:nvSpPr>
        <p:spPr>
          <a:xfrm>
            <a:off x="5674356" y="32056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5" name="对象 274"/>
          <p:cNvGraphicFramePr>
            <a:graphicFrameLocks noChangeAspect="1"/>
          </p:cNvGraphicFramePr>
          <p:nvPr>
            <p:extLst/>
          </p:nvPr>
        </p:nvGraphicFramePr>
        <p:xfrm>
          <a:off x="5768366" y="371623"/>
          <a:ext cx="11080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1" name="AxMath" r:id="rId116" imgW="773640" imgH="230400" progId="Equation.AxMath">
                  <p:embed/>
                </p:oleObj>
              </mc:Choice>
              <mc:Fallback>
                <p:oleObj name="AxMath" r:id="rId116" imgW="773640" imgH="230400" progId="Equation.AxMath">
                  <p:embed/>
                  <p:pic>
                    <p:nvPicPr>
                      <p:cNvPr id="275" name="对象 274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5768366" y="371623"/>
                        <a:ext cx="11080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6" name="矩形 275"/>
          <p:cNvSpPr/>
          <p:nvPr/>
        </p:nvSpPr>
        <p:spPr>
          <a:xfrm>
            <a:off x="5679781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7" name="对象 276"/>
          <p:cNvGraphicFramePr>
            <a:graphicFrameLocks noChangeAspect="1"/>
          </p:cNvGraphicFramePr>
          <p:nvPr>
            <p:extLst/>
          </p:nvPr>
        </p:nvGraphicFramePr>
        <p:xfrm>
          <a:off x="6165241" y="978048"/>
          <a:ext cx="3238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2" name="AxMath" r:id="rId117" imgW="225360" imgH="230400" progId="Equation.AxMath">
                  <p:embed/>
                </p:oleObj>
              </mc:Choice>
              <mc:Fallback>
                <p:oleObj name="AxMath" r:id="rId117" imgW="225360" imgH="230400" progId="Equation.AxMath">
                  <p:embed/>
                  <p:pic>
                    <p:nvPicPr>
                      <p:cNvPr id="277" name="对象 276"/>
                      <p:cNvPicPr/>
                      <p:nvPr/>
                    </p:nvPicPr>
                    <p:blipFill>
                      <a:blip r:embed="rId118"/>
                      <a:stretch>
                        <a:fillRect/>
                      </a:stretch>
                    </p:blipFill>
                    <p:spPr>
                      <a:xfrm>
                        <a:off x="6165241" y="978048"/>
                        <a:ext cx="3238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78" name="矩形 277"/>
          <p:cNvSpPr/>
          <p:nvPr/>
        </p:nvSpPr>
        <p:spPr>
          <a:xfrm>
            <a:off x="567435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79" name="对象 278"/>
          <p:cNvGraphicFramePr>
            <a:graphicFrameLocks noChangeAspect="1"/>
          </p:cNvGraphicFramePr>
          <p:nvPr>
            <p:extLst/>
          </p:nvPr>
        </p:nvGraphicFramePr>
        <p:xfrm>
          <a:off x="6155716" y="1586061"/>
          <a:ext cx="3317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3" name="AxMath" r:id="rId119" imgW="232200" imgH="230400" progId="Equation.AxMath">
                  <p:embed/>
                </p:oleObj>
              </mc:Choice>
              <mc:Fallback>
                <p:oleObj name="AxMath" r:id="rId119" imgW="232200" imgH="230400" progId="Equation.AxMath">
                  <p:embed/>
                  <p:pic>
                    <p:nvPicPr>
                      <p:cNvPr id="279" name="对象 278"/>
                      <p:cNvPicPr/>
                      <p:nvPr/>
                    </p:nvPicPr>
                    <p:blipFill>
                      <a:blip r:embed="rId120"/>
                      <a:stretch>
                        <a:fillRect/>
                      </a:stretch>
                    </p:blipFill>
                    <p:spPr>
                      <a:xfrm>
                        <a:off x="6155716" y="1586061"/>
                        <a:ext cx="3317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0" name="矩形 279"/>
          <p:cNvSpPr/>
          <p:nvPr/>
        </p:nvSpPr>
        <p:spPr>
          <a:xfrm>
            <a:off x="3726407" y="9277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1" name="对象 280"/>
          <p:cNvGraphicFramePr>
            <a:graphicFrameLocks noChangeAspect="1"/>
          </p:cNvGraphicFramePr>
          <p:nvPr>
            <p:extLst/>
          </p:nvPr>
        </p:nvGraphicFramePr>
        <p:xfrm>
          <a:off x="4217378" y="978048"/>
          <a:ext cx="31432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4" name="AxMath" r:id="rId121" imgW="218520" imgH="230400" progId="Equation.AxMath">
                  <p:embed/>
                </p:oleObj>
              </mc:Choice>
              <mc:Fallback>
                <p:oleObj name="AxMath" r:id="rId121" imgW="218520" imgH="230400" progId="Equation.AxMath">
                  <p:embed/>
                  <p:pic>
                    <p:nvPicPr>
                      <p:cNvPr id="281" name="对象 280"/>
                      <p:cNvPicPr/>
                      <p:nvPr/>
                    </p:nvPicPr>
                    <p:blipFill>
                      <a:blip r:embed="rId122"/>
                      <a:stretch>
                        <a:fillRect/>
                      </a:stretch>
                    </p:blipFill>
                    <p:spPr>
                      <a:xfrm>
                        <a:off x="4217378" y="978048"/>
                        <a:ext cx="31432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2" name="矩形 281"/>
          <p:cNvSpPr/>
          <p:nvPr/>
        </p:nvSpPr>
        <p:spPr>
          <a:xfrm>
            <a:off x="949726" y="9242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3" name="对象 282"/>
          <p:cNvGraphicFramePr>
            <a:graphicFrameLocks noChangeAspect="1"/>
          </p:cNvGraphicFramePr>
          <p:nvPr>
            <p:extLst/>
          </p:nvPr>
        </p:nvGraphicFramePr>
        <p:xfrm>
          <a:off x="1177316" y="974873"/>
          <a:ext cx="83820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5" name="AxMath" r:id="rId123" imgW="583200" imgH="230400" progId="Equation.AxMath">
                  <p:embed/>
                </p:oleObj>
              </mc:Choice>
              <mc:Fallback>
                <p:oleObj name="AxMath" r:id="rId123" imgW="583200" imgH="230400" progId="Equation.AxMath">
                  <p:embed/>
                  <p:pic>
                    <p:nvPicPr>
                      <p:cNvPr id="283" name="对象 282"/>
                      <p:cNvPicPr/>
                      <p:nvPr/>
                    </p:nvPicPr>
                    <p:blipFill>
                      <a:blip r:embed="rId124"/>
                      <a:stretch>
                        <a:fillRect/>
                      </a:stretch>
                    </p:blipFill>
                    <p:spPr>
                      <a:xfrm>
                        <a:off x="1177316" y="974873"/>
                        <a:ext cx="83820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4" name="矩形 283"/>
          <p:cNvSpPr/>
          <p:nvPr/>
        </p:nvSpPr>
        <p:spPr>
          <a:xfrm>
            <a:off x="2341069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5" name="对象 284"/>
          <p:cNvGraphicFramePr>
            <a:graphicFrameLocks noChangeAspect="1"/>
          </p:cNvGraphicFramePr>
          <p:nvPr>
            <p:extLst/>
          </p:nvPr>
        </p:nvGraphicFramePr>
        <p:xfrm>
          <a:off x="2561616" y="1586061"/>
          <a:ext cx="85248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6" name="AxMath" r:id="rId125" imgW="595080" imgH="230400" progId="Equation.AxMath">
                  <p:embed/>
                </p:oleObj>
              </mc:Choice>
              <mc:Fallback>
                <p:oleObj name="AxMath" r:id="rId125" imgW="595080" imgH="230400" progId="Equation.AxMath">
                  <p:embed/>
                  <p:pic>
                    <p:nvPicPr>
                      <p:cNvPr id="285" name="对象 284"/>
                      <p:cNvPicPr/>
                      <p:nvPr/>
                    </p:nvPicPr>
                    <p:blipFill>
                      <a:blip r:embed="rId126"/>
                      <a:stretch>
                        <a:fillRect/>
                      </a:stretch>
                    </p:blipFill>
                    <p:spPr>
                      <a:xfrm>
                        <a:off x="2561616" y="1586061"/>
                        <a:ext cx="85248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6" name="矩形 285"/>
          <p:cNvSpPr/>
          <p:nvPr/>
        </p:nvSpPr>
        <p:spPr>
          <a:xfrm>
            <a:off x="949726" y="15348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7" name="对象 286"/>
          <p:cNvGraphicFramePr>
            <a:graphicFrameLocks noChangeAspect="1"/>
          </p:cNvGraphicFramePr>
          <p:nvPr>
            <p:extLst/>
          </p:nvPr>
        </p:nvGraphicFramePr>
        <p:xfrm>
          <a:off x="1431316" y="1586061"/>
          <a:ext cx="3333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7" name="AxMath" r:id="rId127" imgW="234000" imgH="230400" progId="Equation.AxMath">
                  <p:embed/>
                </p:oleObj>
              </mc:Choice>
              <mc:Fallback>
                <p:oleObj name="AxMath" r:id="rId127" imgW="234000" imgH="230400" progId="Equation.AxMath">
                  <p:embed/>
                  <p:pic>
                    <p:nvPicPr>
                      <p:cNvPr id="287" name="对象 286"/>
                      <p:cNvPicPr/>
                      <p:nvPr/>
                    </p:nvPicPr>
                    <p:blipFill>
                      <a:blip r:embed="rId128"/>
                      <a:stretch>
                        <a:fillRect/>
                      </a:stretch>
                    </p:blipFill>
                    <p:spPr>
                      <a:xfrm>
                        <a:off x="1431316" y="1586061"/>
                        <a:ext cx="3333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88" name="矩形 287"/>
          <p:cNvSpPr/>
          <p:nvPr/>
        </p:nvSpPr>
        <p:spPr>
          <a:xfrm>
            <a:off x="3739150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89" name="对象 288"/>
          <p:cNvGraphicFramePr>
            <a:graphicFrameLocks noChangeAspect="1"/>
          </p:cNvGraphicFramePr>
          <p:nvPr>
            <p:extLst/>
          </p:nvPr>
        </p:nvGraphicFramePr>
        <p:xfrm>
          <a:off x="4115662" y="3226549"/>
          <a:ext cx="5413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8" name="AxMath" r:id="rId129" imgW="378360" imgH="230400" progId="Equation.AxMath">
                  <p:embed/>
                </p:oleObj>
              </mc:Choice>
              <mc:Fallback>
                <p:oleObj name="AxMath" r:id="rId129" imgW="378360" imgH="230400" progId="Equation.AxMath">
                  <p:embed/>
                  <p:pic>
                    <p:nvPicPr>
                      <p:cNvPr id="289" name="对象 288"/>
                      <p:cNvPicPr/>
                      <p:nvPr/>
                    </p:nvPicPr>
                    <p:blipFill>
                      <a:blip r:embed="rId130"/>
                      <a:stretch>
                        <a:fillRect/>
                      </a:stretch>
                    </p:blipFill>
                    <p:spPr>
                      <a:xfrm>
                        <a:off x="4115662" y="3226549"/>
                        <a:ext cx="5413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0" name="矩形 289"/>
          <p:cNvSpPr/>
          <p:nvPr/>
        </p:nvSpPr>
        <p:spPr>
          <a:xfrm>
            <a:off x="2332426" y="31722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1" name="对象 290"/>
          <p:cNvGraphicFramePr>
            <a:graphicFrameLocks noChangeAspect="1"/>
          </p:cNvGraphicFramePr>
          <p:nvPr>
            <p:extLst/>
          </p:nvPr>
        </p:nvGraphicFramePr>
        <p:xfrm>
          <a:off x="2710725" y="3223374"/>
          <a:ext cx="538162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59" name="AxMath" r:id="rId131" imgW="376560" imgH="230400" progId="Equation.AxMath">
                  <p:embed/>
                </p:oleObj>
              </mc:Choice>
              <mc:Fallback>
                <p:oleObj name="AxMath" r:id="rId131" imgW="376560" imgH="230400" progId="Equation.AxMath">
                  <p:embed/>
                  <p:pic>
                    <p:nvPicPr>
                      <p:cNvPr id="291" name="对象 290"/>
                      <p:cNvPicPr/>
                      <p:nvPr/>
                    </p:nvPicPr>
                    <p:blipFill>
                      <a:blip r:embed="rId132"/>
                      <a:stretch>
                        <a:fillRect/>
                      </a:stretch>
                    </p:blipFill>
                    <p:spPr>
                      <a:xfrm>
                        <a:off x="2710725" y="3223374"/>
                        <a:ext cx="538162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2" name="矩形 291"/>
          <p:cNvSpPr/>
          <p:nvPr/>
        </p:nvSpPr>
        <p:spPr>
          <a:xfrm>
            <a:off x="947021" y="31761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3" name="对象 292"/>
          <p:cNvGraphicFramePr>
            <a:graphicFrameLocks noChangeAspect="1"/>
          </p:cNvGraphicFramePr>
          <p:nvPr>
            <p:extLst/>
          </p:nvPr>
        </p:nvGraphicFramePr>
        <p:xfrm>
          <a:off x="1329600" y="3226549"/>
          <a:ext cx="528637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0" name="AxMath" r:id="rId133" imgW="369720" imgH="230400" progId="Equation.AxMath">
                  <p:embed/>
                </p:oleObj>
              </mc:Choice>
              <mc:Fallback>
                <p:oleObj name="AxMath" r:id="rId133" imgW="369720" imgH="230400" progId="Equation.AxMath">
                  <p:embed/>
                  <p:pic>
                    <p:nvPicPr>
                      <p:cNvPr id="293" name="对象 292"/>
                      <p:cNvPicPr/>
                      <p:nvPr/>
                    </p:nvPicPr>
                    <p:blipFill>
                      <a:blip r:embed="rId134"/>
                      <a:stretch>
                        <a:fillRect/>
                      </a:stretch>
                    </p:blipFill>
                    <p:spPr>
                      <a:xfrm>
                        <a:off x="1329600" y="3226549"/>
                        <a:ext cx="528637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4" name="圆角矩形 293"/>
          <p:cNvSpPr/>
          <p:nvPr/>
        </p:nvSpPr>
        <p:spPr>
          <a:xfrm>
            <a:off x="-346944" y="25974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5674240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6" name="对象 295"/>
          <p:cNvGraphicFramePr>
            <a:graphicFrameLocks noChangeAspect="1"/>
          </p:cNvGraphicFramePr>
          <p:nvPr>
            <p:extLst/>
          </p:nvPr>
        </p:nvGraphicFramePr>
        <p:xfrm>
          <a:off x="6047766" y="2656036"/>
          <a:ext cx="519112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1" name="AxMath" r:id="rId135" imgW="392040" imgH="230400" progId="Equation.AxMath">
                  <p:embed/>
                </p:oleObj>
              </mc:Choice>
              <mc:Fallback>
                <p:oleObj name="AxMath" r:id="rId135" imgW="392040" imgH="230400" progId="Equation.AxMath">
                  <p:embed/>
                  <p:pic>
                    <p:nvPicPr>
                      <p:cNvPr id="296" name="对象 295"/>
                      <p:cNvPicPr/>
                      <p:nvPr/>
                    </p:nvPicPr>
                    <p:blipFill>
                      <a:blip r:embed="rId136"/>
                      <a:stretch>
                        <a:fillRect/>
                      </a:stretch>
                    </p:blipFill>
                    <p:spPr>
                      <a:xfrm>
                        <a:off x="6047766" y="2656036"/>
                        <a:ext cx="519112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7" name="矩形 296"/>
          <p:cNvSpPr/>
          <p:nvPr/>
        </p:nvSpPr>
        <p:spPr>
          <a:xfrm>
            <a:off x="3739150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98" name="对象 297"/>
          <p:cNvGraphicFramePr>
            <a:graphicFrameLocks noChangeAspect="1"/>
          </p:cNvGraphicFramePr>
          <p:nvPr>
            <p:extLst/>
          </p:nvPr>
        </p:nvGraphicFramePr>
        <p:xfrm>
          <a:off x="4111016" y="2648098"/>
          <a:ext cx="552450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2" name="AxMath" r:id="rId137" imgW="385200" imgH="230400" progId="Equation.AxMath">
                  <p:embed/>
                </p:oleObj>
              </mc:Choice>
              <mc:Fallback>
                <p:oleObj name="AxMath" r:id="rId137" imgW="385200" imgH="230400" progId="Equation.AxMath">
                  <p:embed/>
                  <p:pic>
                    <p:nvPicPr>
                      <p:cNvPr id="298" name="对象 297"/>
                      <p:cNvPicPr/>
                      <p:nvPr/>
                    </p:nvPicPr>
                    <p:blipFill>
                      <a:blip r:embed="rId138"/>
                      <a:stretch>
                        <a:fillRect/>
                      </a:stretch>
                    </p:blipFill>
                    <p:spPr>
                      <a:xfrm>
                        <a:off x="4111016" y="2648098"/>
                        <a:ext cx="552450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99" name="矩形 298"/>
          <p:cNvSpPr/>
          <p:nvPr/>
        </p:nvSpPr>
        <p:spPr>
          <a:xfrm>
            <a:off x="2332426" y="25935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0" name="对象 299"/>
          <p:cNvGraphicFramePr>
            <a:graphicFrameLocks noChangeAspect="1"/>
          </p:cNvGraphicFramePr>
          <p:nvPr>
            <p:extLst/>
          </p:nvPr>
        </p:nvGraphicFramePr>
        <p:xfrm>
          <a:off x="2706078" y="2644923"/>
          <a:ext cx="549275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3" name="AxMath" r:id="rId139" imgW="383760" imgH="230400" progId="Equation.AxMath">
                  <p:embed/>
                </p:oleObj>
              </mc:Choice>
              <mc:Fallback>
                <p:oleObj name="AxMath" r:id="rId139" imgW="383760" imgH="230400" progId="Equation.AxMath">
                  <p:embed/>
                  <p:pic>
                    <p:nvPicPr>
                      <p:cNvPr id="300" name="对象 299"/>
                      <p:cNvPicPr/>
                      <p:nvPr/>
                    </p:nvPicPr>
                    <p:blipFill>
                      <a:blip r:embed="rId140"/>
                      <a:stretch>
                        <a:fillRect/>
                      </a:stretch>
                    </p:blipFill>
                    <p:spPr>
                      <a:xfrm>
                        <a:off x="2706078" y="2644923"/>
                        <a:ext cx="549275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1" name="矩形 300"/>
          <p:cNvSpPr/>
          <p:nvPr/>
        </p:nvSpPr>
        <p:spPr>
          <a:xfrm>
            <a:off x="947021" y="25974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2" name="对象 301"/>
          <p:cNvGraphicFramePr>
            <a:graphicFrameLocks noChangeAspect="1"/>
          </p:cNvGraphicFramePr>
          <p:nvPr>
            <p:extLst/>
          </p:nvPr>
        </p:nvGraphicFramePr>
        <p:xfrm>
          <a:off x="1324953" y="2648098"/>
          <a:ext cx="5381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064" name="AxMath" r:id="rId141" imgW="376560" imgH="230400" progId="Equation.AxMath">
                  <p:embed/>
                </p:oleObj>
              </mc:Choice>
              <mc:Fallback>
                <p:oleObj name="AxMath" r:id="rId141" imgW="376560" imgH="230400" progId="Equation.AxMath">
                  <p:embed/>
                  <p:pic>
                    <p:nvPicPr>
                      <p:cNvPr id="302" name="对象 301"/>
                      <p:cNvPicPr/>
                      <p:nvPr/>
                    </p:nvPicPr>
                    <p:blipFill>
                      <a:blip r:embed="rId142"/>
                      <a:stretch>
                        <a:fillRect/>
                      </a:stretch>
                    </p:blipFill>
                    <p:spPr>
                      <a:xfrm>
                        <a:off x="1324953" y="2648098"/>
                        <a:ext cx="5381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6" name="直接连接符 5"/>
          <p:cNvCxnSpPr/>
          <p:nvPr/>
        </p:nvCxnSpPr>
        <p:spPr>
          <a:xfrm>
            <a:off x="6696474" y="3848332"/>
            <a:ext cx="615258" cy="1492"/>
          </a:xfrm>
          <a:prstGeom prst="line">
            <a:avLst/>
          </a:prstGeom>
          <a:ln w="28575" cap="sq">
            <a:solidFill>
              <a:schemeClr val="tx1"/>
            </a:solidFill>
            <a:miter lim="800000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367818546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圆角矩形 243"/>
          <p:cNvSpPr/>
          <p:nvPr/>
        </p:nvSpPr>
        <p:spPr>
          <a:xfrm>
            <a:off x="2414238" y="214258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45" name="矩形 244"/>
          <p:cNvSpPr/>
          <p:nvPr/>
        </p:nvSpPr>
        <p:spPr>
          <a:xfrm>
            <a:off x="3698237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46" name="矩形 245"/>
          <p:cNvSpPr/>
          <p:nvPr/>
        </p:nvSpPr>
        <p:spPr>
          <a:xfrm>
            <a:off x="5086462" y="21425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7" name="对象 24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43611678"/>
              </p:ext>
            </p:extLst>
          </p:nvPr>
        </p:nvGraphicFramePr>
        <p:xfrm>
          <a:off x="7873303" y="6613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39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613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48" name="圆角矩形 247"/>
          <p:cNvSpPr/>
          <p:nvPr/>
        </p:nvSpPr>
        <p:spPr>
          <a:xfrm>
            <a:off x="2401336" y="826106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49" name="对象 2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38030247"/>
              </p:ext>
            </p:extLst>
          </p:nvPr>
        </p:nvGraphicFramePr>
        <p:xfrm>
          <a:off x="7873303" y="67798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40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67798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0" name="圆角矩形 249"/>
          <p:cNvSpPr/>
          <p:nvPr/>
        </p:nvSpPr>
        <p:spPr>
          <a:xfrm>
            <a:off x="2401336" y="143795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1" name="对象 25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64861302"/>
              </p:ext>
            </p:extLst>
          </p:nvPr>
        </p:nvGraphicFramePr>
        <p:xfrm>
          <a:off x="7873303" y="12898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41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303" y="12898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52" name="圆角矩形 251"/>
          <p:cNvSpPr/>
          <p:nvPr/>
        </p:nvSpPr>
        <p:spPr>
          <a:xfrm>
            <a:off x="2401336" y="307451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253" name="对象 25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83554477"/>
              </p:ext>
            </p:extLst>
          </p:nvPr>
        </p:nvGraphicFramePr>
        <p:xfrm>
          <a:off x="7873187" y="292639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42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73187" y="292639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4" name="对象 25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967791"/>
              </p:ext>
            </p:extLst>
          </p:nvPr>
        </p:nvGraphicFramePr>
        <p:xfrm>
          <a:off x="5464691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43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64691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5" name="对象 25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87800795"/>
              </p:ext>
            </p:extLst>
          </p:nvPr>
        </p:nvGraphicFramePr>
        <p:xfrm>
          <a:off x="4086857" y="184041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44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6857" y="184041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6" name="对象 25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84284702"/>
              </p:ext>
            </p:extLst>
          </p:nvPr>
        </p:nvGraphicFramePr>
        <p:xfrm>
          <a:off x="6856033" y="183575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45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6033" y="183575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57" name="对象 25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69198044"/>
              </p:ext>
            </p:extLst>
          </p:nvPr>
        </p:nvGraphicFramePr>
        <p:xfrm>
          <a:off x="8872908" y="184043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46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72908" y="184043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65" name="矩形 264"/>
          <p:cNvSpPr/>
          <p:nvPr/>
        </p:nvSpPr>
        <p:spPr>
          <a:xfrm>
            <a:off x="5086462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7" name="矩形 266"/>
          <p:cNvSpPr/>
          <p:nvPr/>
        </p:nvSpPr>
        <p:spPr>
          <a:xfrm>
            <a:off x="6481442" y="143795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69" name="矩形 268"/>
          <p:cNvSpPr/>
          <p:nvPr/>
        </p:nvSpPr>
        <p:spPr>
          <a:xfrm>
            <a:off x="8422520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2" name="矩形 271"/>
          <p:cNvSpPr/>
          <p:nvPr/>
        </p:nvSpPr>
        <p:spPr>
          <a:xfrm>
            <a:off x="6481442" y="2142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4" name="矩形 273"/>
          <p:cNvSpPr/>
          <p:nvPr/>
        </p:nvSpPr>
        <p:spPr>
          <a:xfrm>
            <a:off x="8422636" y="21896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6" name="矩形 275"/>
          <p:cNvSpPr/>
          <p:nvPr/>
        </p:nvSpPr>
        <p:spPr>
          <a:xfrm>
            <a:off x="8428061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78" name="矩形 277"/>
          <p:cNvSpPr/>
          <p:nvPr/>
        </p:nvSpPr>
        <p:spPr>
          <a:xfrm>
            <a:off x="842263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0" name="矩形 279"/>
          <p:cNvSpPr/>
          <p:nvPr/>
        </p:nvSpPr>
        <p:spPr>
          <a:xfrm>
            <a:off x="6474687" y="82610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2" name="矩形 281"/>
          <p:cNvSpPr/>
          <p:nvPr/>
        </p:nvSpPr>
        <p:spPr>
          <a:xfrm>
            <a:off x="3698006" y="82269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4" name="矩形 283"/>
          <p:cNvSpPr/>
          <p:nvPr/>
        </p:nvSpPr>
        <p:spPr>
          <a:xfrm>
            <a:off x="5089349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6" name="矩形 285"/>
          <p:cNvSpPr/>
          <p:nvPr/>
        </p:nvSpPr>
        <p:spPr>
          <a:xfrm>
            <a:off x="3698006" y="143324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88" name="矩形 287"/>
          <p:cNvSpPr/>
          <p:nvPr/>
        </p:nvSpPr>
        <p:spPr>
          <a:xfrm>
            <a:off x="6487430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0" name="矩形 289"/>
          <p:cNvSpPr/>
          <p:nvPr/>
        </p:nvSpPr>
        <p:spPr>
          <a:xfrm>
            <a:off x="5080706" y="3070631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2" name="矩形 291"/>
          <p:cNvSpPr/>
          <p:nvPr/>
        </p:nvSpPr>
        <p:spPr>
          <a:xfrm>
            <a:off x="3695301" y="307451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4" name="圆角矩形 293"/>
          <p:cNvSpPr/>
          <p:nvPr/>
        </p:nvSpPr>
        <p:spPr>
          <a:xfrm>
            <a:off x="2401336" y="249586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5" name="矩形 294"/>
          <p:cNvSpPr/>
          <p:nvPr/>
        </p:nvSpPr>
        <p:spPr>
          <a:xfrm>
            <a:off x="8422520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7" name="矩形 296"/>
          <p:cNvSpPr/>
          <p:nvPr/>
        </p:nvSpPr>
        <p:spPr>
          <a:xfrm>
            <a:off x="6487430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299" name="矩形 298"/>
          <p:cNvSpPr/>
          <p:nvPr/>
        </p:nvSpPr>
        <p:spPr>
          <a:xfrm>
            <a:off x="5080706" y="2491986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1" name="矩形 300"/>
          <p:cNvSpPr/>
          <p:nvPr/>
        </p:nvSpPr>
        <p:spPr>
          <a:xfrm>
            <a:off x="3695301" y="249586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241" name="对象 2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7052299"/>
              </p:ext>
            </p:extLst>
          </p:nvPr>
        </p:nvGraphicFramePr>
        <p:xfrm>
          <a:off x="4174111" y="288038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47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64" name="对象 263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74111" y="288038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2" name="对象 2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1110228"/>
              </p:ext>
            </p:extLst>
          </p:nvPr>
        </p:nvGraphicFramePr>
        <p:xfrm>
          <a:off x="5543358" y="28115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48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71" name="对象 27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8" y="28115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43" name="对象 2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66495133"/>
              </p:ext>
            </p:extLst>
          </p:nvPr>
        </p:nvGraphicFramePr>
        <p:xfrm>
          <a:off x="6933864" y="277828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49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73" name="对象 27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33864" y="277828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03" name="对象 3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19271159"/>
              </p:ext>
            </p:extLst>
          </p:nvPr>
        </p:nvGraphicFramePr>
        <p:xfrm>
          <a:off x="8932863" y="279400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0" name="AxMath" r:id="rId19" imgW="239760" imgH="228960" progId="Equation.AxMath">
                  <p:embed/>
                </p:oleObj>
              </mc:Choice>
              <mc:Fallback>
                <p:oleObj name="AxMath" r:id="rId19" imgW="239760" imgH="22896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32863" y="279400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5" name="圆角矩形 304"/>
          <p:cNvSpPr/>
          <p:nvPr/>
        </p:nvSpPr>
        <p:spPr>
          <a:xfrm>
            <a:off x="2408250" y="4550445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6" name="矩形 305"/>
          <p:cNvSpPr/>
          <p:nvPr/>
        </p:nvSpPr>
        <p:spPr>
          <a:xfrm>
            <a:off x="3692249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07" name="矩形 306"/>
          <p:cNvSpPr/>
          <p:nvPr/>
        </p:nvSpPr>
        <p:spPr>
          <a:xfrm>
            <a:off x="5080474" y="455044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08" name="对象 3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7418667"/>
              </p:ext>
            </p:extLst>
          </p:nvPr>
        </p:nvGraphicFramePr>
        <p:xfrm>
          <a:off x="7867315" y="4402323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1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247" name="对象 246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4402323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09" name="圆角矩形 308"/>
          <p:cNvSpPr/>
          <p:nvPr/>
        </p:nvSpPr>
        <p:spPr>
          <a:xfrm>
            <a:off x="2395348" y="5162293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0" name="对象 3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39573776"/>
              </p:ext>
            </p:extLst>
          </p:nvPr>
        </p:nvGraphicFramePr>
        <p:xfrm>
          <a:off x="7867315" y="501417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2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249" name="对象 248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01417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1" name="圆角矩形 310"/>
          <p:cNvSpPr/>
          <p:nvPr/>
        </p:nvSpPr>
        <p:spPr>
          <a:xfrm>
            <a:off x="2395348" y="5774140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2" name="对象 3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88750311"/>
              </p:ext>
            </p:extLst>
          </p:nvPr>
        </p:nvGraphicFramePr>
        <p:xfrm>
          <a:off x="7867315" y="5626018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3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251" name="对象 250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315" y="5626018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3" name="圆角矩形 312"/>
          <p:cNvSpPr/>
          <p:nvPr/>
        </p:nvSpPr>
        <p:spPr>
          <a:xfrm>
            <a:off x="2395348" y="7410701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14" name="对象 3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06882007"/>
              </p:ext>
            </p:extLst>
          </p:nvPr>
        </p:nvGraphicFramePr>
        <p:xfrm>
          <a:off x="7867199" y="72625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4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253" name="对象 252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7199" y="72625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5" name="对象 3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96578742"/>
              </p:ext>
            </p:extLst>
          </p:nvPr>
        </p:nvGraphicFramePr>
        <p:xfrm>
          <a:off x="5458703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5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254" name="对象 253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8703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6" name="对象 3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756894402"/>
              </p:ext>
            </p:extLst>
          </p:nvPr>
        </p:nvGraphicFramePr>
        <p:xfrm>
          <a:off x="4080869" y="617659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6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255" name="对象 25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80869" y="617659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7" name="对象 3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97512175"/>
              </p:ext>
            </p:extLst>
          </p:nvPr>
        </p:nvGraphicFramePr>
        <p:xfrm>
          <a:off x="6850045" y="617194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7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256" name="对象 25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50045" y="617194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18" name="对象 31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93689075"/>
              </p:ext>
            </p:extLst>
          </p:nvPr>
        </p:nvGraphicFramePr>
        <p:xfrm>
          <a:off x="8866920" y="6176622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8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257" name="对象 25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6920" y="6176622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19" name="矩形 318"/>
          <p:cNvSpPr/>
          <p:nvPr/>
        </p:nvSpPr>
        <p:spPr>
          <a:xfrm>
            <a:off x="5080474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0" name="矩形 319"/>
          <p:cNvSpPr/>
          <p:nvPr/>
        </p:nvSpPr>
        <p:spPr>
          <a:xfrm>
            <a:off x="6475454" y="5774139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1" name="矩形 320"/>
          <p:cNvSpPr/>
          <p:nvPr/>
        </p:nvSpPr>
        <p:spPr>
          <a:xfrm>
            <a:off x="8416532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2" name="矩形 321"/>
          <p:cNvSpPr/>
          <p:nvPr/>
        </p:nvSpPr>
        <p:spPr>
          <a:xfrm>
            <a:off x="6475454" y="455044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3" name="矩形 322"/>
          <p:cNvSpPr/>
          <p:nvPr/>
        </p:nvSpPr>
        <p:spPr>
          <a:xfrm>
            <a:off x="8416648" y="4555149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4" name="矩形 323"/>
          <p:cNvSpPr/>
          <p:nvPr/>
        </p:nvSpPr>
        <p:spPr>
          <a:xfrm>
            <a:off x="8422073" y="5162292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5" name="矩形 324"/>
          <p:cNvSpPr/>
          <p:nvPr/>
        </p:nvSpPr>
        <p:spPr>
          <a:xfrm>
            <a:off x="8416648" y="576943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6" name="矩形 325"/>
          <p:cNvSpPr/>
          <p:nvPr/>
        </p:nvSpPr>
        <p:spPr>
          <a:xfrm>
            <a:off x="6468699" y="516229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7" name="矩形 326"/>
          <p:cNvSpPr/>
          <p:nvPr/>
        </p:nvSpPr>
        <p:spPr>
          <a:xfrm>
            <a:off x="3692018" y="515888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8" name="矩形 327"/>
          <p:cNvSpPr/>
          <p:nvPr/>
        </p:nvSpPr>
        <p:spPr>
          <a:xfrm>
            <a:off x="5083361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29" name="矩形 328"/>
          <p:cNvSpPr/>
          <p:nvPr/>
        </p:nvSpPr>
        <p:spPr>
          <a:xfrm>
            <a:off x="3692018" y="5769435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0" name="矩形 329"/>
          <p:cNvSpPr/>
          <p:nvPr/>
        </p:nvSpPr>
        <p:spPr>
          <a:xfrm>
            <a:off x="6481442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1" name="矩形 330"/>
          <p:cNvSpPr/>
          <p:nvPr/>
        </p:nvSpPr>
        <p:spPr>
          <a:xfrm>
            <a:off x="5074718" y="7406818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2" name="矩形 331"/>
          <p:cNvSpPr/>
          <p:nvPr/>
        </p:nvSpPr>
        <p:spPr>
          <a:xfrm>
            <a:off x="3689313" y="7410700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3" name="圆角矩形 332"/>
          <p:cNvSpPr/>
          <p:nvPr/>
        </p:nvSpPr>
        <p:spPr>
          <a:xfrm>
            <a:off x="2395348" y="6832056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4" name="矩形 333"/>
          <p:cNvSpPr/>
          <p:nvPr/>
        </p:nvSpPr>
        <p:spPr>
          <a:xfrm>
            <a:off x="8416532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5" name="矩形 334"/>
          <p:cNvSpPr/>
          <p:nvPr/>
        </p:nvSpPr>
        <p:spPr>
          <a:xfrm>
            <a:off x="6481442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6" name="矩形 335"/>
          <p:cNvSpPr/>
          <p:nvPr/>
        </p:nvSpPr>
        <p:spPr>
          <a:xfrm>
            <a:off x="5074718" y="6828173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37" name="矩形 336"/>
          <p:cNvSpPr/>
          <p:nvPr/>
        </p:nvSpPr>
        <p:spPr>
          <a:xfrm>
            <a:off x="3689313" y="6832055"/>
            <a:ext cx="1230283" cy="432262"/>
          </a:xfrm>
          <a:prstGeom prst="rect">
            <a:avLst/>
          </a:prstGeom>
          <a:noFill/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38" name="对象 3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84505630"/>
              </p:ext>
            </p:extLst>
          </p:nvPr>
        </p:nvGraphicFramePr>
        <p:xfrm>
          <a:off x="4168123" y="462422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59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241" name="对象 240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8123" y="462422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39" name="对象 33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97661719"/>
              </p:ext>
            </p:extLst>
          </p:nvPr>
        </p:nvGraphicFramePr>
        <p:xfrm>
          <a:off x="5537370" y="461734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0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242" name="对象 241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7370" y="461734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0" name="对象 33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72241621"/>
              </p:ext>
            </p:extLst>
          </p:nvPr>
        </p:nvGraphicFramePr>
        <p:xfrm>
          <a:off x="6927876" y="461401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1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243" name="对象 242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7876" y="461401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1" name="对象 34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0595886"/>
              </p:ext>
            </p:extLst>
          </p:nvPr>
        </p:nvGraphicFramePr>
        <p:xfrm>
          <a:off x="8926875" y="461558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2" name="AxMath" r:id="rId21" imgW="239760" imgH="228960" progId="Equation.AxMath">
                  <p:embed/>
                </p:oleObj>
              </mc:Choice>
              <mc:Fallback>
                <p:oleObj name="AxMath" r:id="rId21" imgW="239760" imgH="228960" progId="Equation.AxMath">
                  <p:embed/>
                  <p:pic>
                    <p:nvPicPr>
                      <p:cNvPr id="303" name="对象 30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6875" y="461558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" name="虚尾箭头 1"/>
          <p:cNvSpPr/>
          <p:nvPr/>
        </p:nvSpPr>
        <p:spPr>
          <a:xfrm rot="5400000">
            <a:off x="6181265" y="3810415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42" name="对象 34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85051017"/>
              </p:ext>
            </p:extLst>
          </p:nvPr>
        </p:nvGraphicFramePr>
        <p:xfrm>
          <a:off x="4157733" y="522690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3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733" y="522690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3" name="对象 34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820399672"/>
              </p:ext>
            </p:extLst>
          </p:nvPr>
        </p:nvGraphicFramePr>
        <p:xfrm>
          <a:off x="4157081" y="5831404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4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57081" y="5831404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4" name="对象 34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292629141"/>
              </p:ext>
            </p:extLst>
          </p:nvPr>
        </p:nvGraphicFramePr>
        <p:xfrm>
          <a:off x="5528727" y="521990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5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28727" y="521990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5" name="对象 34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43410202"/>
              </p:ext>
            </p:extLst>
          </p:nvPr>
        </p:nvGraphicFramePr>
        <p:xfrm>
          <a:off x="6919588" y="5221370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6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19588" y="5221370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49" name="对象 34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86668308"/>
              </p:ext>
            </p:extLst>
          </p:nvPr>
        </p:nvGraphicFramePr>
        <p:xfrm>
          <a:off x="5543357" y="5831404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7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44" name="对象 343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43357" y="5831404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353" name="直接箭头连接符 352"/>
          <p:cNvCxnSpPr/>
          <p:nvPr/>
        </p:nvCxnSpPr>
        <p:spPr>
          <a:xfrm flipH="1">
            <a:off x="6141308" y="5480799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4" name="直接箭头连接符 353"/>
          <p:cNvCxnSpPr/>
          <p:nvPr/>
        </p:nvCxnSpPr>
        <p:spPr>
          <a:xfrm flipH="1">
            <a:off x="4766521" y="6084614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5" name="直接箭头连接符 354"/>
          <p:cNvCxnSpPr/>
          <p:nvPr/>
        </p:nvCxnSpPr>
        <p:spPr>
          <a:xfrm flipH="1">
            <a:off x="7576995" y="4902098"/>
            <a:ext cx="1" cy="432261"/>
          </a:xfrm>
          <a:prstGeom prst="straightConnector1">
            <a:avLst/>
          </a:prstGeom>
          <a:ln w="28575">
            <a:solidFill>
              <a:schemeClr val="tx1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56" name="圆角矩形 355"/>
          <p:cNvSpPr/>
          <p:nvPr/>
        </p:nvSpPr>
        <p:spPr>
          <a:xfrm>
            <a:off x="2401495" y="8893653"/>
            <a:ext cx="1126057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0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7" name="矩形 356"/>
          <p:cNvSpPr/>
          <p:nvPr/>
        </p:nvSpPr>
        <p:spPr>
          <a:xfrm>
            <a:off x="3685494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58" name="矩形 357"/>
          <p:cNvSpPr/>
          <p:nvPr/>
        </p:nvSpPr>
        <p:spPr>
          <a:xfrm>
            <a:off x="5073719" y="889365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59" name="对象 35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457795869"/>
              </p:ext>
            </p:extLst>
          </p:nvPr>
        </p:nvGraphicFramePr>
        <p:xfrm>
          <a:off x="7860560" y="8745531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8" name="AxMath" r:id="rId3" imgW="151920" imgH="226800" progId="Equation.AxMath">
                  <p:embed/>
                </p:oleObj>
              </mc:Choice>
              <mc:Fallback>
                <p:oleObj name="AxMath" r:id="rId3" imgW="151920" imgH="226800" progId="Equation.AxMath">
                  <p:embed/>
                  <p:pic>
                    <p:nvPicPr>
                      <p:cNvPr id="308" name="对象 307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8745531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0" name="圆角矩形 359"/>
          <p:cNvSpPr/>
          <p:nvPr/>
        </p:nvSpPr>
        <p:spPr>
          <a:xfrm>
            <a:off x="2388593" y="9505501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1" name="对象 36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43338014"/>
              </p:ext>
            </p:extLst>
          </p:nvPr>
        </p:nvGraphicFramePr>
        <p:xfrm>
          <a:off x="7860560" y="9357379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69" name="AxMath" r:id="rId5" imgW="151920" imgH="226800" progId="Equation.AxMath">
                  <p:embed/>
                </p:oleObj>
              </mc:Choice>
              <mc:Fallback>
                <p:oleObj name="AxMath" r:id="rId5" imgW="151920" imgH="226800" progId="Equation.AxMath">
                  <p:embed/>
                  <p:pic>
                    <p:nvPicPr>
                      <p:cNvPr id="310" name="对象 309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357379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2" name="圆角矩形 361"/>
          <p:cNvSpPr/>
          <p:nvPr/>
        </p:nvSpPr>
        <p:spPr>
          <a:xfrm>
            <a:off x="2388593" y="10117348"/>
            <a:ext cx="1138959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3" name="对象 36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72616039"/>
              </p:ext>
            </p:extLst>
          </p:nvPr>
        </p:nvGraphicFramePr>
        <p:xfrm>
          <a:off x="7860560" y="9969226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0" name="AxMath" r:id="rId6" imgW="151920" imgH="226800" progId="Equation.AxMath">
                  <p:embed/>
                </p:oleObj>
              </mc:Choice>
              <mc:Fallback>
                <p:oleObj name="AxMath" r:id="rId6" imgW="151920" imgH="226800" progId="Equation.AxMath">
                  <p:embed/>
                  <p:pic>
                    <p:nvPicPr>
                      <p:cNvPr id="312" name="对象 311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560" y="9969226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64" name="圆角矩形 363"/>
          <p:cNvSpPr/>
          <p:nvPr/>
        </p:nvSpPr>
        <p:spPr>
          <a:xfrm>
            <a:off x="2388593" y="11753909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graphicFrame>
        <p:nvGraphicFramePr>
          <p:cNvPr id="365" name="对象 36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0231191"/>
              </p:ext>
            </p:extLst>
          </p:nvPr>
        </p:nvGraphicFramePr>
        <p:xfrm>
          <a:off x="7860444" y="11605787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1" name="AxMath" r:id="rId7" imgW="151920" imgH="226800" progId="Equation.AxMath">
                  <p:embed/>
                </p:oleObj>
              </mc:Choice>
              <mc:Fallback>
                <p:oleObj name="AxMath" r:id="rId7" imgW="151920" imgH="226800" progId="Equation.AxMath">
                  <p:embed/>
                  <p:pic>
                    <p:nvPicPr>
                      <p:cNvPr id="314" name="对象 313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7860444" y="11605787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6" name="对象 36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68321140"/>
              </p:ext>
            </p:extLst>
          </p:nvPr>
        </p:nvGraphicFramePr>
        <p:xfrm>
          <a:off x="5451948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2" name="AxMath" r:id="rId8" imgW="151920" imgH="226800" progId="Equation.AxMath">
                  <p:embed/>
                </p:oleObj>
              </mc:Choice>
              <mc:Fallback>
                <p:oleObj name="AxMath" r:id="rId8" imgW="151920" imgH="226800" progId="Equation.AxMath">
                  <p:embed/>
                  <p:pic>
                    <p:nvPicPr>
                      <p:cNvPr id="315" name="对象 314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5451948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7" name="对象 36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31567437"/>
              </p:ext>
            </p:extLst>
          </p:nvPr>
        </p:nvGraphicFramePr>
        <p:xfrm>
          <a:off x="4074114" y="10519805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3" name="AxMath" r:id="rId10" imgW="151920" imgH="226800" progId="Equation.AxMath">
                  <p:embed/>
                </p:oleObj>
              </mc:Choice>
              <mc:Fallback>
                <p:oleObj name="AxMath" r:id="rId10" imgW="151920" imgH="226800" progId="Equation.AxMath">
                  <p:embed/>
                  <p:pic>
                    <p:nvPicPr>
                      <p:cNvPr id="316" name="对象 315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4074114" y="10519805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8" name="对象 36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8437497"/>
              </p:ext>
            </p:extLst>
          </p:nvPr>
        </p:nvGraphicFramePr>
        <p:xfrm>
          <a:off x="6843290" y="10515154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4" name="AxMath" r:id="rId11" imgW="151920" imgH="226800" progId="Equation.AxMath">
                  <p:embed/>
                </p:oleObj>
              </mc:Choice>
              <mc:Fallback>
                <p:oleObj name="AxMath" r:id="rId11" imgW="151920" imgH="226800" progId="Equation.AxMath">
                  <p:embed/>
                  <p:pic>
                    <p:nvPicPr>
                      <p:cNvPr id="317" name="对象 316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6843290" y="10515154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69" name="对象 36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36673867"/>
              </p:ext>
            </p:extLst>
          </p:nvPr>
        </p:nvGraphicFramePr>
        <p:xfrm>
          <a:off x="8860165" y="10519830"/>
          <a:ext cx="463435" cy="72850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5" name="AxMath" r:id="rId12" imgW="151920" imgH="226800" progId="Equation.AxMath">
                  <p:embed/>
                </p:oleObj>
              </mc:Choice>
              <mc:Fallback>
                <p:oleObj name="AxMath" r:id="rId12" imgW="151920" imgH="226800" progId="Equation.AxMath">
                  <p:embed/>
                  <p:pic>
                    <p:nvPicPr>
                      <p:cNvPr id="318" name="对象 317"/>
                      <p:cNvPicPr/>
                      <p:nvPr/>
                    </p:nvPicPr>
                    <p:blipFill>
                      <a:blip r:embed="rId9"/>
                      <a:stretch>
                        <a:fillRect/>
                      </a:stretch>
                    </p:blipFill>
                    <p:spPr>
                      <a:xfrm>
                        <a:off x="8860165" y="10519830"/>
                        <a:ext cx="463435" cy="72850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70" name="矩形 369"/>
          <p:cNvSpPr/>
          <p:nvPr/>
        </p:nvSpPr>
        <p:spPr>
          <a:xfrm>
            <a:off x="5073719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1" name="矩形 370"/>
          <p:cNvSpPr/>
          <p:nvPr/>
        </p:nvSpPr>
        <p:spPr>
          <a:xfrm>
            <a:off x="6468699" y="1011734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2" name="矩形 371"/>
          <p:cNvSpPr/>
          <p:nvPr/>
        </p:nvSpPr>
        <p:spPr>
          <a:xfrm>
            <a:off x="8409777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3" name="矩形 372"/>
          <p:cNvSpPr/>
          <p:nvPr/>
        </p:nvSpPr>
        <p:spPr>
          <a:xfrm>
            <a:off x="6468699" y="8893652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4" name="矩形 373"/>
          <p:cNvSpPr/>
          <p:nvPr/>
        </p:nvSpPr>
        <p:spPr>
          <a:xfrm>
            <a:off x="8409893" y="8898357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5" name="矩形 374"/>
          <p:cNvSpPr/>
          <p:nvPr/>
        </p:nvSpPr>
        <p:spPr>
          <a:xfrm>
            <a:off x="8415318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6" name="矩形 375"/>
          <p:cNvSpPr/>
          <p:nvPr/>
        </p:nvSpPr>
        <p:spPr>
          <a:xfrm>
            <a:off x="840989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7" name="矩形 376"/>
          <p:cNvSpPr/>
          <p:nvPr/>
        </p:nvSpPr>
        <p:spPr>
          <a:xfrm>
            <a:off x="6461944" y="9505500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8" name="矩形 377"/>
          <p:cNvSpPr/>
          <p:nvPr/>
        </p:nvSpPr>
        <p:spPr>
          <a:xfrm>
            <a:off x="3685263" y="9502094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79" name="矩形 378"/>
          <p:cNvSpPr/>
          <p:nvPr/>
        </p:nvSpPr>
        <p:spPr>
          <a:xfrm>
            <a:off x="5076606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0" name="矩形 379"/>
          <p:cNvSpPr/>
          <p:nvPr/>
        </p:nvSpPr>
        <p:spPr>
          <a:xfrm>
            <a:off x="3685263" y="1011264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1" name="矩形 380"/>
          <p:cNvSpPr/>
          <p:nvPr/>
        </p:nvSpPr>
        <p:spPr>
          <a:xfrm>
            <a:off x="6474687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2" name="矩形 381"/>
          <p:cNvSpPr/>
          <p:nvPr/>
        </p:nvSpPr>
        <p:spPr>
          <a:xfrm>
            <a:off x="5067963" y="11750026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3" name="矩形 382"/>
          <p:cNvSpPr/>
          <p:nvPr/>
        </p:nvSpPr>
        <p:spPr>
          <a:xfrm>
            <a:off x="3682558" y="11753908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4" name="圆角矩形 383"/>
          <p:cNvSpPr/>
          <p:nvPr/>
        </p:nvSpPr>
        <p:spPr>
          <a:xfrm>
            <a:off x="2388593" y="11175264"/>
            <a:ext cx="1138843" cy="432262"/>
          </a:xfrm>
          <a:prstGeom prst="roundRect">
            <a:avLst/>
          </a:prstGeom>
          <a:solidFill>
            <a:srgbClr val="BDD7EE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GPU </a:t>
            </a:r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n-2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85" name="矩形 384"/>
          <p:cNvSpPr/>
          <p:nvPr/>
        </p:nvSpPr>
        <p:spPr>
          <a:xfrm>
            <a:off x="8409777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6" name="矩形 385"/>
          <p:cNvSpPr/>
          <p:nvPr/>
        </p:nvSpPr>
        <p:spPr>
          <a:xfrm>
            <a:off x="6474687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7" name="矩形 386"/>
          <p:cNvSpPr/>
          <p:nvPr/>
        </p:nvSpPr>
        <p:spPr>
          <a:xfrm>
            <a:off x="5067963" y="11171381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sp>
        <p:nvSpPr>
          <p:cNvPr id="388" name="矩形 387"/>
          <p:cNvSpPr/>
          <p:nvPr/>
        </p:nvSpPr>
        <p:spPr>
          <a:xfrm>
            <a:off x="3682558" y="11175263"/>
            <a:ext cx="1230283" cy="432262"/>
          </a:xfrm>
          <a:prstGeom prst="rect">
            <a:avLst/>
          </a:prstGeom>
          <a:solidFill>
            <a:srgbClr val="E2F0D9"/>
          </a:solidFill>
          <a:ln w="28575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dirty="0"/>
          </a:p>
        </p:txBody>
      </p:sp>
      <p:graphicFrame>
        <p:nvGraphicFramePr>
          <p:cNvPr id="389" name="对象 38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20186552"/>
              </p:ext>
            </p:extLst>
          </p:nvPr>
        </p:nvGraphicFramePr>
        <p:xfrm>
          <a:off x="4161368" y="8967433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6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38" name="对象 337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8967433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0" name="对象 38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0426849"/>
              </p:ext>
            </p:extLst>
          </p:nvPr>
        </p:nvGraphicFramePr>
        <p:xfrm>
          <a:off x="5530615" y="8960549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7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39" name="对象 338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8960549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1" name="对象 39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75530017"/>
              </p:ext>
            </p:extLst>
          </p:nvPr>
        </p:nvGraphicFramePr>
        <p:xfrm>
          <a:off x="6921121" y="8957223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8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40" name="对象 339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8957223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392" name="对象 3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10253902"/>
              </p:ext>
            </p:extLst>
          </p:nvPr>
        </p:nvGraphicFramePr>
        <p:xfrm>
          <a:off x="8920120" y="8958795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79" name="AxMath" r:id="rId22" imgW="239760" imgH="228960" progId="Equation.AxMath">
                  <p:embed/>
                </p:oleObj>
              </mc:Choice>
              <mc:Fallback>
                <p:oleObj name="AxMath" r:id="rId22" imgW="239760" imgH="228960" progId="Equation.AxMath">
                  <p:embed/>
                  <p:pic>
                    <p:nvPicPr>
                      <p:cNvPr id="341" name="对象 340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8958795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393" name="虚尾箭头 392"/>
          <p:cNvSpPr/>
          <p:nvPr/>
        </p:nvSpPr>
        <p:spPr>
          <a:xfrm rot="5400000">
            <a:off x="6174510" y="8153623"/>
            <a:ext cx="414751" cy="409575"/>
          </a:xfrm>
          <a:prstGeom prst="stripedRightArrow">
            <a:avLst>
              <a:gd name="adj1" fmla="val 50000"/>
              <a:gd name="adj2" fmla="val 50000"/>
            </a:avLst>
          </a:prstGeom>
          <a:solidFill>
            <a:schemeClr val="accent5">
              <a:lumMod val="20000"/>
              <a:lumOff val="80000"/>
            </a:schemeClr>
          </a:solidFill>
          <a:ln w="19050">
            <a:solidFill>
              <a:schemeClr val="accent5">
                <a:lumMod val="75000"/>
              </a:schemeClr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402" name="对象 4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59978475"/>
              </p:ext>
            </p:extLst>
          </p:nvPr>
        </p:nvGraphicFramePr>
        <p:xfrm>
          <a:off x="4161368" y="9560847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0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389" name="对象 388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9560847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3" name="对象 40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812487652"/>
              </p:ext>
            </p:extLst>
          </p:nvPr>
        </p:nvGraphicFramePr>
        <p:xfrm>
          <a:off x="5530615" y="9553963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1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390" name="对象 389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9553963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4" name="对象 4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401519649"/>
              </p:ext>
            </p:extLst>
          </p:nvPr>
        </p:nvGraphicFramePr>
        <p:xfrm>
          <a:off x="6921121" y="9550637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2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391" name="对象 390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9550637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5" name="对象 4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27614852"/>
              </p:ext>
            </p:extLst>
          </p:nvPr>
        </p:nvGraphicFramePr>
        <p:xfrm>
          <a:off x="8920120" y="9552209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3" name="AxMath" r:id="rId23" imgW="239760" imgH="228960" progId="Equation.AxMath">
                  <p:embed/>
                </p:oleObj>
              </mc:Choice>
              <mc:Fallback>
                <p:oleObj name="AxMath" r:id="rId23" imgW="239760" imgH="228960" progId="Equation.AxMath">
                  <p:embed/>
                  <p:pic>
                    <p:nvPicPr>
                      <p:cNvPr id="392" name="对象 391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9552209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6" name="对象 40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51272037"/>
              </p:ext>
            </p:extLst>
          </p:nvPr>
        </p:nvGraphicFramePr>
        <p:xfrm>
          <a:off x="4161368" y="10178856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4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2" name="对象 401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0178856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7" name="对象 4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6101906"/>
              </p:ext>
            </p:extLst>
          </p:nvPr>
        </p:nvGraphicFramePr>
        <p:xfrm>
          <a:off x="5530615" y="10171972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5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3" name="对象 402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0171972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8" name="对象 4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52662681"/>
              </p:ext>
            </p:extLst>
          </p:nvPr>
        </p:nvGraphicFramePr>
        <p:xfrm>
          <a:off x="6921121" y="10168646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6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4" name="对象 403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0168646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09" name="对象 40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85761599"/>
              </p:ext>
            </p:extLst>
          </p:nvPr>
        </p:nvGraphicFramePr>
        <p:xfrm>
          <a:off x="8920120" y="10170218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7" name="AxMath" r:id="rId24" imgW="239760" imgH="228960" progId="Equation.AxMath">
                  <p:embed/>
                </p:oleObj>
              </mc:Choice>
              <mc:Fallback>
                <p:oleObj name="AxMath" r:id="rId24" imgW="239760" imgH="228960" progId="Equation.AxMath">
                  <p:embed/>
                  <p:pic>
                    <p:nvPicPr>
                      <p:cNvPr id="405" name="对象 404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0170218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0" name="对象 4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6373533"/>
              </p:ext>
            </p:extLst>
          </p:nvPr>
        </p:nvGraphicFramePr>
        <p:xfrm>
          <a:off x="4161368" y="11239471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8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06" name="对象 405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239471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1" name="对象 41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30516404"/>
              </p:ext>
            </p:extLst>
          </p:nvPr>
        </p:nvGraphicFramePr>
        <p:xfrm>
          <a:off x="5530615" y="11232587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89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07" name="对象 40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232587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2" name="对象 41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97783834"/>
              </p:ext>
            </p:extLst>
          </p:nvPr>
        </p:nvGraphicFramePr>
        <p:xfrm>
          <a:off x="6921121" y="11229261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0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08" name="对象 40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229261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3" name="对象 412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67062143"/>
              </p:ext>
            </p:extLst>
          </p:nvPr>
        </p:nvGraphicFramePr>
        <p:xfrm>
          <a:off x="8920120" y="11230833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1" name="AxMath" r:id="rId25" imgW="239760" imgH="228960" progId="Equation.AxMath">
                  <p:embed/>
                </p:oleObj>
              </mc:Choice>
              <mc:Fallback>
                <p:oleObj name="AxMath" r:id="rId25" imgW="239760" imgH="228960" progId="Equation.AxMath">
                  <p:embed/>
                  <p:pic>
                    <p:nvPicPr>
                      <p:cNvPr id="409" name="对象 40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230833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4" name="对象 41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33829801"/>
              </p:ext>
            </p:extLst>
          </p:nvPr>
        </p:nvGraphicFramePr>
        <p:xfrm>
          <a:off x="4161368" y="11810935"/>
          <a:ext cx="288925" cy="30321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2" name="AxMath" r:id="rId13" imgW="218880" imgH="230400" progId="Equation.AxMath">
                  <p:embed/>
                </p:oleObj>
              </mc:Choice>
              <mc:Fallback>
                <p:oleObj name="AxMath" r:id="rId13" imgW="218880" imgH="230400" progId="Equation.AxMath">
                  <p:embed/>
                  <p:pic>
                    <p:nvPicPr>
                      <p:cNvPr id="410" name="对象 40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4161368" y="11810935"/>
                        <a:ext cx="288925" cy="30321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5" name="对象 41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84419"/>
              </p:ext>
            </p:extLst>
          </p:nvPr>
        </p:nvGraphicFramePr>
        <p:xfrm>
          <a:off x="5530615" y="11804051"/>
          <a:ext cx="322263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3" name="AxMath" r:id="rId15" imgW="226080" imgH="230400" progId="Equation.AxMath">
                  <p:embed/>
                </p:oleObj>
              </mc:Choice>
              <mc:Fallback>
                <p:oleObj name="AxMath" r:id="rId15" imgW="226080" imgH="230400" progId="Equation.AxMath">
                  <p:embed/>
                  <p:pic>
                    <p:nvPicPr>
                      <p:cNvPr id="411" name="对象 410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5530615" y="11804051"/>
                        <a:ext cx="322263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6" name="对象 41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74934330"/>
              </p:ext>
            </p:extLst>
          </p:nvPr>
        </p:nvGraphicFramePr>
        <p:xfrm>
          <a:off x="6921121" y="11800725"/>
          <a:ext cx="325438" cy="33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4" name="AxMath" r:id="rId17" imgW="227520" imgH="230400" progId="Equation.AxMath">
                  <p:embed/>
                </p:oleObj>
              </mc:Choice>
              <mc:Fallback>
                <p:oleObj name="AxMath" r:id="rId17" imgW="227520" imgH="230400" progId="Equation.AxMath">
                  <p:embed/>
                  <p:pic>
                    <p:nvPicPr>
                      <p:cNvPr id="412" name="对象 411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6921121" y="11800725"/>
                        <a:ext cx="325438" cy="33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417" name="对象 41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3160585"/>
              </p:ext>
            </p:extLst>
          </p:nvPr>
        </p:nvGraphicFramePr>
        <p:xfrm>
          <a:off x="8920120" y="11802297"/>
          <a:ext cx="344487" cy="3270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7795" name="AxMath" r:id="rId26" imgW="239760" imgH="228960" progId="Equation.AxMath">
                  <p:embed/>
                </p:oleObj>
              </mc:Choice>
              <mc:Fallback>
                <p:oleObj name="AxMath" r:id="rId26" imgW="239760" imgH="228960" progId="Equation.AxMath">
                  <p:embed/>
                  <p:pic>
                    <p:nvPicPr>
                      <p:cNvPr id="413" name="对象 412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920120" y="11802297"/>
                        <a:ext cx="344487" cy="3270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57867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 flipV="1">
            <a:off x="3147504" y="3138885"/>
            <a:ext cx="6273356" cy="3173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36994"/>
            <a:ext cx="6273356" cy="13037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06781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66451" y="1766173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05939" y="1765411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3735497" y="2746707"/>
            <a:ext cx="422482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4275778" y="2744679"/>
            <a:ext cx="496879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4996310" y="2744679"/>
            <a:ext cx="566928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7034896" y="2749504"/>
            <a:ext cx="608280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7643176" y="2749185"/>
            <a:ext cx="650615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8293791" y="2746707"/>
            <a:ext cx="508897" cy="388620"/>
          </a:xfrm>
          <a:prstGeom prst="rect">
            <a:avLst/>
          </a:prstGeom>
          <a:solidFill>
            <a:schemeClr val="accent2">
              <a:lumMod val="40000"/>
              <a:lumOff val="6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1766173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499383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07878" y="1765411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62615" y="1764642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>
            <a:off x="3147504" y="4068329"/>
            <a:ext cx="627335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triangle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70078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80968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83702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114462" y="1718261"/>
            <a:ext cx="3918797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7670464"/>
              </p:ext>
            </p:extLst>
          </p:nvPr>
        </p:nvGraphicFramePr>
        <p:xfrm>
          <a:off x="332105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19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105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66963177"/>
              </p:ext>
            </p:extLst>
          </p:nvPr>
        </p:nvGraphicFramePr>
        <p:xfrm>
          <a:off x="387032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20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032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19035832"/>
              </p:ext>
            </p:extLst>
          </p:nvPr>
        </p:nvGraphicFramePr>
        <p:xfrm>
          <a:off x="451485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21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1485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60589200"/>
              </p:ext>
            </p:extLst>
          </p:nvPr>
        </p:nvGraphicFramePr>
        <p:xfrm>
          <a:off x="639445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22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39445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85969139"/>
              </p:ext>
            </p:extLst>
          </p:nvPr>
        </p:nvGraphicFramePr>
        <p:xfrm>
          <a:off x="711993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23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711993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24151435"/>
              </p:ext>
            </p:extLst>
          </p:nvPr>
        </p:nvGraphicFramePr>
        <p:xfrm>
          <a:off x="787400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24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787400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3715346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275016" y="3679709"/>
            <a:ext cx="727379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6314504" y="3678947"/>
            <a:ext cx="70349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56069" y="3679709"/>
            <a:ext cx="560324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500239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7016443" y="3678947"/>
            <a:ext cx="654737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7671180" y="3678178"/>
            <a:ext cx="650085" cy="388620"/>
          </a:xfrm>
          <a:prstGeom prst="rect">
            <a:avLst/>
          </a:prstGeom>
          <a:solidFill>
            <a:schemeClr val="bg2">
              <a:lumMod val="90000"/>
            </a:schemeClr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129327386"/>
              </p:ext>
            </p:extLst>
          </p:nvPr>
        </p:nvGraphicFramePr>
        <p:xfrm>
          <a:off x="332898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25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32898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226539899"/>
              </p:ext>
            </p:extLst>
          </p:nvPr>
        </p:nvGraphicFramePr>
        <p:xfrm>
          <a:off x="387826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26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387826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221604763"/>
              </p:ext>
            </p:extLst>
          </p:nvPr>
        </p:nvGraphicFramePr>
        <p:xfrm>
          <a:off x="452278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27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452278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06011251"/>
              </p:ext>
            </p:extLst>
          </p:nvPr>
        </p:nvGraphicFramePr>
        <p:xfrm>
          <a:off x="640397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28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640397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4246310"/>
              </p:ext>
            </p:extLst>
          </p:nvPr>
        </p:nvGraphicFramePr>
        <p:xfrm>
          <a:off x="712787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29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712787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4383454"/>
              </p:ext>
            </p:extLst>
          </p:nvPr>
        </p:nvGraphicFramePr>
        <p:xfrm>
          <a:off x="788352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30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788352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223011563"/>
              </p:ext>
            </p:extLst>
          </p:nvPr>
        </p:nvGraphicFramePr>
        <p:xfrm>
          <a:off x="38369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31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38369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8155527"/>
              </p:ext>
            </p:extLst>
          </p:nvPr>
        </p:nvGraphicFramePr>
        <p:xfrm>
          <a:off x="44180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32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44180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656471911"/>
              </p:ext>
            </p:extLst>
          </p:nvPr>
        </p:nvGraphicFramePr>
        <p:xfrm>
          <a:off x="51498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33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51498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023894641"/>
              </p:ext>
            </p:extLst>
          </p:nvPr>
        </p:nvGraphicFramePr>
        <p:xfrm>
          <a:off x="71040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34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71040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4077346551"/>
              </p:ext>
            </p:extLst>
          </p:nvPr>
        </p:nvGraphicFramePr>
        <p:xfrm>
          <a:off x="77454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35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77454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93435039"/>
              </p:ext>
            </p:extLst>
          </p:nvPr>
        </p:nvGraphicFramePr>
        <p:xfrm>
          <a:off x="84455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36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84455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770323110"/>
              </p:ext>
            </p:extLst>
          </p:nvPr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37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21294660"/>
              </p:ext>
            </p:extLst>
          </p:nvPr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38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396720884"/>
              </p:ext>
            </p:extLst>
          </p:nvPr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8739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2905504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36" name="直接连接符 35">
            <a:extLst>
              <a:ext uri="{FF2B5EF4-FFF2-40B4-BE49-F238E27FC236}">
                <a16:creationId xmlns:a16="http://schemas.microsoft.com/office/drawing/2014/main" id="{3CD74299-1FF5-451F-B5F9-E74030E0CE57}"/>
              </a:ext>
            </a:extLst>
          </p:cNvPr>
          <p:cNvCxnSpPr>
            <a:cxnSpLocks/>
          </p:cNvCxnSpPr>
          <p:nvPr/>
        </p:nvCxnSpPr>
        <p:spPr>
          <a:xfrm>
            <a:off x="3147504" y="3142059"/>
            <a:ext cx="8657146" cy="0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3" name="直接连接符 32">
            <a:extLst>
              <a:ext uri="{FF2B5EF4-FFF2-40B4-BE49-F238E27FC236}">
                <a16:creationId xmlns:a16="http://schemas.microsoft.com/office/drawing/2014/main" id="{9E7A2A5B-340F-01F4-15C2-0CC2C6C2BA54}"/>
              </a:ext>
            </a:extLst>
          </p:cNvPr>
          <p:cNvCxnSpPr>
            <a:cxnSpLocks/>
          </p:cNvCxnSpPr>
          <p:nvPr/>
        </p:nvCxnSpPr>
        <p:spPr>
          <a:xfrm flipV="1">
            <a:off x="3147504" y="2750032"/>
            <a:ext cx="8657146" cy="1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5" name="矩形 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110131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" name="矩形 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69801" y="1766173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" name="矩形 8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709289" y="1765411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9" name="椭圆 18">
            <a:extLst>
              <a:ext uri="{FF2B5EF4-FFF2-40B4-BE49-F238E27FC236}">
                <a16:creationId xmlns:a16="http://schemas.microsoft.com/office/drawing/2014/main" id="{9B1C0D6A-5A1B-8BDC-F110-543DE90C7C88}"/>
              </a:ext>
            </a:extLst>
          </p:cNvPr>
          <p:cNvSpPr/>
          <p:nvPr/>
        </p:nvSpPr>
        <p:spPr>
          <a:xfrm>
            <a:off x="2100710" y="164435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25" name="矩形 24">
            <a:extLst>
              <a:ext uri="{FF2B5EF4-FFF2-40B4-BE49-F238E27FC236}">
                <a16:creationId xmlns:a16="http://schemas.microsoft.com/office/drawing/2014/main" id="{F4FCA8EC-93A4-C70F-B599-B2B38B00D70B}"/>
              </a:ext>
            </a:extLst>
          </p:cNvPr>
          <p:cNvSpPr/>
          <p:nvPr/>
        </p:nvSpPr>
        <p:spPr>
          <a:xfrm>
            <a:off x="6427897" y="2746707"/>
            <a:ext cx="422482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6" name="矩形 25">
            <a:extLst>
              <a:ext uri="{FF2B5EF4-FFF2-40B4-BE49-F238E27FC236}">
                <a16:creationId xmlns:a16="http://schemas.microsoft.com/office/drawing/2014/main" id="{50B87547-392A-21F2-5B4E-52DCF93C19FA}"/>
              </a:ext>
            </a:extLst>
          </p:cNvPr>
          <p:cNvSpPr/>
          <p:nvPr/>
        </p:nvSpPr>
        <p:spPr>
          <a:xfrm>
            <a:off x="6968178" y="2744679"/>
            <a:ext cx="496879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" name="矩形 26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7688710" y="2744679"/>
            <a:ext cx="566928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9" name="矩形 28">
            <a:extLst>
              <a:ext uri="{FF2B5EF4-FFF2-40B4-BE49-F238E27FC236}">
                <a16:creationId xmlns:a16="http://schemas.microsoft.com/office/drawing/2014/main" id="{1163B787-97FC-293C-0229-504B0954DCE9}"/>
              </a:ext>
            </a:extLst>
          </p:cNvPr>
          <p:cNvSpPr/>
          <p:nvPr/>
        </p:nvSpPr>
        <p:spPr>
          <a:xfrm>
            <a:off x="9727296" y="2749504"/>
            <a:ext cx="608280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0" name="矩形 29">
            <a:extLst>
              <a:ext uri="{FF2B5EF4-FFF2-40B4-BE49-F238E27FC236}">
                <a16:creationId xmlns:a16="http://schemas.microsoft.com/office/drawing/2014/main" id="{4B5D904A-246E-2773-3A25-0719B2695BEC}"/>
              </a:ext>
            </a:extLst>
          </p:cNvPr>
          <p:cNvSpPr/>
          <p:nvPr/>
        </p:nvSpPr>
        <p:spPr>
          <a:xfrm>
            <a:off x="10335576" y="2749185"/>
            <a:ext cx="650615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31" name="矩形 30">
            <a:extLst>
              <a:ext uri="{FF2B5EF4-FFF2-40B4-BE49-F238E27FC236}">
                <a16:creationId xmlns:a16="http://schemas.microsoft.com/office/drawing/2014/main" id="{57862A7D-F92B-169C-4C0A-5D05F6B3B99B}"/>
              </a:ext>
            </a:extLst>
          </p:cNvPr>
          <p:cNvSpPr/>
          <p:nvPr/>
        </p:nvSpPr>
        <p:spPr>
          <a:xfrm>
            <a:off x="10986191" y="2746707"/>
            <a:ext cx="508897" cy="388620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49" name="直接连接符 48">
            <a:extLst>
              <a:ext uri="{FF2B5EF4-FFF2-40B4-BE49-F238E27FC236}">
                <a16:creationId xmlns:a16="http://schemas.microsoft.com/office/drawing/2014/main" id="{42B4F279-A32E-66FE-1468-D73E31C88FAA}"/>
              </a:ext>
            </a:extLst>
          </p:cNvPr>
          <p:cNvCxnSpPr>
            <a:cxnSpLocks/>
          </p:cNvCxnSpPr>
          <p:nvPr/>
        </p:nvCxnSpPr>
        <p:spPr>
          <a:xfrm>
            <a:off x="3147504" y="1765411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3" name="矩形 62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50854" y="1766173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0" name="矩形 89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97182" y="1766173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1" name="矩形 90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411228" y="1765411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92" name="矩形 91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65965" y="1764642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94" name="直接连接符 93">
            <a:extLst>
              <a:ext uri="{FF2B5EF4-FFF2-40B4-BE49-F238E27FC236}">
                <a16:creationId xmlns:a16="http://schemas.microsoft.com/office/drawing/2014/main" id="{79A8D953-3563-6CF9-501A-6EA7D22D95C7}"/>
              </a:ext>
            </a:extLst>
          </p:cNvPr>
          <p:cNvCxnSpPr>
            <a:cxnSpLocks/>
          </p:cNvCxnSpPr>
          <p:nvPr/>
        </p:nvCxnSpPr>
        <p:spPr>
          <a:xfrm>
            <a:off x="3147504" y="2159222"/>
            <a:ext cx="7906576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0" name="直接连接符 99">
            <a:extLst>
              <a:ext uri="{FF2B5EF4-FFF2-40B4-BE49-F238E27FC236}">
                <a16:creationId xmlns:a16="http://schemas.microsoft.com/office/drawing/2014/main" id="{B6F0112D-D27E-1AA9-B0E7-2AA9C062F0F0}"/>
              </a:ext>
            </a:extLst>
          </p:cNvPr>
          <p:cNvCxnSpPr>
            <a:cxnSpLocks/>
          </p:cNvCxnSpPr>
          <p:nvPr/>
        </p:nvCxnSpPr>
        <p:spPr>
          <a:xfrm>
            <a:off x="3141408" y="3674518"/>
            <a:ext cx="7912672" cy="366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5" name="直接连接符 104">
            <a:extLst>
              <a:ext uri="{FF2B5EF4-FFF2-40B4-BE49-F238E27FC236}">
                <a16:creationId xmlns:a16="http://schemas.microsoft.com/office/drawing/2014/main" id="{D23A3927-555F-F7AA-B50D-32E757F59748}"/>
              </a:ext>
            </a:extLst>
          </p:cNvPr>
          <p:cNvCxnSpPr>
            <a:cxnSpLocks/>
          </p:cNvCxnSpPr>
          <p:nvPr/>
        </p:nvCxnSpPr>
        <p:spPr>
          <a:xfrm flipV="1">
            <a:off x="3147504" y="4066798"/>
            <a:ext cx="7906576" cy="1531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7" name="直接连接符 106">
            <a:extLst>
              <a:ext uri="{FF2B5EF4-FFF2-40B4-BE49-F238E27FC236}">
                <a16:creationId xmlns:a16="http://schemas.microsoft.com/office/drawing/2014/main" id="{841D5046-97E4-06F2-D5E4-AA4E754D18F7}"/>
              </a:ext>
            </a:extLst>
          </p:cNvPr>
          <p:cNvCxnSpPr>
            <a:cxnSpLocks/>
          </p:cNvCxnSpPr>
          <p:nvPr/>
        </p:nvCxnSpPr>
        <p:spPr>
          <a:xfrm>
            <a:off x="3142931" y="2749759"/>
            <a:ext cx="0" cy="397379"/>
          </a:xfrm>
          <a:prstGeom prst="line">
            <a:avLst/>
          </a:prstGeom>
          <a:ln w="19050">
            <a:solidFill>
              <a:schemeClr val="accent2">
                <a:lumMod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0" name="椭圆 119">
            <a:extLst>
              <a:ext uri="{FF2B5EF4-FFF2-40B4-BE49-F238E27FC236}">
                <a16:creationId xmlns:a16="http://schemas.microsoft.com/office/drawing/2014/main" id="{06FB9D98-5F2E-DE1A-59E7-3D8D32780455}"/>
              </a:ext>
            </a:extLst>
          </p:cNvPr>
          <p:cNvSpPr/>
          <p:nvPr/>
        </p:nvSpPr>
        <p:spPr>
          <a:xfrm>
            <a:off x="2097923" y="3541626"/>
            <a:ext cx="695318" cy="663752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24" name="直接箭头连接符 123">
            <a:extLst>
              <a:ext uri="{FF2B5EF4-FFF2-40B4-BE49-F238E27FC236}">
                <a16:creationId xmlns:a16="http://schemas.microsoft.com/office/drawing/2014/main" id="{263687E0-D9BC-57AD-123C-316339299C52}"/>
              </a:ext>
            </a:extLst>
          </p:cNvPr>
          <p:cNvCxnSpPr>
            <a:cxnSpLocks/>
            <a:stCxn id="19" idx="4"/>
            <a:endCxn id="120" idx="0"/>
          </p:cNvCxnSpPr>
          <p:nvPr/>
        </p:nvCxnSpPr>
        <p:spPr>
          <a:xfrm flipH="1">
            <a:off x="2445582" y="2308108"/>
            <a:ext cx="2787" cy="1233518"/>
          </a:xfrm>
          <a:prstGeom prst="straightConnector1">
            <a:avLst/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8" name="弧形 127">
            <a:extLst>
              <a:ext uri="{FF2B5EF4-FFF2-40B4-BE49-F238E27FC236}">
                <a16:creationId xmlns:a16="http://schemas.microsoft.com/office/drawing/2014/main" id="{F8A33E47-8301-AEDB-3CF8-92231BECC24F}"/>
              </a:ext>
            </a:extLst>
          </p:cNvPr>
          <p:cNvSpPr/>
          <p:nvPr/>
        </p:nvSpPr>
        <p:spPr>
          <a:xfrm>
            <a:off x="1047777" y="1765411"/>
            <a:ext cx="1773155" cy="1707722"/>
          </a:xfrm>
          <a:prstGeom prst="arc">
            <a:avLst>
              <a:gd name="adj1" fmla="val 10843985"/>
              <a:gd name="adj2" fmla="val 17175813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1" name="弧形 130">
            <a:extLst>
              <a:ext uri="{FF2B5EF4-FFF2-40B4-BE49-F238E27FC236}">
                <a16:creationId xmlns:a16="http://schemas.microsoft.com/office/drawing/2014/main" id="{E7195A1C-0149-9691-4EF2-EB804CC83D4D}"/>
              </a:ext>
            </a:extLst>
          </p:cNvPr>
          <p:cNvSpPr/>
          <p:nvPr/>
        </p:nvSpPr>
        <p:spPr>
          <a:xfrm flipV="1">
            <a:off x="1047777" y="2227588"/>
            <a:ext cx="1705819" cy="1759053"/>
          </a:xfrm>
          <a:prstGeom prst="arc">
            <a:avLst>
              <a:gd name="adj1" fmla="val 11210357"/>
              <a:gd name="adj2" fmla="val 16980109"/>
            </a:avLst>
          </a:prstGeom>
          <a:ln w="19050">
            <a:solidFill>
              <a:schemeClr val="accent1">
                <a:lumMod val="75000"/>
              </a:schemeClr>
            </a:solidFill>
            <a:headEnd type="arrow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2" name="文本框 131">
            <a:extLst>
              <a:ext uri="{FF2B5EF4-FFF2-40B4-BE49-F238E27FC236}">
                <a16:creationId xmlns:a16="http://schemas.microsoft.com/office/drawing/2014/main" id="{D45DA694-884E-A3C3-3D4A-43E402159AA6}"/>
              </a:ext>
            </a:extLst>
          </p:cNvPr>
          <p:cNvSpPr txBox="1"/>
          <p:nvPr/>
        </p:nvSpPr>
        <p:spPr>
          <a:xfrm rot="5400000">
            <a:off x="762718" y="2731484"/>
            <a:ext cx="595035" cy="338554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en-US" altLang="zh-CN" sz="1600" dirty="0">
                <a:latin typeface="宋体" panose="02010600030101010101" pitchFamily="2" charset="-122"/>
                <a:ea typeface="宋体" panose="02010600030101010101" pitchFamily="2" charset="-122"/>
              </a:rPr>
              <a:t>……</a:t>
            </a:r>
            <a:endParaRPr lang="zh-CN" altLang="en-US" sz="16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3" name="矩形 132">
            <a:extLst>
              <a:ext uri="{FF2B5EF4-FFF2-40B4-BE49-F238E27FC236}">
                <a16:creationId xmlns:a16="http://schemas.microsoft.com/office/drawing/2014/main" id="{65680E7A-EE6A-D4FE-231D-D72EB834DC3A}"/>
              </a:ext>
            </a:extLst>
          </p:cNvPr>
          <p:cNvSpPr/>
          <p:nvPr/>
        </p:nvSpPr>
        <p:spPr>
          <a:xfrm>
            <a:off x="9700260" y="2701297"/>
            <a:ext cx="183134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135" name="直接连接符 134">
            <a:extLst>
              <a:ext uri="{FF2B5EF4-FFF2-40B4-BE49-F238E27FC236}">
                <a16:creationId xmlns:a16="http://schemas.microsoft.com/office/drawing/2014/main" id="{2B086B7A-0477-ED50-8EAF-F1107AC98B2E}"/>
              </a:ext>
            </a:extLst>
          </p:cNvPr>
          <p:cNvCxnSpPr>
            <a:cxnSpLocks/>
          </p:cNvCxnSpPr>
          <p:nvPr/>
        </p:nvCxnSpPr>
        <p:spPr>
          <a:xfrm flipV="1">
            <a:off x="10789200" y="2460967"/>
            <a:ext cx="351663" cy="206993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8" name="文本框 137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1062657" y="2197272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solidFill>
                  <a:srgbClr val="C00000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关键路径</a:t>
            </a:r>
            <a:endParaRPr lang="zh-CN" altLang="en-US" dirty="0">
              <a:solidFill>
                <a:srgbClr val="C00000"/>
              </a:solidFill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139" name="矩形 138">
            <a:extLst>
              <a:ext uri="{FF2B5EF4-FFF2-40B4-BE49-F238E27FC236}">
                <a16:creationId xmlns:a16="http://schemas.microsoft.com/office/drawing/2014/main" id="{AF792EE3-2A02-CDCF-60EC-55882AD1BE01}"/>
              </a:ext>
            </a:extLst>
          </p:cNvPr>
          <p:cNvSpPr/>
          <p:nvPr/>
        </p:nvSpPr>
        <p:spPr>
          <a:xfrm>
            <a:off x="3094390" y="1718261"/>
            <a:ext cx="5342220" cy="479011"/>
          </a:xfrm>
          <a:prstGeom prst="rect">
            <a:avLst/>
          </a:prstGeom>
          <a:noFill/>
          <a:ln w="19050">
            <a:solidFill>
              <a:srgbClr val="C00000"/>
            </a:solidFill>
            <a:prstDash val="sysDash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7" name="对象 4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724400" y="1741488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10" name="AxMath" r:id="rId3" imgW="109440" imgH="151920" progId="Equation.AxMath">
                  <p:embed/>
                </p:oleObj>
              </mc:Choice>
              <mc:Fallback>
                <p:oleObj name="AxMath" r:id="rId3" imgW="109440" imgH="151920" progId="Equation.AxMath">
                  <p:embed/>
                  <p:pic>
                    <p:nvPicPr>
                      <p:cNvPr id="47" name="对象 4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724400" y="1741488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0" name="对象 4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73675" y="1741488"/>
          <a:ext cx="2968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11" name="AxMath" r:id="rId5" imgW="114120" imgH="151920" progId="Equation.AxMath">
                  <p:embed/>
                </p:oleObj>
              </mc:Choice>
              <mc:Fallback>
                <p:oleObj name="AxMath" r:id="rId5" imgW="114120" imgH="151920" progId="Equation.AxMath">
                  <p:embed/>
                  <p:pic>
                    <p:nvPicPr>
                      <p:cNvPr id="50" name="对象 4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73675" y="1741488"/>
                        <a:ext cx="2968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1" name="对象 5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918200" y="17478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12" name="AxMath" r:id="rId7" imgW="115560" imgH="151920" progId="Equation.AxMath">
                  <p:embed/>
                </p:oleObj>
              </mc:Choice>
              <mc:Fallback>
                <p:oleObj name="AxMath" r:id="rId7" imgW="115560" imgH="151920" progId="Equation.AxMath">
                  <p:embed/>
                  <p:pic>
                    <p:nvPicPr>
                      <p:cNvPr id="51" name="对象 5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918200" y="17478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2" name="对象 5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97800" y="1741488"/>
          <a:ext cx="5222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13" name="AxMath" r:id="rId9" imgW="201600" imgH="151920" progId="Equation.AxMath">
                  <p:embed/>
                </p:oleObj>
              </mc:Choice>
              <mc:Fallback>
                <p:oleObj name="AxMath" r:id="rId9" imgW="201600" imgH="151920" progId="Equation.AxMath">
                  <p:embed/>
                  <p:pic>
                    <p:nvPicPr>
                      <p:cNvPr id="52" name="对象 5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97800" y="1741488"/>
                        <a:ext cx="5222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3" name="对象 5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523288" y="1739900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14" name="AxMath" r:id="rId11" imgW="196920" imgH="151920" progId="Equation.AxMath">
                  <p:embed/>
                </p:oleObj>
              </mc:Choice>
              <mc:Fallback>
                <p:oleObj name="AxMath" r:id="rId11" imgW="196920" imgH="151920" progId="Equation.AxMath">
                  <p:embed/>
                  <p:pic>
                    <p:nvPicPr>
                      <p:cNvPr id="53" name="对象 5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8523288" y="1739900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54" name="对象 5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77350" y="1739900"/>
          <a:ext cx="2603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15" name="AxMath" r:id="rId13" imgW="100800" imgH="151920" progId="Equation.AxMath">
                  <p:embed/>
                </p:oleObj>
              </mc:Choice>
              <mc:Fallback>
                <p:oleObj name="AxMath" r:id="rId13" imgW="100800" imgH="151920" progId="Equation.AxMath">
                  <p:embed/>
                  <p:pic>
                    <p:nvPicPr>
                      <p:cNvPr id="54" name="对象 5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9277350" y="1739900"/>
                        <a:ext cx="2603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55" name="矩形 54">
            <a:extLst>
              <a:ext uri="{FF2B5EF4-FFF2-40B4-BE49-F238E27FC236}">
                <a16:creationId xmlns:a16="http://schemas.microsoft.com/office/drawing/2014/main" id="{E78D67F0-BFA7-5110-7E07-1DDB44AF2237}"/>
              </a:ext>
            </a:extLst>
          </p:cNvPr>
          <p:cNvSpPr/>
          <p:nvPr/>
        </p:nvSpPr>
        <p:spPr>
          <a:xfrm>
            <a:off x="5083556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6" name="矩形 55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5643226" y="3679709"/>
            <a:ext cx="727379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7" name="矩形 56">
            <a:extLst>
              <a:ext uri="{FF2B5EF4-FFF2-40B4-BE49-F238E27FC236}">
                <a16:creationId xmlns:a16="http://schemas.microsoft.com/office/drawing/2014/main" id="{8BABD42D-7791-3BA2-BC1C-6192BEF03D6D}"/>
              </a:ext>
            </a:extLst>
          </p:cNvPr>
          <p:cNvSpPr/>
          <p:nvPr/>
        </p:nvSpPr>
        <p:spPr>
          <a:xfrm>
            <a:off x="7682714" y="3678947"/>
            <a:ext cx="70349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8" name="矩形 57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4524279" y="3679709"/>
            <a:ext cx="560324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59" name="矩形 58">
            <a:extLst>
              <a:ext uri="{FF2B5EF4-FFF2-40B4-BE49-F238E27FC236}">
                <a16:creationId xmlns:a16="http://schemas.microsoft.com/office/drawing/2014/main" id="{6F7F9F07-76F9-1D48-54E6-F2273C7CC9CE}"/>
              </a:ext>
            </a:extLst>
          </p:cNvPr>
          <p:cNvSpPr/>
          <p:nvPr/>
        </p:nvSpPr>
        <p:spPr>
          <a:xfrm>
            <a:off x="6370607" y="3679709"/>
            <a:ext cx="1312108" cy="388620"/>
          </a:xfrm>
          <a:prstGeom prst="rect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600">
                <a:solidFill>
                  <a:schemeClr val="tx1"/>
                </a:solidFill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……</a:t>
            </a:r>
            <a:endParaRPr lang="zh-CN" altLang="en-US" sz="160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0" name="矩形 59">
            <a:extLst>
              <a:ext uri="{FF2B5EF4-FFF2-40B4-BE49-F238E27FC236}">
                <a16:creationId xmlns:a16="http://schemas.microsoft.com/office/drawing/2014/main" id="{521342C0-368F-5C63-5385-11CA2706521C}"/>
              </a:ext>
            </a:extLst>
          </p:cNvPr>
          <p:cNvSpPr/>
          <p:nvPr/>
        </p:nvSpPr>
        <p:spPr>
          <a:xfrm>
            <a:off x="8384653" y="3678947"/>
            <a:ext cx="654737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61" name="矩形 60">
            <a:extLst>
              <a:ext uri="{FF2B5EF4-FFF2-40B4-BE49-F238E27FC236}">
                <a16:creationId xmlns:a16="http://schemas.microsoft.com/office/drawing/2014/main" id="{131A3807-D3CD-4010-1295-E130121FBD32}"/>
              </a:ext>
            </a:extLst>
          </p:cNvPr>
          <p:cNvSpPr/>
          <p:nvPr/>
        </p:nvSpPr>
        <p:spPr>
          <a:xfrm>
            <a:off x="9039390" y="3678178"/>
            <a:ext cx="650085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62" name="对象 6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4697198" y="3654425"/>
          <a:ext cx="28575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16" name="AxMath" r:id="rId15" imgW="109440" imgH="151920" progId="Equation.AxMath">
                  <p:embed/>
                </p:oleObj>
              </mc:Choice>
              <mc:Fallback>
                <p:oleObj name="AxMath" r:id="rId15" imgW="109440" imgH="151920" progId="Equation.AxMath">
                  <p:embed/>
                  <p:pic>
                    <p:nvPicPr>
                      <p:cNvPr id="62" name="对象 6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697198" y="3654425"/>
                        <a:ext cx="28575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4" name="对象 6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246473" y="3654425"/>
          <a:ext cx="29686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17" name="AxMath" r:id="rId16" imgW="114120" imgH="151920" progId="Equation.AxMath">
                  <p:embed/>
                </p:oleObj>
              </mc:Choice>
              <mc:Fallback>
                <p:oleObj name="AxMath" r:id="rId16" imgW="114120" imgH="151920" progId="Equation.AxMath">
                  <p:embed/>
                  <p:pic>
                    <p:nvPicPr>
                      <p:cNvPr id="64" name="对象 6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246473" y="3654425"/>
                        <a:ext cx="29686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5" name="对象 64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5890998" y="366077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18" name="AxMath" r:id="rId17" imgW="115560" imgH="151920" progId="Equation.AxMath">
                  <p:embed/>
                </p:oleObj>
              </mc:Choice>
              <mc:Fallback>
                <p:oleObj name="AxMath" r:id="rId17" imgW="115560" imgH="151920" progId="Equation.AxMath">
                  <p:embed/>
                  <p:pic>
                    <p:nvPicPr>
                      <p:cNvPr id="65" name="对象 64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890998" y="366077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6" name="对象 6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772185" y="3654425"/>
          <a:ext cx="5238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19" name="AxMath" r:id="rId18" imgW="201600" imgH="151920" progId="Equation.AxMath">
                  <p:embed/>
                </p:oleObj>
              </mc:Choice>
              <mc:Fallback>
                <p:oleObj name="AxMath" r:id="rId18" imgW="201600" imgH="151920" progId="Equation.AxMath">
                  <p:embed/>
                  <p:pic>
                    <p:nvPicPr>
                      <p:cNvPr id="66" name="对象 6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772185" y="3654425"/>
                        <a:ext cx="5238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7" name="对象 6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8496085" y="3652838"/>
          <a:ext cx="511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20" name="AxMath" r:id="rId19" imgW="196920" imgH="151920" progId="Equation.AxMath">
                  <p:embed/>
                </p:oleObj>
              </mc:Choice>
              <mc:Fallback>
                <p:oleObj name="AxMath" r:id="rId19" imgW="196920" imgH="151920" progId="Equation.AxMath">
                  <p:embed/>
                  <p:pic>
                    <p:nvPicPr>
                      <p:cNvPr id="67" name="对象 6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8496085" y="3652838"/>
                        <a:ext cx="511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8" name="对象 6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251735" y="3652838"/>
          <a:ext cx="2587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21" name="AxMath" r:id="rId21" imgW="100800" imgH="151920" progId="Equation.AxMath">
                  <p:embed/>
                </p:oleObj>
              </mc:Choice>
              <mc:Fallback>
                <p:oleObj name="AxMath" r:id="rId21" imgW="100800" imgH="151920" progId="Equation.AxMath">
                  <p:embed/>
                  <p:pic>
                    <p:nvPicPr>
                      <p:cNvPr id="68" name="对象 6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9251735" y="3652838"/>
                        <a:ext cx="2587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69" name="对象 6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6529388" y="2709863"/>
          <a:ext cx="25717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22" name="AxMath" r:id="rId23" imgW="97920" imgH="151920" progId="Equation.AxMath">
                  <p:embed/>
                </p:oleObj>
              </mc:Choice>
              <mc:Fallback>
                <p:oleObj name="AxMath" r:id="rId23" imgW="97920" imgH="151920" progId="Equation.AxMath">
                  <p:embed/>
                  <p:pic>
                    <p:nvPicPr>
                      <p:cNvPr id="69" name="对象 6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6529388" y="2709863"/>
                        <a:ext cx="25717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0" name="对象 69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110413" y="2716213"/>
          <a:ext cx="268287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23" name="AxMath" r:id="rId25" imgW="102960" imgH="151920" progId="Equation.AxMath">
                  <p:embed/>
                </p:oleObj>
              </mc:Choice>
              <mc:Fallback>
                <p:oleObj name="AxMath" r:id="rId25" imgW="102960" imgH="151920" progId="Equation.AxMath">
                  <p:embed/>
                  <p:pic>
                    <p:nvPicPr>
                      <p:cNvPr id="70" name="对象 69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7110413" y="2716213"/>
                        <a:ext cx="268287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1" name="对象 70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7842250" y="2716213"/>
          <a:ext cx="271463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24" name="AxMath" r:id="rId27" imgW="104040" imgH="151920" progId="Equation.AxMath">
                  <p:embed/>
                </p:oleObj>
              </mc:Choice>
              <mc:Fallback>
                <p:oleObj name="AxMath" r:id="rId27" imgW="104040" imgH="151920" progId="Equation.AxMath">
                  <p:embed/>
                  <p:pic>
                    <p:nvPicPr>
                      <p:cNvPr id="71" name="对象 70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7842250" y="2716213"/>
                        <a:ext cx="271463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2" name="对象 71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796463" y="2716213"/>
          <a:ext cx="493712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25" name="AxMath" r:id="rId29" imgW="190080" imgH="151920" progId="Equation.AxMath">
                  <p:embed/>
                </p:oleObj>
              </mc:Choice>
              <mc:Fallback>
                <p:oleObj name="AxMath" r:id="rId29" imgW="190080" imgH="151920" progId="Equation.AxMath">
                  <p:embed/>
                  <p:pic>
                    <p:nvPicPr>
                      <p:cNvPr id="72" name="对象 71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9796463" y="2716213"/>
                        <a:ext cx="493712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3" name="对象 72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0437813" y="2724150"/>
          <a:ext cx="482600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26" name="AxMath" r:id="rId31" imgW="185760" imgH="151920" progId="Equation.AxMath">
                  <p:embed/>
                </p:oleObj>
              </mc:Choice>
              <mc:Fallback>
                <p:oleObj name="AxMath" r:id="rId31" imgW="185760" imgH="151920" progId="Equation.AxMath">
                  <p:embed/>
                  <p:pic>
                    <p:nvPicPr>
                      <p:cNvPr id="73" name="对象 72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10437813" y="2724150"/>
                        <a:ext cx="482600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74" name="对象 7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137900" y="2738438"/>
          <a:ext cx="230188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27" name="AxMath" r:id="rId33" imgW="89280" imgH="151920" progId="Equation.AxMath">
                  <p:embed/>
                </p:oleObj>
              </mc:Choice>
              <mc:Fallback>
                <p:oleObj name="AxMath" r:id="rId33" imgW="89280" imgH="151920" progId="Equation.AxMath">
                  <p:embed/>
                  <p:pic>
                    <p:nvPicPr>
                      <p:cNvPr id="74" name="对象 7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34"/>
                      <a:stretch>
                        <a:fillRect/>
                      </a:stretch>
                    </p:blipFill>
                    <p:spPr>
                      <a:xfrm>
                        <a:off x="11137900" y="2738438"/>
                        <a:ext cx="230188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5" name="文本框 74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70327" y="1778612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4" name="对象 3"/>
          <p:cNvGraphicFramePr>
            <a:graphicFrameLocks noChangeAspect="1"/>
          </p:cNvGraphicFramePr>
          <p:nvPr/>
        </p:nvGraphicFramePr>
        <p:xfrm>
          <a:off x="2630488" y="1841500"/>
          <a:ext cx="122237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28" name="AxMath" r:id="rId35" imgW="86040" imgH="226800" progId="Equation.AxMath">
                  <p:embed/>
                </p:oleObj>
              </mc:Choice>
              <mc:Fallback>
                <p:oleObj name="AxMath" r:id="rId35" imgW="86040" imgH="226800" progId="Equation.AxMath">
                  <p:embed/>
                  <p:pic>
                    <p:nvPicPr>
                      <p:cNvPr id="4" name="对象 3"/>
                      <p:cNvPicPr/>
                      <p:nvPr/>
                    </p:nvPicPr>
                    <p:blipFill>
                      <a:blip r:embed="rId36"/>
                      <a:stretch>
                        <a:fillRect/>
                      </a:stretch>
                    </p:blipFill>
                    <p:spPr>
                      <a:xfrm>
                        <a:off x="2630488" y="1841500"/>
                        <a:ext cx="122237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7" name="文本框 76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065282" y="3690536"/>
            <a:ext cx="646331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78" name="对象 77"/>
          <p:cNvGraphicFramePr>
            <a:graphicFrameLocks noChangeAspect="1"/>
          </p:cNvGraphicFramePr>
          <p:nvPr/>
        </p:nvGraphicFramePr>
        <p:xfrm>
          <a:off x="2625725" y="3733800"/>
          <a:ext cx="153988" cy="32543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29" name="AxMath" r:id="rId37" imgW="108360" imgH="226800" progId="Equation.AxMath">
                  <p:embed/>
                </p:oleObj>
              </mc:Choice>
              <mc:Fallback>
                <p:oleObj name="AxMath" r:id="rId37" imgW="108360" imgH="226800" progId="Equation.AxMath">
                  <p:embed/>
                  <p:pic>
                    <p:nvPicPr>
                      <p:cNvPr id="78" name="对象 77"/>
                      <p:cNvPicPr/>
                      <p:nvPr/>
                    </p:nvPicPr>
                    <p:blipFill>
                      <a:blip r:embed="rId38"/>
                      <a:stretch>
                        <a:fillRect/>
                      </a:stretch>
                    </p:blipFill>
                    <p:spPr>
                      <a:xfrm>
                        <a:off x="2625725" y="3733800"/>
                        <a:ext cx="153988" cy="32543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0" name="文本框 79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2394875" y="2751693"/>
            <a:ext cx="649537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链路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81" name="对象 80"/>
          <p:cNvGraphicFramePr>
            <a:graphicFrameLocks noChangeAspect="1"/>
          </p:cNvGraphicFramePr>
          <p:nvPr/>
        </p:nvGraphicFramePr>
        <p:xfrm>
          <a:off x="2930525" y="2795588"/>
          <a:ext cx="203200" cy="3254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30" name="AxMath" r:id="rId39" imgW="143640" imgH="226800" progId="Equation.AxMath">
                  <p:embed/>
                </p:oleObj>
              </mc:Choice>
              <mc:Fallback>
                <p:oleObj name="AxMath" r:id="rId39" imgW="143640" imgH="226800" progId="Equation.AxMath">
                  <p:embed/>
                  <p:pic>
                    <p:nvPicPr>
                      <p:cNvPr id="81" name="对象 80"/>
                      <p:cNvPicPr/>
                      <p:nvPr/>
                    </p:nvPicPr>
                    <p:blipFill>
                      <a:blip r:embed="rId40"/>
                      <a:stretch>
                        <a:fillRect/>
                      </a:stretch>
                    </p:blipFill>
                    <p:spPr>
                      <a:xfrm>
                        <a:off x="2930525" y="2795588"/>
                        <a:ext cx="203200" cy="3254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76" name="文本框 75">
            <a:extLst>
              <a:ext uri="{FF2B5EF4-FFF2-40B4-BE49-F238E27FC236}">
                <a16:creationId xmlns:a16="http://schemas.microsoft.com/office/drawing/2014/main" id="{EA068F9B-D08D-829D-710E-31B0B02E85E3}"/>
              </a:ext>
            </a:extLst>
          </p:cNvPr>
          <p:cNvSpPr txBox="1"/>
          <p:nvPr/>
        </p:nvSpPr>
        <p:spPr>
          <a:xfrm>
            <a:off x="1037990" y="2678528"/>
            <a:ext cx="1107996" cy="369332"/>
          </a:xfrm>
          <a:prstGeom prst="rect">
            <a:avLst/>
          </a:prstGeom>
          <a:noFill/>
          <a:ln w="19050">
            <a:noFill/>
          </a:ln>
        </p:spPr>
        <p:txBody>
          <a:bodyPr wrap="none" rtlCol="0">
            <a:spAutoFit/>
          </a:bodyPr>
          <a:lstStyle/>
          <a:p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  <a:cs typeface="Times New Roman" panose="02020603050405020304" pitchFamily="18" charset="0"/>
              </a:rPr>
              <a:t>其他节点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79" name="矩形 78">
            <a:extLst>
              <a:ext uri="{FF2B5EF4-FFF2-40B4-BE49-F238E27FC236}">
                <a16:creationId xmlns:a16="http://schemas.microsoft.com/office/drawing/2014/main" id="{FE1577DB-FBDB-C80C-B0CC-4AA623E20B4E}"/>
              </a:ext>
            </a:extLst>
          </p:cNvPr>
          <p:cNvSpPr/>
          <p:nvPr/>
        </p:nvSpPr>
        <p:spPr>
          <a:xfrm>
            <a:off x="4785890" y="4323021"/>
            <a:ext cx="431043" cy="19431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" name="文本框 1"/>
          <p:cNvSpPr txBox="1"/>
          <p:nvPr/>
        </p:nvSpPr>
        <p:spPr>
          <a:xfrm>
            <a:off x="5224871" y="4266287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计算操作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2" name="矩形 81">
            <a:extLst>
              <a:ext uri="{FF2B5EF4-FFF2-40B4-BE49-F238E27FC236}">
                <a16:creationId xmlns:a16="http://schemas.microsoft.com/office/drawing/2014/main" id="{6D08E8B7-989D-3EE2-D155-FEE7F435CEC4}"/>
              </a:ext>
            </a:extLst>
          </p:cNvPr>
          <p:cNvSpPr/>
          <p:nvPr/>
        </p:nvSpPr>
        <p:spPr>
          <a:xfrm>
            <a:off x="6438461" y="4320040"/>
            <a:ext cx="373169" cy="197291"/>
          </a:xfrm>
          <a:prstGeom prst="rect">
            <a:avLst/>
          </a:prstGeom>
          <a:solidFill>
            <a:srgbClr val="9DC3E6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83" name="文本框 82"/>
          <p:cNvSpPr txBox="1"/>
          <p:nvPr/>
        </p:nvSpPr>
        <p:spPr>
          <a:xfrm>
            <a:off x="6807132" y="4264796"/>
            <a:ext cx="902811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通信</a:t>
            </a:r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操作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85" name="矩形 84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9790" y="1764772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6" name="对象 85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7613" y="1724025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31" name="AxMath" r:id="rId41" imgW="115920" imgH="151920" progId="Equation.AxMath">
                  <p:embed/>
                </p:oleObj>
              </mc:Choice>
              <mc:Fallback>
                <p:oleObj name="AxMath" r:id="rId41" imgW="115920" imgH="151920" progId="Equation.AxMath">
                  <p:embed/>
                  <p:pic>
                    <p:nvPicPr>
                      <p:cNvPr id="86" name="对象 85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7613" y="1724025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7" name="矩形 86">
            <a:extLst>
              <a:ext uri="{FF2B5EF4-FFF2-40B4-BE49-F238E27FC236}">
                <a16:creationId xmlns:a16="http://schemas.microsoft.com/office/drawing/2014/main" id="{F1B84C95-C5EE-39E4-3C31-6FFF64A06F52}"/>
              </a:ext>
            </a:extLst>
          </p:cNvPr>
          <p:cNvSpPr/>
          <p:nvPr/>
        </p:nvSpPr>
        <p:spPr>
          <a:xfrm>
            <a:off x="3147504" y="3680470"/>
            <a:ext cx="1396260" cy="388620"/>
          </a:xfrm>
          <a:prstGeom prst="rect">
            <a:avLst/>
          </a:prstGeom>
          <a:solidFill>
            <a:srgbClr val="F8CBAD"/>
          </a:solidFill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 sz="1600" dirty="0">
              <a:solidFill>
                <a:schemeClr val="tx1"/>
              </a:solidFill>
              <a:latin typeface="宋体" panose="02010600030101010101" pitchFamily="2" charset="-122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graphicFrame>
        <p:nvGraphicFramePr>
          <p:cNvPr id="88" name="对象 87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3756382" y="3654938"/>
          <a:ext cx="301625" cy="39687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32" name="AxMath" r:id="rId43" imgW="115920" imgH="151920" progId="Equation.AxMath">
                  <p:embed/>
                </p:oleObj>
              </mc:Choice>
              <mc:Fallback>
                <p:oleObj name="AxMath" r:id="rId43" imgW="115920" imgH="151920" progId="Equation.AxMath">
                  <p:embed/>
                  <p:pic>
                    <p:nvPicPr>
                      <p:cNvPr id="88" name="对象 87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2"/>
                      <a:stretch>
                        <a:fillRect/>
                      </a:stretch>
                    </p:blipFill>
                    <p:spPr>
                      <a:xfrm>
                        <a:off x="3756382" y="3654938"/>
                        <a:ext cx="301625" cy="39687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15" name="左大括号 14"/>
          <p:cNvSpPr/>
          <p:nvPr/>
        </p:nvSpPr>
        <p:spPr>
          <a:xfrm rot="5400000">
            <a:off x="3763047" y="895344"/>
            <a:ext cx="165980" cy="1395453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89" name="左大括号 88"/>
          <p:cNvSpPr/>
          <p:nvPr/>
        </p:nvSpPr>
        <p:spPr>
          <a:xfrm rot="5400000">
            <a:off x="7054216" y="-983209"/>
            <a:ext cx="165980" cy="5157691"/>
          </a:xfrm>
          <a:prstGeom prst="leftBrace">
            <a:avLst>
              <a:gd name="adj1" fmla="val 63335"/>
              <a:gd name="adj2" fmla="val 50000"/>
            </a:avLst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93" name="文本框 92"/>
          <p:cNvSpPr txBox="1"/>
          <p:nvPr/>
        </p:nvSpPr>
        <p:spPr>
          <a:xfrm>
            <a:off x="3291636" y="1090988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前向传播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95" name="文本框 94"/>
          <p:cNvSpPr txBox="1"/>
          <p:nvPr/>
        </p:nvSpPr>
        <p:spPr>
          <a:xfrm>
            <a:off x="6556415" y="1085614"/>
            <a:ext cx="110799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dirty="0">
                <a:latin typeface="宋体" panose="02010600030101010101" pitchFamily="2" charset="-122"/>
                <a:ea typeface="宋体" panose="02010600030101010101" pitchFamily="2" charset="-122"/>
              </a:rPr>
              <a:t>反</a:t>
            </a:r>
            <a:r>
              <a:rPr lang="zh-CN" altLang="en-US" dirty="0" smtClean="0">
                <a:latin typeface="宋体" panose="02010600030101010101" pitchFamily="2" charset="-122"/>
                <a:ea typeface="宋体" panose="02010600030101010101" pitchFamily="2" charset="-122"/>
              </a:rPr>
              <a:t>向传播</a:t>
            </a:r>
            <a:endParaRPr lang="zh-CN" altLang="en-US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cxnSp>
        <p:nvCxnSpPr>
          <p:cNvPr id="7" name="直接箭头连接符 6"/>
          <p:cNvCxnSpPr/>
          <p:nvPr/>
        </p:nvCxnSpPr>
        <p:spPr>
          <a:xfrm flipV="1">
            <a:off x="9700260" y="2166939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84" name="对象 83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623353" y="2255103"/>
          <a:ext cx="186445" cy="350461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33" name="AxMath" r:id="rId44" imgW="80640" imgH="151920" progId="Equation.AxMath">
                  <p:embed/>
                </p:oleObj>
              </mc:Choice>
              <mc:Fallback>
                <p:oleObj name="AxMath" r:id="rId44" imgW="80640" imgH="151920" progId="Equation.AxMath">
                  <p:embed/>
                  <p:pic>
                    <p:nvPicPr>
                      <p:cNvPr id="84" name="对象 83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5"/>
                      <a:stretch>
                        <a:fillRect/>
                      </a:stretch>
                    </p:blipFill>
                    <p:spPr>
                      <a:xfrm>
                        <a:off x="9623353" y="2255103"/>
                        <a:ext cx="186445" cy="350461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6" name="直接箭头连接符 95"/>
          <p:cNvCxnSpPr/>
          <p:nvPr/>
        </p:nvCxnSpPr>
        <p:spPr>
          <a:xfrm flipV="1">
            <a:off x="11478772" y="3126441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7" name="对象 96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11376025" y="3214688"/>
          <a:ext cx="238125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34" name="AxMath" r:id="rId46" imgW="103680" imgH="151920" progId="Equation.AxMath">
                  <p:embed/>
                </p:oleObj>
              </mc:Choice>
              <mc:Fallback>
                <p:oleObj name="AxMath" r:id="rId46" imgW="103680" imgH="151920" progId="Equation.AxMath">
                  <p:embed/>
                  <p:pic>
                    <p:nvPicPr>
                      <p:cNvPr id="97" name="对象 96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7"/>
                      <a:stretch>
                        <a:fillRect/>
                      </a:stretch>
                    </p:blipFill>
                    <p:spPr>
                      <a:xfrm>
                        <a:off x="11376025" y="3214688"/>
                        <a:ext cx="238125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98" name="直接箭头连接符 97"/>
          <p:cNvCxnSpPr/>
          <p:nvPr/>
        </p:nvCxnSpPr>
        <p:spPr>
          <a:xfrm flipV="1">
            <a:off x="9683944" y="4056645"/>
            <a:ext cx="0" cy="141169"/>
          </a:xfrm>
          <a:prstGeom prst="straightConnector1">
            <a:avLst/>
          </a:prstGeom>
          <a:ln w="12700">
            <a:headEnd type="none"/>
            <a:tailEnd type="stealth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graphicFrame>
        <p:nvGraphicFramePr>
          <p:cNvPr id="99" name="对象 98">
            <a:extLst>
              <a:ext uri="{FF2B5EF4-FFF2-40B4-BE49-F238E27FC236}">
                <a16:creationId xmlns:a16="http://schemas.microsoft.com/office/drawing/2014/main" id="{98584732-36B8-EE04-A2AB-D6E9ED850265}"/>
              </a:ext>
            </a:extLst>
          </p:cNvPr>
          <p:cNvGraphicFramePr>
            <a:graphicFrameLocks noChangeAspect="1"/>
          </p:cNvGraphicFramePr>
          <p:nvPr>
            <p:extLst/>
          </p:nvPr>
        </p:nvGraphicFramePr>
        <p:xfrm>
          <a:off x="9596438" y="4144963"/>
          <a:ext cx="207962" cy="35083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2835" name="AxMath" r:id="rId48" imgW="90000" imgH="151920" progId="Equation.AxMath">
                  <p:embed/>
                </p:oleObj>
              </mc:Choice>
              <mc:Fallback>
                <p:oleObj name="AxMath" r:id="rId48" imgW="90000" imgH="151920" progId="Equation.AxMath">
                  <p:embed/>
                  <p:pic>
                    <p:nvPicPr>
                      <p:cNvPr id="99" name="对象 98">
                        <a:extLst>
                          <a:ext uri="{FF2B5EF4-FFF2-40B4-BE49-F238E27FC236}">
                            <a16:creationId xmlns:a16="http://schemas.microsoft.com/office/drawing/2014/main" id="{98584732-36B8-EE04-A2AB-D6E9ED850265}"/>
                          </a:ext>
                        </a:extLst>
                      </p:cNvPr>
                      <p:cNvPicPr/>
                      <p:nvPr/>
                    </p:nvPicPr>
                    <p:blipFill>
                      <a:blip r:embed="rId49"/>
                      <a:stretch>
                        <a:fillRect/>
                      </a:stretch>
                    </p:blipFill>
                    <p:spPr>
                      <a:xfrm>
                        <a:off x="9596438" y="4144963"/>
                        <a:ext cx="207962" cy="35083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026634697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直接连接符 109"/>
          <p:cNvCxnSpPr>
            <a:stCxn id="101" idx="0"/>
            <a:endCxn id="104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1" idx="6"/>
            <a:endCxn id="109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/>
          <p:cNvCxnSpPr>
            <a:stCxn id="102" idx="2"/>
            <a:endCxn id="104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102" idx="6"/>
            <a:endCxn id="106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106" idx="6"/>
            <a:endCxn id="108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09" idx="6"/>
            <a:endCxn id="103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/>
          <p:cNvCxnSpPr>
            <a:stCxn id="116" idx="0"/>
            <a:endCxn id="108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3" idx="6"/>
            <a:endCxn id="116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0" name="直接连接符 129"/>
          <p:cNvCxnSpPr>
            <a:stCxn id="121" idx="4"/>
            <a:endCxn id="122" idx="0"/>
          </p:cNvCxnSpPr>
          <p:nvPr/>
        </p:nvCxnSpPr>
        <p:spPr>
          <a:xfrm flipH="1">
            <a:off x="5476731" y="1104877"/>
            <a:ext cx="523944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4" name="直接连接符 133"/>
          <p:cNvCxnSpPr>
            <a:stCxn id="121" idx="4"/>
            <a:endCxn id="123" idx="0"/>
          </p:cNvCxnSpPr>
          <p:nvPr/>
        </p:nvCxnSpPr>
        <p:spPr>
          <a:xfrm>
            <a:off x="6000675" y="1104877"/>
            <a:ext cx="509750" cy="182674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6" name="直接连接符 135"/>
          <p:cNvCxnSpPr>
            <a:stCxn id="122" idx="4"/>
            <a:endCxn id="125" idx="0"/>
          </p:cNvCxnSpPr>
          <p:nvPr/>
        </p:nvCxnSpPr>
        <p:spPr>
          <a:xfrm flipH="1">
            <a:off x="5179475" y="1615417"/>
            <a:ext cx="29725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7" name="直接连接符 136"/>
          <p:cNvCxnSpPr>
            <a:stCxn id="122" idx="4"/>
            <a:endCxn id="126" idx="0"/>
          </p:cNvCxnSpPr>
          <p:nvPr/>
        </p:nvCxnSpPr>
        <p:spPr>
          <a:xfrm>
            <a:off x="5476731" y="1615417"/>
            <a:ext cx="27606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0" name="直接连接符 139"/>
          <p:cNvCxnSpPr>
            <a:stCxn id="123" idx="4"/>
            <a:endCxn id="127" idx="0"/>
          </p:cNvCxnSpPr>
          <p:nvPr/>
        </p:nvCxnSpPr>
        <p:spPr>
          <a:xfrm flipH="1">
            <a:off x="6303910" y="1615417"/>
            <a:ext cx="206515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1" name="直接连接符 140"/>
          <p:cNvCxnSpPr>
            <a:stCxn id="123" idx="4"/>
            <a:endCxn id="129" idx="0"/>
          </p:cNvCxnSpPr>
          <p:nvPr/>
        </p:nvCxnSpPr>
        <p:spPr>
          <a:xfrm>
            <a:off x="6510425" y="1615417"/>
            <a:ext cx="332536" cy="230689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43" name="直接连接符 142"/>
          <p:cNvCxnSpPr>
            <a:stCxn id="129" idx="4"/>
            <a:endCxn id="142" idx="0"/>
          </p:cNvCxnSpPr>
          <p:nvPr/>
        </p:nvCxnSpPr>
        <p:spPr>
          <a:xfrm>
            <a:off x="6842961" y="2173972"/>
            <a:ext cx="264892" cy="160656"/>
          </a:xfrm>
          <a:prstGeom prst="line">
            <a:avLst/>
          </a:prstGeom>
          <a:ln w="19050"/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0" name="直接连接符 149"/>
          <p:cNvCxnSpPr>
            <a:stCxn id="146" idx="2"/>
            <a:endCxn id="149" idx="6"/>
          </p:cNvCxnSpPr>
          <p:nvPr/>
        </p:nvCxnSpPr>
        <p:spPr>
          <a:xfrm flipH="1">
            <a:off x="9335297" y="2768999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1" name="直接连接符 150"/>
          <p:cNvCxnSpPr>
            <a:stCxn id="147" idx="2"/>
            <a:endCxn id="148" idx="6"/>
          </p:cNvCxnSpPr>
          <p:nvPr/>
        </p:nvCxnSpPr>
        <p:spPr>
          <a:xfrm flipH="1">
            <a:off x="9339167" y="923212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4" name="直接连接符 153"/>
          <p:cNvCxnSpPr>
            <a:stCxn id="152" idx="6"/>
            <a:endCxn id="153" idx="2"/>
          </p:cNvCxnSpPr>
          <p:nvPr/>
        </p:nvCxnSpPr>
        <p:spPr>
          <a:xfrm>
            <a:off x="9335297" y="1515397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7" name="直接连接符 156"/>
          <p:cNvCxnSpPr>
            <a:stCxn id="155" idx="2"/>
            <a:endCxn id="156" idx="6"/>
          </p:cNvCxnSpPr>
          <p:nvPr/>
        </p:nvCxnSpPr>
        <p:spPr>
          <a:xfrm flipH="1">
            <a:off x="9335297" y="2142198"/>
            <a:ext cx="559867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8" name="直接连接符 157"/>
          <p:cNvCxnSpPr>
            <a:stCxn id="153" idx="0"/>
            <a:endCxn id="147" idx="4"/>
          </p:cNvCxnSpPr>
          <p:nvPr/>
        </p:nvCxnSpPr>
        <p:spPr>
          <a:xfrm flipV="1">
            <a:off x="10061432" y="1087145"/>
            <a:ext cx="3870" cy="2643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59" name="直接连接符 158"/>
          <p:cNvCxnSpPr>
            <a:stCxn id="146" idx="0"/>
            <a:endCxn id="155" idx="4"/>
          </p:cNvCxnSpPr>
          <p:nvPr/>
        </p:nvCxnSpPr>
        <p:spPr>
          <a:xfrm flipV="1">
            <a:off x="10061432" y="2306131"/>
            <a:ext cx="0" cy="29893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0" name="肘形连接符 159"/>
          <p:cNvCxnSpPr>
            <a:stCxn id="153" idx="6"/>
            <a:endCxn id="146" idx="6"/>
          </p:cNvCxnSpPr>
          <p:nvPr/>
        </p:nvCxnSpPr>
        <p:spPr>
          <a:xfrm>
            <a:off x="10227700" y="1515397"/>
            <a:ext cx="12700" cy="1253602"/>
          </a:xfrm>
          <a:prstGeom prst="bentConnector3">
            <a:avLst>
              <a:gd name="adj1" fmla="val 1800000"/>
            </a:avLst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9" name="直接连接符 168"/>
          <p:cNvCxnSpPr>
            <a:stCxn id="162" idx="0"/>
            <a:endCxn id="165" idx="4"/>
          </p:cNvCxnSpPr>
          <p:nvPr/>
        </p:nvCxnSpPr>
        <p:spPr>
          <a:xfrm flipV="1">
            <a:off x="6896934" y="4700693"/>
            <a:ext cx="0" cy="45392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162" idx="5"/>
            <a:endCxn id="168" idx="2"/>
          </p:cNvCxnSpPr>
          <p:nvPr/>
        </p:nvCxnSpPr>
        <p:spPr>
          <a:xfrm>
            <a:off x="7014503" y="5434465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连接符 170"/>
          <p:cNvCxnSpPr>
            <a:stCxn id="163" idx="2"/>
            <a:endCxn id="165" idx="7"/>
          </p:cNvCxnSpPr>
          <p:nvPr/>
        </p:nvCxnSpPr>
        <p:spPr>
          <a:xfrm flipH="1">
            <a:off x="7014503" y="4061357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63" idx="6"/>
            <a:endCxn id="166" idx="2"/>
          </p:cNvCxnSpPr>
          <p:nvPr/>
        </p:nvCxnSpPr>
        <p:spPr>
          <a:xfrm>
            <a:off x="7723294" y="4061357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/>
          <p:cNvCxnSpPr>
            <a:stCxn id="166" idx="6"/>
            <a:endCxn id="167" idx="1"/>
          </p:cNvCxnSpPr>
          <p:nvPr/>
        </p:nvCxnSpPr>
        <p:spPr>
          <a:xfrm>
            <a:off x="8359036" y="4062576"/>
            <a:ext cx="359888" cy="358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连接符 173"/>
          <p:cNvCxnSpPr>
            <a:stCxn id="168" idx="6"/>
            <a:endCxn id="164" idx="2"/>
          </p:cNvCxnSpPr>
          <p:nvPr/>
        </p:nvCxnSpPr>
        <p:spPr>
          <a:xfrm>
            <a:off x="7723294" y="5699294"/>
            <a:ext cx="30320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6" name="直接连接符 175"/>
          <p:cNvCxnSpPr>
            <a:stCxn id="175" idx="0"/>
            <a:endCxn id="167" idx="4"/>
          </p:cNvCxnSpPr>
          <p:nvPr/>
        </p:nvCxnSpPr>
        <p:spPr>
          <a:xfrm flipV="1">
            <a:off x="8836493" y="4700694"/>
            <a:ext cx="0" cy="45392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直接连接符 176"/>
          <p:cNvCxnSpPr>
            <a:stCxn id="164" idx="6"/>
            <a:endCxn id="175" idx="3"/>
          </p:cNvCxnSpPr>
          <p:nvPr/>
        </p:nvCxnSpPr>
        <p:spPr>
          <a:xfrm flipV="1">
            <a:off x="8359036" y="5434465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/>
          <p:cNvCxnSpPr>
            <a:stCxn id="175" idx="1"/>
            <a:endCxn id="165" idx="5"/>
          </p:cNvCxnSpPr>
          <p:nvPr/>
        </p:nvCxnSpPr>
        <p:spPr>
          <a:xfrm flipH="1" flipV="1">
            <a:off x="7014503" y="4652678"/>
            <a:ext cx="1704421" cy="5499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直接连接符 180"/>
          <p:cNvCxnSpPr>
            <a:stCxn id="164" idx="0"/>
            <a:endCxn id="163" idx="4"/>
          </p:cNvCxnSpPr>
          <p:nvPr/>
        </p:nvCxnSpPr>
        <p:spPr>
          <a:xfrm flipH="1" flipV="1">
            <a:off x="7557026" y="4225290"/>
            <a:ext cx="635742" cy="131007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/>
          <p:cNvCxnSpPr>
            <a:stCxn id="168" idx="0"/>
            <a:endCxn id="166" idx="4"/>
          </p:cNvCxnSpPr>
          <p:nvPr/>
        </p:nvCxnSpPr>
        <p:spPr>
          <a:xfrm flipV="1">
            <a:off x="7557026" y="4226509"/>
            <a:ext cx="635742" cy="130885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/>
          <p:cNvCxnSpPr>
            <a:stCxn id="162" idx="6"/>
            <a:endCxn id="167" idx="2"/>
          </p:cNvCxnSpPr>
          <p:nvPr/>
        </p:nvCxnSpPr>
        <p:spPr>
          <a:xfrm flipV="1">
            <a:off x="7063202" y="4536761"/>
            <a:ext cx="1607023" cy="7817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/>
          <p:cNvCxnSpPr>
            <a:stCxn id="167" idx="2"/>
            <a:endCxn id="163" idx="5"/>
          </p:cNvCxnSpPr>
          <p:nvPr/>
        </p:nvCxnSpPr>
        <p:spPr>
          <a:xfrm flipH="1" flipV="1">
            <a:off x="7674595" y="4177275"/>
            <a:ext cx="995630" cy="3594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/>
          <p:cNvCxnSpPr>
            <a:stCxn id="175" idx="1"/>
            <a:endCxn id="166" idx="5"/>
          </p:cNvCxnSpPr>
          <p:nvPr/>
        </p:nvCxnSpPr>
        <p:spPr>
          <a:xfrm flipH="1" flipV="1">
            <a:off x="8310337" y="4178494"/>
            <a:ext cx="408587" cy="102413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/>
          <p:cNvCxnSpPr>
            <a:stCxn id="164" idx="0"/>
            <a:endCxn id="167" idx="3"/>
          </p:cNvCxnSpPr>
          <p:nvPr/>
        </p:nvCxnSpPr>
        <p:spPr>
          <a:xfrm flipV="1">
            <a:off x="8192768" y="4652679"/>
            <a:ext cx="526156" cy="88268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直接连接符 205"/>
          <p:cNvCxnSpPr>
            <a:stCxn id="168" idx="0"/>
            <a:endCxn id="175" idx="2"/>
          </p:cNvCxnSpPr>
          <p:nvPr/>
        </p:nvCxnSpPr>
        <p:spPr>
          <a:xfrm flipV="1">
            <a:off x="7557026" y="5318547"/>
            <a:ext cx="1113199" cy="21681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连接符 208"/>
          <p:cNvCxnSpPr>
            <a:stCxn id="162" idx="6"/>
            <a:endCxn id="164" idx="1"/>
          </p:cNvCxnSpPr>
          <p:nvPr/>
        </p:nvCxnSpPr>
        <p:spPr>
          <a:xfrm>
            <a:off x="7063202" y="5318547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连接符 211"/>
          <p:cNvCxnSpPr>
            <a:stCxn id="165" idx="5"/>
            <a:endCxn id="168" idx="1"/>
          </p:cNvCxnSpPr>
          <p:nvPr/>
        </p:nvCxnSpPr>
        <p:spPr>
          <a:xfrm>
            <a:off x="7014503" y="4652678"/>
            <a:ext cx="424954" cy="93069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连接符 214"/>
          <p:cNvCxnSpPr>
            <a:stCxn id="163" idx="4"/>
            <a:endCxn id="162" idx="7"/>
          </p:cNvCxnSpPr>
          <p:nvPr/>
        </p:nvCxnSpPr>
        <p:spPr>
          <a:xfrm flipH="1">
            <a:off x="7014503" y="4225290"/>
            <a:ext cx="542523" cy="97733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连接符 219"/>
          <p:cNvCxnSpPr>
            <a:stCxn id="166" idx="4"/>
            <a:endCxn id="165" idx="6"/>
          </p:cNvCxnSpPr>
          <p:nvPr/>
        </p:nvCxnSpPr>
        <p:spPr>
          <a:xfrm flipH="1">
            <a:off x="7063202" y="4226509"/>
            <a:ext cx="1129566" cy="3102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/>
          <p:cNvCxnSpPr>
            <a:stCxn id="225" idx="7"/>
            <a:endCxn id="228" idx="3"/>
          </p:cNvCxnSpPr>
          <p:nvPr/>
        </p:nvCxnSpPr>
        <p:spPr>
          <a:xfrm flipV="1">
            <a:off x="1822923" y="3972385"/>
            <a:ext cx="520168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/>
          <p:cNvCxnSpPr>
            <a:stCxn id="225" idx="6"/>
            <a:endCxn id="231" idx="2"/>
          </p:cNvCxnSpPr>
          <p:nvPr/>
        </p:nvCxnSpPr>
        <p:spPr>
          <a:xfrm>
            <a:off x="1871622" y="4348266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/>
          <p:cNvCxnSpPr>
            <a:stCxn id="226" idx="2"/>
            <a:endCxn id="228" idx="6"/>
          </p:cNvCxnSpPr>
          <p:nvPr/>
        </p:nvCxnSpPr>
        <p:spPr>
          <a:xfrm flipH="1">
            <a:off x="2626928" y="3856467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连接符 234"/>
          <p:cNvCxnSpPr>
            <a:stCxn id="226" idx="3"/>
            <a:endCxn id="231" idx="7"/>
          </p:cNvCxnSpPr>
          <p:nvPr/>
        </p:nvCxnSpPr>
        <p:spPr>
          <a:xfrm flipH="1">
            <a:off x="2890257" y="3972385"/>
            <a:ext cx="511409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6" name="直接连接符 275"/>
          <p:cNvCxnSpPr>
            <a:stCxn id="272" idx="7"/>
            <a:endCxn id="274" idx="3"/>
          </p:cNvCxnSpPr>
          <p:nvPr/>
        </p:nvCxnSpPr>
        <p:spPr>
          <a:xfrm flipV="1">
            <a:off x="1820262" y="4839833"/>
            <a:ext cx="522829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直接连接符 276"/>
          <p:cNvCxnSpPr>
            <a:stCxn id="272" idx="6"/>
            <a:endCxn id="275" idx="2"/>
          </p:cNvCxnSpPr>
          <p:nvPr/>
        </p:nvCxnSpPr>
        <p:spPr>
          <a:xfrm>
            <a:off x="1868961" y="5216943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/>
          <p:cNvCxnSpPr>
            <a:stCxn id="273" idx="2"/>
            <a:endCxn id="274" idx="6"/>
          </p:cNvCxnSpPr>
          <p:nvPr/>
        </p:nvCxnSpPr>
        <p:spPr>
          <a:xfrm flipH="1">
            <a:off x="2626928" y="4723915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/>
          <p:cNvCxnSpPr>
            <a:stCxn id="273" idx="3"/>
            <a:endCxn id="275" idx="7"/>
          </p:cNvCxnSpPr>
          <p:nvPr/>
        </p:nvCxnSpPr>
        <p:spPr>
          <a:xfrm flipH="1">
            <a:off x="2887596" y="4839833"/>
            <a:ext cx="514070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/>
          <p:cNvCxnSpPr>
            <a:stCxn id="272" idx="0"/>
            <a:endCxn id="225" idx="4"/>
          </p:cNvCxnSpPr>
          <p:nvPr/>
        </p:nvCxnSpPr>
        <p:spPr>
          <a:xfrm flipV="1">
            <a:off x="1702693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直接连接符 294"/>
          <p:cNvCxnSpPr>
            <a:stCxn id="274" idx="0"/>
            <a:endCxn id="228" idx="4"/>
          </p:cNvCxnSpPr>
          <p:nvPr/>
        </p:nvCxnSpPr>
        <p:spPr>
          <a:xfrm flipV="1">
            <a:off x="2460660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直接连接符 297"/>
          <p:cNvCxnSpPr>
            <a:stCxn id="273" idx="0"/>
            <a:endCxn id="226" idx="4"/>
          </p:cNvCxnSpPr>
          <p:nvPr/>
        </p:nvCxnSpPr>
        <p:spPr>
          <a:xfrm flipV="1">
            <a:off x="3519235" y="4020400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/>
          <p:cNvCxnSpPr>
            <a:stCxn id="275" idx="0"/>
            <a:endCxn id="231" idx="4"/>
          </p:cNvCxnSpPr>
          <p:nvPr/>
        </p:nvCxnSpPr>
        <p:spPr>
          <a:xfrm flipV="1">
            <a:off x="2770027" y="4512199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矩形 306"/>
          <p:cNvSpPr/>
          <p:nvPr/>
        </p:nvSpPr>
        <p:spPr>
          <a:xfrm>
            <a:off x="8345654" y="704877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 307"/>
          <p:cNvSpPr/>
          <p:nvPr/>
        </p:nvSpPr>
        <p:spPr>
          <a:xfrm>
            <a:off x="4882283" y="441057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 308"/>
          <p:cNvSpPr/>
          <p:nvPr/>
        </p:nvSpPr>
        <p:spPr>
          <a:xfrm>
            <a:off x="1390093" y="-2744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" name="矩形 309"/>
          <p:cNvSpPr/>
          <p:nvPr/>
        </p:nvSpPr>
        <p:spPr>
          <a:xfrm>
            <a:off x="1343022" y="3168984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矩形 310"/>
          <p:cNvSpPr/>
          <p:nvPr/>
        </p:nvSpPr>
        <p:spPr>
          <a:xfrm>
            <a:off x="6605224" y="3645685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椭圆 100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2" name="椭圆 101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3" name="椭圆 102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6" name="椭圆 105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椭圆 115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21" name="椭圆 120"/>
          <p:cNvSpPr/>
          <p:nvPr/>
        </p:nvSpPr>
        <p:spPr>
          <a:xfrm>
            <a:off x="5834407" y="77701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2" name="椭圆 121"/>
          <p:cNvSpPr/>
          <p:nvPr/>
        </p:nvSpPr>
        <p:spPr>
          <a:xfrm>
            <a:off x="5310463" y="128755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3" name="椭圆 122"/>
          <p:cNvSpPr/>
          <p:nvPr/>
        </p:nvSpPr>
        <p:spPr>
          <a:xfrm>
            <a:off x="6344157" y="128755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5" name="椭圆 124"/>
          <p:cNvSpPr/>
          <p:nvPr/>
        </p:nvSpPr>
        <p:spPr>
          <a:xfrm>
            <a:off x="5013207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6" name="椭圆 125"/>
          <p:cNvSpPr/>
          <p:nvPr/>
        </p:nvSpPr>
        <p:spPr>
          <a:xfrm>
            <a:off x="5586529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7" name="椭圆 126"/>
          <p:cNvSpPr/>
          <p:nvPr/>
        </p:nvSpPr>
        <p:spPr>
          <a:xfrm>
            <a:off x="6137642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29" name="椭圆 128"/>
          <p:cNvSpPr/>
          <p:nvPr/>
        </p:nvSpPr>
        <p:spPr>
          <a:xfrm>
            <a:off x="6676693" y="184610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2" name="椭圆 141"/>
          <p:cNvSpPr/>
          <p:nvPr/>
        </p:nvSpPr>
        <p:spPr>
          <a:xfrm>
            <a:off x="6941585" y="233462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6" name="椭圆 145"/>
          <p:cNvSpPr/>
          <p:nvPr/>
        </p:nvSpPr>
        <p:spPr>
          <a:xfrm>
            <a:off x="9895164" y="260506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7" name="椭圆 146"/>
          <p:cNvSpPr/>
          <p:nvPr/>
        </p:nvSpPr>
        <p:spPr>
          <a:xfrm>
            <a:off x="9899034" y="75927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8" name="椭圆 147"/>
          <p:cNvSpPr/>
          <p:nvPr/>
        </p:nvSpPr>
        <p:spPr>
          <a:xfrm>
            <a:off x="9006631" y="75927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9" name="椭圆 148"/>
          <p:cNvSpPr/>
          <p:nvPr/>
        </p:nvSpPr>
        <p:spPr>
          <a:xfrm>
            <a:off x="9002761" y="260506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2" name="椭圆 151"/>
          <p:cNvSpPr/>
          <p:nvPr/>
        </p:nvSpPr>
        <p:spPr>
          <a:xfrm>
            <a:off x="9002761" y="135146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3" name="椭圆 152"/>
          <p:cNvSpPr/>
          <p:nvPr/>
        </p:nvSpPr>
        <p:spPr>
          <a:xfrm>
            <a:off x="9895164" y="135146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5" name="椭圆 154"/>
          <p:cNvSpPr/>
          <p:nvPr/>
        </p:nvSpPr>
        <p:spPr>
          <a:xfrm>
            <a:off x="9895164" y="19782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56" name="椭圆 155"/>
          <p:cNvSpPr/>
          <p:nvPr/>
        </p:nvSpPr>
        <p:spPr>
          <a:xfrm>
            <a:off x="9002761" y="19782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25" name="椭圆 224"/>
          <p:cNvSpPr/>
          <p:nvPr/>
        </p:nvSpPr>
        <p:spPr>
          <a:xfrm>
            <a:off x="1539086" y="418433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6" name="椭圆 225"/>
          <p:cNvSpPr/>
          <p:nvPr/>
        </p:nvSpPr>
        <p:spPr>
          <a:xfrm>
            <a:off x="3352967" y="369253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8" name="椭圆 227"/>
          <p:cNvSpPr/>
          <p:nvPr/>
        </p:nvSpPr>
        <p:spPr>
          <a:xfrm>
            <a:off x="2294392" y="369253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1" name="椭圆 230"/>
          <p:cNvSpPr/>
          <p:nvPr/>
        </p:nvSpPr>
        <p:spPr>
          <a:xfrm>
            <a:off x="2606420" y="418433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2" name="椭圆 271"/>
          <p:cNvSpPr/>
          <p:nvPr/>
        </p:nvSpPr>
        <p:spPr>
          <a:xfrm>
            <a:off x="1536425" y="5053010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3" name="椭圆 272"/>
          <p:cNvSpPr/>
          <p:nvPr/>
        </p:nvSpPr>
        <p:spPr>
          <a:xfrm>
            <a:off x="3352967" y="455998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4" name="椭圆 273"/>
          <p:cNvSpPr/>
          <p:nvPr/>
        </p:nvSpPr>
        <p:spPr>
          <a:xfrm>
            <a:off x="2294392" y="455998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5" name="椭圆 274"/>
          <p:cNvSpPr/>
          <p:nvPr/>
        </p:nvSpPr>
        <p:spPr>
          <a:xfrm>
            <a:off x="2603759" y="5053010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2" name="椭圆 161"/>
          <p:cNvSpPr/>
          <p:nvPr/>
        </p:nvSpPr>
        <p:spPr>
          <a:xfrm>
            <a:off x="6730666" y="515461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椭圆 162"/>
          <p:cNvSpPr/>
          <p:nvPr/>
        </p:nvSpPr>
        <p:spPr>
          <a:xfrm>
            <a:off x="7390758" y="389742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椭圆 163"/>
          <p:cNvSpPr/>
          <p:nvPr/>
        </p:nvSpPr>
        <p:spPr>
          <a:xfrm>
            <a:off x="8026500" y="553536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椭圆 164"/>
          <p:cNvSpPr/>
          <p:nvPr/>
        </p:nvSpPr>
        <p:spPr>
          <a:xfrm>
            <a:off x="6730666" y="4372827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椭圆 165"/>
          <p:cNvSpPr/>
          <p:nvPr/>
        </p:nvSpPr>
        <p:spPr>
          <a:xfrm>
            <a:off x="8026500" y="389864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椭圆 166"/>
          <p:cNvSpPr/>
          <p:nvPr/>
        </p:nvSpPr>
        <p:spPr>
          <a:xfrm>
            <a:off x="8670225" y="437282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椭圆 167"/>
          <p:cNvSpPr/>
          <p:nvPr/>
        </p:nvSpPr>
        <p:spPr>
          <a:xfrm>
            <a:off x="7390758" y="553536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椭圆 174"/>
          <p:cNvSpPr/>
          <p:nvPr/>
        </p:nvSpPr>
        <p:spPr>
          <a:xfrm>
            <a:off x="8670225" y="515461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498888178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3902571" y="1634076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4" name="直接箭头连接符 3"/>
          <p:cNvCxnSpPr/>
          <p:nvPr/>
        </p:nvCxnSpPr>
        <p:spPr>
          <a:xfrm flipH="1">
            <a:off x="2789922" y="1915569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1" name="直接箭头连接符 130"/>
          <p:cNvCxnSpPr/>
          <p:nvPr/>
        </p:nvCxnSpPr>
        <p:spPr>
          <a:xfrm flipH="1">
            <a:off x="2855554" y="1987875"/>
            <a:ext cx="1078607" cy="767562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2" name="直接箭头连接符 131"/>
          <p:cNvCxnSpPr/>
          <p:nvPr/>
        </p:nvCxnSpPr>
        <p:spPr>
          <a:xfrm flipH="1" flipV="1">
            <a:off x="2932047" y="3016852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3" name="直接箭头连接符 132"/>
          <p:cNvCxnSpPr/>
          <p:nvPr/>
        </p:nvCxnSpPr>
        <p:spPr>
          <a:xfrm flipH="1" flipV="1">
            <a:off x="2932046" y="2917360"/>
            <a:ext cx="2409505" cy="13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5" name="直接箭头连接符 134"/>
          <p:cNvCxnSpPr/>
          <p:nvPr/>
        </p:nvCxnSpPr>
        <p:spPr>
          <a:xfrm flipH="1">
            <a:off x="5124869" y="3210412"/>
            <a:ext cx="414927" cy="1126871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8" name="直接箭头连接符 137"/>
          <p:cNvCxnSpPr/>
          <p:nvPr/>
        </p:nvCxnSpPr>
        <p:spPr>
          <a:xfrm flipH="1">
            <a:off x="5232769" y="3237109"/>
            <a:ext cx="400468" cy="110128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39" name="直接箭头连接符 138"/>
          <p:cNvCxnSpPr/>
          <p:nvPr/>
        </p:nvCxnSpPr>
        <p:spPr>
          <a:xfrm>
            <a:off x="2623060" y="3237109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61" name="直接箭头连接符 160"/>
          <p:cNvCxnSpPr/>
          <p:nvPr/>
        </p:nvCxnSpPr>
        <p:spPr>
          <a:xfrm>
            <a:off x="2715390" y="3202625"/>
            <a:ext cx="360420" cy="1161355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78" name="直接箭头连接符 177"/>
          <p:cNvCxnSpPr/>
          <p:nvPr/>
        </p:nvCxnSpPr>
        <p:spPr>
          <a:xfrm flipH="1">
            <a:off x="3470715" y="3183714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arrow"/>
            <a:tailEnd type="non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80" name="直接箭头连接符 179"/>
          <p:cNvCxnSpPr/>
          <p:nvPr/>
        </p:nvCxnSpPr>
        <p:spPr>
          <a:xfrm flipH="1">
            <a:off x="3416207" y="3095833"/>
            <a:ext cx="1995662" cy="1367116"/>
          </a:xfrm>
          <a:prstGeom prst="straightConnector1">
            <a:avLst/>
          </a:prstGeom>
          <a:ln w="19050">
            <a:solidFill>
              <a:schemeClr val="tx1"/>
            </a:solidFill>
            <a:headEnd type="none"/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0" name="对象 1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686270742"/>
              </p:ext>
            </p:extLst>
          </p:nvPr>
        </p:nvGraphicFramePr>
        <p:xfrm>
          <a:off x="4021767" y="1358382"/>
          <a:ext cx="229862" cy="306482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58" name="AxMath" r:id="rId3" imgW="171720" imgH="227880" progId="Equation.AxMath">
                  <p:embed/>
                </p:oleObj>
              </mc:Choice>
              <mc:Fallback>
                <p:oleObj name="AxMath" r:id="rId3" imgW="171720" imgH="22788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4021767" y="1358382"/>
                        <a:ext cx="229862" cy="306482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2" name="对象 19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8303968"/>
              </p:ext>
            </p:extLst>
          </p:nvPr>
        </p:nvGraphicFramePr>
        <p:xfrm>
          <a:off x="5784851" y="2608831"/>
          <a:ext cx="23971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59" name="AxMath" r:id="rId5" imgW="178920" imgH="227880" progId="Equation.AxMath">
                  <p:embed/>
                </p:oleObj>
              </mc:Choice>
              <mc:Fallback>
                <p:oleObj name="AxMath" r:id="rId5" imgW="17892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784851" y="2608831"/>
                        <a:ext cx="23971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4" name="对象 19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541810927"/>
              </p:ext>
            </p:extLst>
          </p:nvPr>
        </p:nvGraphicFramePr>
        <p:xfrm>
          <a:off x="5212129" y="4707702"/>
          <a:ext cx="242888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60" name="AxMath" r:id="rId7" imgW="180360" imgH="227880" progId="Equation.AxMath">
                  <p:embed/>
                </p:oleObj>
              </mc:Choice>
              <mc:Fallback>
                <p:oleObj name="AxMath" r:id="rId7" imgW="180360" imgH="227880" progId="Equation.AxMath">
                  <p:embed/>
                  <p:pic>
                    <p:nvPicPr>
                      <p:cNvPr id="192" name="对象 19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5212129" y="4707702"/>
                        <a:ext cx="242888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5" name="对象 19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486176427"/>
              </p:ext>
            </p:extLst>
          </p:nvPr>
        </p:nvGraphicFramePr>
        <p:xfrm>
          <a:off x="2895600" y="4707701"/>
          <a:ext cx="2476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61" name="AxMath" r:id="rId9" imgW="183600" imgH="227880" progId="Equation.AxMath">
                  <p:embed/>
                </p:oleObj>
              </mc:Choice>
              <mc:Fallback>
                <p:oleObj name="AxMath" r:id="rId9" imgW="183600" imgH="227880" progId="Equation.AxMath">
                  <p:embed/>
                  <p:pic>
                    <p:nvPicPr>
                      <p:cNvPr id="194" name="对象 193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2895600" y="4707701"/>
                        <a:ext cx="2476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6" name="对象 19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610864512"/>
              </p:ext>
            </p:extLst>
          </p:nvPr>
        </p:nvGraphicFramePr>
        <p:xfrm>
          <a:off x="2216178" y="2608831"/>
          <a:ext cx="239713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62" name="AxMath" r:id="rId11" imgW="178560" imgH="227880" progId="Equation.AxMath">
                  <p:embed/>
                </p:oleObj>
              </mc:Choice>
              <mc:Fallback>
                <p:oleObj name="AxMath" r:id="rId11" imgW="178560" imgH="227880" progId="Equation.AxMath">
                  <p:embed/>
                  <p:pic>
                    <p:nvPicPr>
                      <p:cNvPr id="195" name="对象 194"/>
                      <p:cNvPicPr/>
                      <p:nvPr/>
                    </p:nvPicPr>
                    <p:blipFill>
                      <a:blip r:embed="rId12"/>
                      <a:stretch>
                        <a:fillRect/>
                      </a:stretch>
                    </p:blipFill>
                    <p:spPr>
                      <a:xfrm>
                        <a:off x="2216178" y="2608831"/>
                        <a:ext cx="239713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7" name="对象 19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811542586"/>
              </p:ext>
            </p:extLst>
          </p:nvPr>
        </p:nvGraphicFramePr>
        <p:xfrm>
          <a:off x="2814638" y="2000250"/>
          <a:ext cx="5667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63" name="AxMath" r:id="rId13" imgW="422640" imgH="227880" progId="Equation.AxMath">
                  <p:embed/>
                </p:oleObj>
              </mc:Choice>
              <mc:Fallback>
                <p:oleObj name="AxMath" r:id="rId13" imgW="422640" imgH="227880" progId="Equation.AxMath">
                  <p:embed/>
                  <p:pic>
                    <p:nvPicPr>
                      <p:cNvPr id="20" name="对象 19"/>
                      <p:cNvPicPr/>
                      <p:nvPr/>
                    </p:nvPicPr>
                    <p:blipFill>
                      <a:blip r:embed="rId14"/>
                      <a:stretch>
                        <a:fillRect/>
                      </a:stretch>
                    </p:blipFill>
                    <p:spPr>
                      <a:xfrm>
                        <a:off x="2814638" y="2000250"/>
                        <a:ext cx="5667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8" name="对象 19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016565769"/>
              </p:ext>
            </p:extLst>
          </p:nvPr>
        </p:nvGraphicFramePr>
        <p:xfrm>
          <a:off x="3597275" y="2214563"/>
          <a:ext cx="57150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64" name="AxMath" r:id="rId15" imgW="425880" imgH="227880" progId="Equation.AxMath">
                  <p:embed/>
                </p:oleObj>
              </mc:Choice>
              <mc:Fallback>
                <p:oleObj name="AxMath" r:id="rId15" imgW="425880" imgH="227880" progId="Equation.AxMath">
                  <p:embed/>
                  <p:pic>
                    <p:nvPicPr>
                      <p:cNvPr id="197" name="对象 196"/>
                      <p:cNvPicPr/>
                      <p:nvPr/>
                    </p:nvPicPr>
                    <p:blipFill>
                      <a:blip r:embed="rId16"/>
                      <a:stretch>
                        <a:fillRect/>
                      </a:stretch>
                    </p:blipFill>
                    <p:spPr>
                      <a:xfrm>
                        <a:off x="3597275" y="2214563"/>
                        <a:ext cx="57150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199" name="对象 198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850668505"/>
              </p:ext>
            </p:extLst>
          </p:nvPr>
        </p:nvGraphicFramePr>
        <p:xfrm>
          <a:off x="3883025" y="2608831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65" name="AxMath" r:id="rId17" imgW="429480" imgH="227880" progId="Equation.AxMath">
                  <p:embed/>
                </p:oleObj>
              </mc:Choice>
              <mc:Fallback>
                <p:oleObj name="AxMath" r:id="rId17" imgW="429480" imgH="227880" progId="Equation.AxMath">
                  <p:embed/>
                  <p:pic>
                    <p:nvPicPr>
                      <p:cNvPr id="198" name="对象 197"/>
                      <p:cNvPicPr/>
                      <p:nvPr/>
                    </p:nvPicPr>
                    <p:blipFill>
                      <a:blip r:embed="rId18"/>
                      <a:stretch>
                        <a:fillRect/>
                      </a:stretch>
                    </p:blipFill>
                    <p:spPr>
                      <a:xfrm>
                        <a:off x="3883025" y="2608831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1" name="对象 20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595063611"/>
              </p:ext>
            </p:extLst>
          </p:nvPr>
        </p:nvGraphicFramePr>
        <p:xfrm>
          <a:off x="3842796" y="3041342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66" name="AxMath" r:id="rId19" imgW="429480" imgH="227880" progId="Equation.AxMath">
                  <p:embed/>
                </p:oleObj>
              </mc:Choice>
              <mc:Fallback>
                <p:oleObj name="AxMath" r:id="rId19" imgW="42948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0"/>
                      <a:stretch>
                        <a:fillRect/>
                      </a:stretch>
                    </p:blipFill>
                    <p:spPr>
                      <a:xfrm>
                        <a:off x="3842796" y="3041342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2" name="对象 20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739849622"/>
              </p:ext>
            </p:extLst>
          </p:nvPr>
        </p:nvGraphicFramePr>
        <p:xfrm>
          <a:off x="2173288" y="3714750"/>
          <a:ext cx="579437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67" name="AxMath" r:id="rId21" imgW="431280" imgH="227880" progId="Equation.AxMath">
                  <p:embed/>
                </p:oleObj>
              </mc:Choice>
              <mc:Fallback>
                <p:oleObj name="AxMath" r:id="rId21" imgW="431280" imgH="227880" progId="Equation.AxMath">
                  <p:embed/>
                  <p:pic>
                    <p:nvPicPr>
                      <p:cNvPr id="201" name="对象 200"/>
                      <p:cNvPicPr/>
                      <p:nvPr/>
                    </p:nvPicPr>
                    <p:blipFill>
                      <a:blip r:embed="rId22"/>
                      <a:stretch>
                        <a:fillRect/>
                      </a:stretch>
                    </p:blipFill>
                    <p:spPr>
                      <a:xfrm>
                        <a:off x="2173288" y="3714750"/>
                        <a:ext cx="579437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4" name="对象 203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962691229"/>
              </p:ext>
            </p:extLst>
          </p:nvPr>
        </p:nvGraphicFramePr>
        <p:xfrm>
          <a:off x="2940050" y="3594100"/>
          <a:ext cx="581025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68" name="AxMath" r:id="rId23" imgW="433800" imgH="227880" progId="Equation.AxMath">
                  <p:embed/>
                </p:oleObj>
              </mc:Choice>
              <mc:Fallback>
                <p:oleObj name="AxMath" r:id="rId23" imgW="433800" imgH="227880" progId="Equation.AxMath">
                  <p:embed/>
                  <p:pic>
                    <p:nvPicPr>
                      <p:cNvPr id="199" name="对象 198"/>
                      <p:cNvPicPr/>
                      <p:nvPr/>
                    </p:nvPicPr>
                    <p:blipFill>
                      <a:blip r:embed="rId24"/>
                      <a:stretch>
                        <a:fillRect/>
                      </a:stretch>
                    </p:blipFill>
                    <p:spPr>
                      <a:xfrm>
                        <a:off x="2940050" y="3594100"/>
                        <a:ext cx="581025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5" name="对象 20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48438563"/>
              </p:ext>
            </p:extLst>
          </p:nvPr>
        </p:nvGraphicFramePr>
        <p:xfrm>
          <a:off x="3794125" y="3533775"/>
          <a:ext cx="579438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69" name="AxMath" r:id="rId25" imgW="431640" imgH="227880" progId="Equation.AxMath">
                  <p:embed/>
                </p:oleObj>
              </mc:Choice>
              <mc:Fallback>
                <p:oleObj name="AxMath" r:id="rId25" imgW="431640" imgH="227880" progId="Equation.AxMath">
                  <p:embed/>
                  <p:pic>
                    <p:nvPicPr>
                      <p:cNvPr id="204" name="对象 203"/>
                      <p:cNvPicPr/>
                      <p:nvPr/>
                    </p:nvPicPr>
                    <p:blipFill>
                      <a:blip r:embed="rId26"/>
                      <a:stretch>
                        <a:fillRect/>
                      </a:stretch>
                    </p:blipFill>
                    <p:spPr>
                      <a:xfrm>
                        <a:off x="3794125" y="3533775"/>
                        <a:ext cx="579438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7" name="对象 20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316351393"/>
              </p:ext>
            </p:extLst>
          </p:nvPr>
        </p:nvGraphicFramePr>
        <p:xfrm>
          <a:off x="4184650" y="4037013"/>
          <a:ext cx="581025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70" name="AxMath" r:id="rId27" imgW="433800" imgH="227880" progId="Equation.AxMath">
                  <p:embed/>
                </p:oleObj>
              </mc:Choice>
              <mc:Fallback>
                <p:oleObj name="AxMath" r:id="rId27" imgW="433800" imgH="227880" progId="Equation.AxMath">
                  <p:embed/>
                  <p:pic>
                    <p:nvPicPr>
                      <p:cNvPr id="205" name="对象 204"/>
                      <p:cNvPicPr/>
                      <p:nvPr/>
                    </p:nvPicPr>
                    <p:blipFill>
                      <a:blip r:embed="rId28"/>
                      <a:stretch>
                        <a:fillRect/>
                      </a:stretch>
                    </p:blipFill>
                    <p:spPr>
                      <a:xfrm>
                        <a:off x="4184650" y="4037013"/>
                        <a:ext cx="581025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08" name="对象 20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101179562"/>
              </p:ext>
            </p:extLst>
          </p:nvPr>
        </p:nvGraphicFramePr>
        <p:xfrm>
          <a:off x="4741863" y="3651250"/>
          <a:ext cx="576262" cy="306388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71" name="AxMath" r:id="rId29" imgW="430200" imgH="227880" progId="Equation.AxMath">
                  <p:embed/>
                </p:oleObj>
              </mc:Choice>
              <mc:Fallback>
                <p:oleObj name="AxMath" r:id="rId29" imgW="430200" imgH="227880" progId="Equation.AxMath">
                  <p:embed/>
                  <p:pic>
                    <p:nvPicPr>
                      <p:cNvPr id="207" name="对象 206"/>
                      <p:cNvPicPr/>
                      <p:nvPr/>
                    </p:nvPicPr>
                    <p:blipFill>
                      <a:blip r:embed="rId30"/>
                      <a:stretch>
                        <a:fillRect/>
                      </a:stretch>
                    </p:blipFill>
                    <p:spPr>
                      <a:xfrm>
                        <a:off x="4741863" y="3651250"/>
                        <a:ext cx="576262" cy="306388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graphicFrame>
        <p:nvGraphicFramePr>
          <p:cNvPr id="210" name="对象 209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518006922"/>
              </p:ext>
            </p:extLst>
          </p:nvPr>
        </p:nvGraphicFramePr>
        <p:xfrm>
          <a:off x="5446713" y="3773488"/>
          <a:ext cx="577850" cy="306387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3572" name="AxMath" r:id="rId31" imgW="431280" imgH="227880" progId="Equation.AxMath">
                  <p:embed/>
                </p:oleObj>
              </mc:Choice>
              <mc:Fallback>
                <p:oleObj name="AxMath" r:id="rId31" imgW="431280" imgH="227880" progId="Equation.AxMath">
                  <p:embed/>
                  <p:pic>
                    <p:nvPicPr>
                      <p:cNvPr id="208" name="对象 207"/>
                      <p:cNvPicPr/>
                      <p:nvPr/>
                    </p:nvPicPr>
                    <p:blipFill>
                      <a:blip r:embed="rId32"/>
                      <a:stretch>
                        <a:fillRect/>
                      </a:stretch>
                    </p:blipFill>
                    <p:spPr>
                      <a:xfrm>
                        <a:off x="5446713" y="3773488"/>
                        <a:ext cx="577850" cy="306387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211" name="椭圆 210"/>
          <p:cNvSpPr/>
          <p:nvPr/>
        </p:nvSpPr>
        <p:spPr>
          <a:xfrm>
            <a:off x="5408702" y="2762024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椭圆 212"/>
          <p:cNvSpPr/>
          <p:nvPr/>
        </p:nvSpPr>
        <p:spPr>
          <a:xfrm>
            <a:off x="4909978" y="4397064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椭圆 215"/>
          <p:cNvSpPr/>
          <p:nvPr/>
        </p:nvSpPr>
        <p:spPr>
          <a:xfrm>
            <a:off x="2981897" y="4390729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椭圆 216"/>
          <p:cNvSpPr/>
          <p:nvPr/>
        </p:nvSpPr>
        <p:spPr>
          <a:xfrm>
            <a:off x="2439490" y="2761794"/>
            <a:ext cx="389102" cy="383637"/>
          </a:xfrm>
          <a:prstGeom prst="ellipse">
            <a:avLst/>
          </a:prstGeom>
          <a:solidFill>
            <a:srgbClr val="7BBDD7"/>
          </a:solidFill>
          <a:ln w="19050"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0179355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椭圆 104"/>
          <p:cNvSpPr/>
          <p:nvPr/>
        </p:nvSpPr>
        <p:spPr>
          <a:xfrm>
            <a:off x="260392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椭圆 210"/>
          <p:cNvSpPr/>
          <p:nvPr/>
        </p:nvSpPr>
        <p:spPr>
          <a:xfrm>
            <a:off x="3324000" y="162362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2" name="椭圆 31"/>
          <p:cNvSpPr/>
          <p:nvPr/>
        </p:nvSpPr>
        <p:spPr>
          <a:xfrm>
            <a:off x="3900064" y="234370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3" name="椭圆 32"/>
          <p:cNvSpPr/>
          <p:nvPr/>
        </p:nvSpPr>
        <p:spPr>
          <a:xfrm>
            <a:off x="3324000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2600708" y="3063788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5" name="椭圆 34"/>
          <p:cNvSpPr/>
          <p:nvPr/>
        </p:nvSpPr>
        <p:spPr>
          <a:xfrm>
            <a:off x="2027856" y="234981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" name="直接连接符 2"/>
          <p:cNvCxnSpPr>
            <a:stCxn id="105" idx="3"/>
            <a:endCxn id="35" idx="7"/>
          </p:cNvCxnSpPr>
          <p:nvPr/>
        </p:nvCxnSpPr>
        <p:spPr>
          <a:xfrm flipH="1">
            <a:off x="2285184" y="1877342"/>
            <a:ext cx="362886" cy="51599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9" name="直接连接符 38"/>
          <p:cNvCxnSpPr>
            <a:stCxn id="211" idx="2"/>
            <a:endCxn id="105" idx="6"/>
          </p:cNvCxnSpPr>
          <p:nvPr/>
        </p:nvCxnSpPr>
        <p:spPr>
          <a:xfrm flipH="1">
            <a:off x="2905398" y="1772250"/>
            <a:ext cx="418602" cy="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2" name="直接连接符 41"/>
          <p:cNvCxnSpPr>
            <a:stCxn id="33" idx="0"/>
            <a:endCxn id="211" idx="4"/>
          </p:cNvCxnSpPr>
          <p:nvPr/>
        </p:nvCxnSpPr>
        <p:spPr>
          <a:xfrm flipV="1">
            <a:off x="3474739" y="1920872"/>
            <a:ext cx="0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5" name="直接连接符 44"/>
          <p:cNvCxnSpPr>
            <a:stCxn id="34" idx="1"/>
            <a:endCxn id="35" idx="5"/>
          </p:cNvCxnSpPr>
          <p:nvPr/>
        </p:nvCxnSpPr>
        <p:spPr>
          <a:xfrm flipH="1" flipV="1">
            <a:off x="2285184" y="2603524"/>
            <a:ext cx="359674" cy="503794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1" name="直接连接符 50"/>
          <p:cNvCxnSpPr>
            <a:stCxn id="32" idx="3"/>
            <a:endCxn id="33" idx="7"/>
          </p:cNvCxnSpPr>
          <p:nvPr/>
        </p:nvCxnSpPr>
        <p:spPr>
          <a:xfrm flipH="1">
            <a:off x="3581328" y="2597422"/>
            <a:ext cx="362886" cy="50989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5" name="直接连接符 54"/>
          <p:cNvCxnSpPr>
            <a:stCxn id="105" idx="5"/>
            <a:endCxn id="32" idx="2"/>
          </p:cNvCxnSpPr>
          <p:nvPr/>
        </p:nvCxnSpPr>
        <p:spPr>
          <a:xfrm>
            <a:off x="2861248" y="1877342"/>
            <a:ext cx="1038816" cy="614988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58" name="直接连接符 57"/>
          <p:cNvCxnSpPr>
            <a:stCxn id="35" idx="6"/>
            <a:endCxn id="32" idx="2"/>
          </p:cNvCxnSpPr>
          <p:nvPr/>
        </p:nvCxnSpPr>
        <p:spPr>
          <a:xfrm flipV="1">
            <a:off x="2329334" y="2492330"/>
            <a:ext cx="1570730" cy="6102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61" name="直接连接符 60"/>
          <p:cNvCxnSpPr>
            <a:stCxn id="34" idx="0"/>
            <a:endCxn id="211" idx="4"/>
          </p:cNvCxnSpPr>
          <p:nvPr/>
        </p:nvCxnSpPr>
        <p:spPr>
          <a:xfrm flipV="1">
            <a:off x="2751447" y="1920872"/>
            <a:ext cx="723292" cy="1142916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8" name="表格 2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47988153"/>
              </p:ext>
            </p:extLst>
          </p:nvPr>
        </p:nvGraphicFramePr>
        <p:xfrm>
          <a:off x="5088000" y="1413000"/>
          <a:ext cx="2268000" cy="21586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4000">
                  <a:extLst>
                    <a:ext uri="{9D8B030D-6E8A-4147-A177-3AD203B41FA5}">
                      <a16:colId xmlns:a16="http://schemas.microsoft.com/office/drawing/2014/main" val="3059887605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58529942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3850131883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2344056891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652658230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1089972696"/>
                    </a:ext>
                  </a:extLst>
                </a:gridCol>
                <a:gridCol w="324000">
                  <a:extLst>
                    <a:ext uri="{9D8B030D-6E8A-4147-A177-3AD203B41FA5}">
                      <a16:colId xmlns:a16="http://schemas.microsoft.com/office/drawing/2014/main" val="4054970449"/>
                    </a:ext>
                  </a:extLst>
                </a:gridCol>
              </a:tblGrid>
              <a:tr h="272380">
                <a:tc>
                  <a:txBody>
                    <a:bodyPr/>
                    <a:lstStyle/>
                    <a:p>
                      <a:pPr algn="ctr"/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31115450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17662174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78270687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3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84359431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4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247526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5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60388499"/>
                  </a:ext>
                </a:extLst>
              </a:tr>
              <a:tr h="272380"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6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1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2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1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altLang="zh-CN" sz="1400" b="0" dirty="0" smtClean="0">
                          <a:solidFill>
                            <a:schemeClr val="tx1"/>
                          </a:solidFill>
                          <a:latin typeface="Times New Roman" panose="02020603050405020304" pitchFamily="18" charset="0"/>
                          <a:cs typeface="Times New Roman" panose="02020603050405020304" pitchFamily="18" charset="0"/>
                        </a:rPr>
                        <a:t>0</a:t>
                      </a:r>
                      <a:endParaRPr lang="zh-CN" altLang="en-US" sz="1400" b="0" dirty="0">
                        <a:solidFill>
                          <a:schemeClr val="tx1"/>
                        </a:solidFill>
                        <a:latin typeface="Times New Roman" panose="02020603050405020304" pitchFamily="18" charset="0"/>
                        <a:cs typeface="Times New Roman" panose="02020603050405020304" pitchFamily="18" charset="0"/>
                      </a:endParaRPr>
                    </a:p>
                  </a:txBody>
                  <a:tcPr marL="46800" marR="46800" marT="47510" marB="47510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60612221"/>
                  </a:ext>
                </a:extLst>
              </a:tr>
            </a:tbl>
          </a:graphicData>
        </a:graphic>
      </p:graphicFrame>
      <p:sp>
        <p:nvSpPr>
          <p:cNvPr id="36" name="右箭头 35"/>
          <p:cNvSpPr/>
          <p:nvPr/>
        </p:nvSpPr>
        <p:spPr>
          <a:xfrm>
            <a:off x="4492525" y="2390289"/>
            <a:ext cx="252000" cy="204082"/>
          </a:xfrm>
          <a:prstGeom prst="rightArrow">
            <a:avLst>
              <a:gd name="adj1" fmla="val 43458"/>
              <a:gd name="adj2" fmla="val 50000"/>
            </a:avLst>
          </a:prstGeom>
          <a:solidFill>
            <a:schemeClr val="bg1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7" name="文本框 36"/>
          <p:cNvSpPr txBox="1"/>
          <p:nvPr/>
        </p:nvSpPr>
        <p:spPr>
          <a:xfrm>
            <a:off x="5514114" y="1089722"/>
            <a:ext cx="1415772" cy="276999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200" dirty="0" smtClean="0">
                <a:latin typeface="宋体" panose="02010600030101010101" pitchFamily="2" charset="-122"/>
                <a:ea typeface="宋体" panose="02010600030101010101" pitchFamily="2" charset="-122"/>
              </a:rPr>
              <a:t>节点间的最短路径</a:t>
            </a:r>
            <a:endParaRPr lang="zh-CN" altLang="en-US" sz="12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38" name="对象 37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1095323633"/>
              </p:ext>
            </p:extLst>
          </p:nvPr>
        </p:nvGraphicFramePr>
        <p:xfrm>
          <a:off x="5748925" y="3617939"/>
          <a:ext cx="946150" cy="227013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5375" name="AxMath" r:id="rId3" imgW="946440" imgH="226800" progId="Equation.AxMath">
                  <p:embed/>
                </p:oleObj>
              </mc:Choice>
              <mc:Fallback>
                <p:oleObj name="AxMath" r:id="rId3" imgW="946440" imgH="22680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5748925" y="3617939"/>
                        <a:ext cx="946150" cy="227013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113690188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2" name="对象 1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729331562"/>
              </p:ext>
            </p:extLst>
          </p:nvPr>
        </p:nvGraphicFramePr>
        <p:xfrm>
          <a:off x="3828000" y="1413000"/>
          <a:ext cx="1039756" cy="20160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52" name="AxMath" r:id="rId3" imgW="798840" imgH="1546560" progId="Equation.AxMath">
                  <p:embed/>
                </p:oleObj>
              </mc:Choice>
              <mc:Fallback>
                <p:oleObj name="AxMath" r:id="rId3" imgW="798840" imgH="15465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3828000" y="1413000"/>
                        <a:ext cx="1039756" cy="20160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cxnSp>
        <p:nvCxnSpPr>
          <p:cNvPr id="5" name="直接连接符 4"/>
          <p:cNvCxnSpPr/>
          <p:nvPr/>
        </p:nvCxnSpPr>
        <p:spPr>
          <a:xfrm>
            <a:off x="4982050" y="1834450"/>
            <a:ext cx="0" cy="1512000"/>
          </a:xfrm>
          <a:prstGeom prst="line">
            <a:avLst/>
          </a:prstGeom>
          <a:ln w="1905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25" name="对象 24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163567777"/>
              </p:ext>
            </p:extLst>
          </p:nvPr>
        </p:nvGraphicFramePr>
        <p:xfrm>
          <a:off x="5160000" y="1413000"/>
          <a:ext cx="530225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53" name="AxMath" r:id="rId5" imgW="407880" imgH="1545840" progId="Equation.AxMath">
                  <p:embed/>
                </p:oleObj>
              </mc:Choice>
              <mc:Fallback>
                <p:oleObj name="AxMath" r:id="rId5" imgW="407880" imgH="1545840" progId="Equation.AxMath">
                  <p:embed/>
                  <p:pic>
                    <p:nvPicPr>
                      <p:cNvPr id="2" name="对象 1"/>
                      <p:cNvPicPr/>
                      <p:nvPr/>
                    </p:nvPicPr>
                    <p:blipFill>
                      <a:blip r:embed="rId6"/>
                      <a:stretch>
                        <a:fillRect/>
                      </a:stretch>
                    </p:blipFill>
                    <p:spPr>
                      <a:xfrm>
                        <a:off x="5160000" y="1413000"/>
                        <a:ext cx="530225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8" name="文本框 7"/>
          <p:cNvSpPr txBox="1"/>
          <p:nvPr/>
        </p:nvSpPr>
        <p:spPr>
          <a:xfrm>
            <a:off x="5140950" y="138340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邻居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graphicFrame>
        <p:nvGraphicFramePr>
          <p:cNvPr id="27" name="对象 26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926761714"/>
              </p:ext>
            </p:extLst>
          </p:nvPr>
        </p:nvGraphicFramePr>
        <p:xfrm>
          <a:off x="6316663" y="1412875"/>
          <a:ext cx="1030287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54" name="AxMath" r:id="rId7" imgW="791280" imgH="1546560" progId="Equation.AxMath">
                  <p:embed/>
                </p:oleObj>
              </mc:Choice>
              <mc:Fallback>
                <p:oleObj name="AxMath" r:id="rId7" imgW="791280" imgH="1546560" progId="Equation.AxMath">
                  <p:embed/>
                  <p:pic>
                    <p:nvPicPr>
                      <p:cNvPr id="2" name="对象 1"/>
                      <p:cNvPicPr/>
                      <p:nvPr/>
                    </p:nvPicPr>
                    <p:blipFill>
                      <a:blip r:embed="rId8"/>
                      <a:stretch>
                        <a:fillRect/>
                      </a:stretch>
                    </p:blipFill>
                    <p:spPr>
                      <a:xfrm>
                        <a:off x="6316663" y="1412875"/>
                        <a:ext cx="1030287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  <p:sp>
        <p:nvSpPr>
          <p:cNvPr id="9" name="右箭头 8"/>
          <p:cNvSpPr/>
          <p:nvPr/>
        </p:nvSpPr>
        <p:spPr>
          <a:xfrm>
            <a:off x="5904779" y="2493000"/>
            <a:ext cx="216000" cy="97450"/>
          </a:xfrm>
          <a:prstGeom prst="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30" name="右箭头 29"/>
          <p:cNvSpPr/>
          <p:nvPr/>
        </p:nvSpPr>
        <p:spPr>
          <a:xfrm>
            <a:off x="7551718" y="2493000"/>
            <a:ext cx="216000" cy="97450"/>
          </a:xfrm>
          <a:prstGeom prst="rightArrow">
            <a:avLst/>
          </a:prstGeom>
          <a:noFill/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graphicFrame>
        <p:nvGraphicFramePr>
          <p:cNvPr id="31" name="对象 30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3648281833"/>
              </p:ext>
            </p:extLst>
          </p:nvPr>
        </p:nvGraphicFramePr>
        <p:xfrm>
          <a:off x="7972486" y="1412875"/>
          <a:ext cx="981075" cy="2016125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7455" name="AxMath" r:id="rId9" imgW="752760" imgH="1546560" progId="Equation.AxMath">
                  <p:embed/>
                </p:oleObj>
              </mc:Choice>
              <mc:Fallback>
                <p:oleObj name="AxMath" r:id="rId9" imgW="752760" imgH="1546560" progId="Equation.AxMath">
                  <p:embed/>
                  <p:pic>
                    <p:nvPicPr>
                      <p:cNvPr id="27" name="对象 26"/>
                      <p:cNvPicPr/>
                      <p:nvPr/>
                    </p:nvPicPr>
                    <p:blipFill>
                      <a:blip r:embed="rId10"/>
                      <a:stretch>
                        <a:fillRect/>
                      </a:stretch>
                    </p:blipFill>
                    <p:spPr>
                      <a:xfrm>
                        <a:off x="7972486" y="1412875"/>
                        <a:ext cx="981075" cy="2016125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351445563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椭圆 9"/>
          <p:cNvSpPr/>
          <p:nvPr/>
        </p:nvSpPr>
        <p:spPr>
          <a:xfrm>
            <a:off x="184800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1" name="椭圆 10"/>
          <p:cNvSpPr/>
          <p:nvPr/>
        </p:nvSpPr>
        <p:spPr>
          <a:xfrm>
            <a:off x="256808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2" name="直接连接符 11"/>
          <p:cNvCxnSpPr>
            <a:stCxn id="11" idx="2"/>
            <a:endCxn id="10" idx="6"/>
          </p:cNvCxnSpPr>
          <p:nvPr/>
        </p:nvCxnSpPr>
        <p:spPr>
          <a:xfrm flipH="1">
            <a:off x="2149478" y="1705622"/>
            <a:ext cx="418602" cy="0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椭圆 12"/>
          <p:cNvSpPr/>
          <p:nvPr/>
        </p:nvSpPr>
        <p:spPr>
          <a:xfrm>
            <a:off x="184800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4" name="椭圆 13"/>
          <p:cNvSpPr/>
          <p:nvPr/>
        </p:nvSpPr>
        <p:spPr>
          <a:xfrm>
            <a:off x="256808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5" name="直接连接符 14"/>
          <p:cNvCxnSpPr>
            <a:stCxn id="14" idx="2"/>
            <a:endCxn id="13" idx="6"/>
          </p:cNvCxnSpPr>
          <p:nvPr/>
        </p:nvCxnSpPr>
        <p:spPr>
          <a:xfrm flipH="1">
            <a:off x="2149478" y="2497622"/>
            <a:ext cx="418602" cy="0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椭圆 15"/>
          <p:cNvSpPr/>
          <p:nvPr/>
        </p:nvSpPr>
        <p:spPr>
          <a:xfrm>
            <a:off x="343192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" name="椭圆 16"/>
          <p:cNvSpPr/>
          <p:nvPr/>
        </p:nvSpPr>
        <p:spPr>
          <a:xfrm>
            <a:off x="415200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8" name="直接连接符 17"/>
          <p:cNvCxnSpPr>
            <a:stCxn id="20" idx="1"/>
            <a:endCxn id="16" idx="5"/>
          </p:cNvCxnSpPr>
          <p:nvPr/>
        </p:nvCxnSpPr>
        <p:spPr>
          <a:xfrm flipH="1" flipV="1">
            <a:off x="3689248" y="1810714"/>
            <a:ext cx="506902" cy="581816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" name="椭圆 18"/>
          <p:cNvSpPr/>
          <p:nvPr/>
        </p:nvSpPr>
        <p:spPr>
          <a:xfrm>
            <a:off x="343192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0" name="椭圆 19"/>
          <p:cNvSpPr/>
          <p:nvPr/>
        </p:nvSpPr>
        <p:spPr>
          <a:xfrm>
            <a:off x="415200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1" name="直接连接符 20"/>
          <p:cNvCxnSpPr>
            <a:stCxn id="17" idx="3"/>
            <a:endCxn id="19" idx="7"/>
          </p:cNvCxnSpPr>
          <p:nvPr/>
        </p:nvCxnSpPr>
        <p:spPr>
          <a:xfrm flipH="1">
            <a:off x="3689248" y="1810714"/>
            <a:ext cx="506902" cy="581816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8" name="椭圆 27"/>
          <p:cNvSpPr/>
          <p:nvPr/>
        </p:nvSpPr>
        <p:spPr>
          <a:xfrm>
            <a:off x="500089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9" name="椭圆 28"/>
          <p:cNvSpPr/>
          <p:nvPr/>
        </p:nvSpPr>
        <p:spPr>
          <a:xfrm>
            <a:off x="5720970" y="1557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2" name="直接连接符 31"/>
          <p:cNvCxnSpPr>
            <a:stCxn id="33" idx="0"/>
            <a:endCxn id="28" idx="4"/>
          </p:cNvCxnSpPr>
          <p:nvPr/>
        </p:nvCxnSpPr>
        <p:spPr>
          <a:xfrm flipV="1">
            <a:off x="5151629" y="1854244"/>
            <a:ext cx="0" cy="494756"/>
          </a:xfrm>
          <a:prstGeom prst="line">
            <a:avLst/>
          </a:prstGeom>
          <a:ln w="28575">
            <a:solidFill>
              <a:schemeClr val="accent2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3" name="椭圆 32"/>
          <p:cNvSpPr/>
          <p:nvPr/>
        </p:nvSpPr>
        <p:spPr>
          <a:xfrm>
            <a:off x="500089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4" name="椭圆 33"/>
          <p:cNvSpPr/>
          <p:nvPr/>
        </p:nvSpPr>
        <p:spPr>
          <a:xfrm>
            <a:off x="5720970" y="2349000"/>
            <a:ext cx="301478" cy="297244"/>
          </a:xfrm>
          <a:prstGeom prst="ellipse">
            <a:avLst/>
          </a:prstGeom>
          <a:noFill/>
          <a:ln w="1905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sz="1400" dirty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sz="1400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35" name="直接连接符 34"/>
          <p:cNvCxnSpPr>
            <a:stCxn id="29" idx="4"/>
            <a:endCxn id="34" idx="0"/>
          </p:cNvCxnSpPr>
          <p:nvPr/>
        </p:nvCxnSpPr>
        <p:spPr>
          <a:xfrm>
            <a:off x="5871709" y="1854244"/>
            <a:ext cx="0" cy="494756"/>
          </a:xfrm>
          <a:prstGeom prst="line">
            <a:avLst/>
          </a:prstGeom>
          <a:ln w="28575">
            <a:solidFill>
              <a:schemeClr val="accent5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7" name="文本框 36"/>
          <p:cNvSpPr txBox="1"/>
          <p:nvPr/>
        </p:nvSpPr>
        <p:spPr>
          <a:xfrm>
            <a:off x="1986489" y="2709000"/>
            <a:ext cx="723275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>
                <a:latin typeface="宋体" panose="02010600030101010101" pitchFamily="2" charset="-122"/>
                <a:ea typeface="宋体" panose="02010600030101010101" pitchFamily="2" charset="-122"/>
              </a:rPr>
              <a:t>原拓扑</a:t>
            </a:r>
          </a:p>
        </p:txBody>
      </p:sp>
      <p:sp>
        <p:nvSpPr>
          <p:cNvPr id="38" name="文本框 37"/>
          <p:cNvSpPr txBox="1"/>
          <p:nvPr/>
        </p:nvSpPr>
        <p:spPr>
          <a:xfrm>
            <a:off x="4069850" y="2709000"/>
            <a:ext cx="1261884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突变后的拓扑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  <p:sp>
        <p:nvSpPr>
          <p:cNvPr id="39" name="右箭头 38"/>
          <p:cNvSpPr/>
          <p:nvPr/>
        </p:nvSpPr>
        <p:spPr>
          <a:xfrm>
            <a:off x="3068057" y="2052897"/>
            <a:ext cx="216000" cy="97450"/>
          </a:xfrm>
          <a:prstGeom prst="rightArrow">
            <a:avLst/>
          </a:prstGeom>
          <a:solidFill>
            <a:schemeClr val="tx1"/>
          </a:solidFill>
          <a:ln w="12700"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40" name="文本框 39"/>
          <p:cNvSpPr txBox="1"/>
          <p:nvPr/>
        </p:nvSpPr>
        <p:spPr>
          <a:xfrm>
            <a:off x="4452818" y="1951350"/>
            <a:ext cx="543739" cy="307777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ctr"/>
            <a:r>
              <a:rPr lang="zh-CN" altLang="en-US" sz="1400" dirty="0" smtClean="0">
                <a:latin typeface="宋体" panose="02010600030101010101" pitchFamily="2" charset="-122"/>
                <a:ea typeface="宋体" panose="02010600030101010101" pitchFamily="2" charset="-122"/>
              </a:rPr>
              <a:t>或者</a:t>
            </a:r>
            <a:endParaRPr lang="zh-CN" altLang="en-US" sz="1400" dirty="0">
              <a:latin typeface="宋体" panose="02010600030101010101" pitchFamily="2" charset="-122"/>
              <a:ea typeface="宋体" panose="02010600030101010101" pitchFamily="2" charset="-122"/>
            </a:endParaRPr>
          </a:p>
        </p:txBody>
      </p:sp>
    </p:spTree>
    <p:extLst>
      <p:ext uri="{BB962C8B-B14F-4D97-AF65-F5344CB8AC3E}">
        <p14:creationId xmlns:p14="http://schemas.microsoft.com/office/powerpoint/2010/main" val="350991190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6" name="对象 5"/>
          <p:cNvGraphicFramePr>
            <a:graphicFrameLocks noChangeAspect="1"/>
          </p:cNvGraphicFramePr>
          <p:nvPr>
            <p:extLst>
              <p:ext uri="{D42A27DB-BD31-4B8C-83A1-F6EECF244321}">
                <p14:modId xmlns:p14="http://schemas.microsoft.com/office/powerpoint/2010/main" val="2998765756"/>
              </p:ext>
            </p:extLst>
          </p:nvPr>
        </p:nvGraphicFramePr>
        <p:xfrm>
          <a:off x="2289175" y="1477963"/>
          <a:ext cx="6989763" cy="2870200"/>
        </p:xfrm>
        <a:graphic>
          <a:graphicData uri="http://schemas.openxmlformats.org/presentationml/2006/ole">
            <mc:AlternateContent xmlns:mc="http://schemas.openxmlformats.org/markup-compatibility/2006">
              <mc:Choice xmlns:v="urn:schemas-microsoft-com:vml" Requires="v">
                <p:oleObj spid="_x0000_s18441" name="AxMath" r:id="rId3" imgW="4193280" imgH="1721160" progId="Equation.AxMath">
                  <p:embed/>
                </p:oleObj>
              </mc:Choice>
              <mc:Fallback>
                <p:oleObj name="AxMath" r:id="rId3" imgW="4193280" imgH="1721160" progId="Equation.AxMath">
                  <p:embed/>
                  <p:pic>
                    <p:nvPicPr>
                      <p:cNvPr id="0" name=""/>
                      <p:cNvPicPr/>
                      <p:nvPr/>
                    </p:nvPicPr>
                    <p:blipFill>
                      <a:blip r:embed="rId4"/>
                      <a:stretch>
                        <a:fillRect/>
                      </a:stretch>
                    </p:blipFill>
                    <p:spPr>
                      <a:xfrm>
                        <a:off x="2289175" y="1477963"/>
                        <a:ext cx="6989763" cy="2870200"/>
                      </a:xfrm>
                      <a:prstGeom prst="rect">
                        <a:avLst/>
                      </a:prstGeom>
                    </p:spPr>
                  </p:pic>
                </p:oleObj>
              </mc:Fallback>
            </mc:AlternateContent>
          </a:graphicData>
        </a:graphic>
      </p:graphicFrame>
    </p:spTree>
    <p:extLst>
      <p:ext uri="{BB962C8B-B14F-4D97-AF65-F5344CB8AC3E}">
        <p14:creationId xmlns:p14="http://schemas.microsoft.com/office/powerpoint/2010/main" val="4112865491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10" name="直接连接符 109"/>
          <p:cNvCxnSpPr>
            <a:stCxn id="101" idx="0"/>
            <a:endCxn id="104" idx="4"/>
          </p:cNvCxnSpPr>
          <p:nvPr/>
        </p:nvCxnSpPr>
        <p:spPr>
          <a:xfrm flipV="1">
            <a:off x="1702693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1" name="直接连接符 110"/>
          <p:cNvCxnSpPr>
            <a:stCxn id="101" idx="6"/>
            <a:endCxn id="109" idx="2"/>
          </p:cNvCxnSpPr>
          <p:nvPr/>
        </p:nvCxnSpPr>
        <p:spPr>
          <a:xfrm>
            <a:off x="1868961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2" name="直接连接符 111"/>
          <p:cNvCxnSpPr>
            <a:stCxn id="102" idx="2"/>
            <a:endCxn id="104" idx="6"/>
          </p:cNvCxnSpPr>
          <p:nvPr/>
        </p:nvCxnSpPr>
        <p:spPr>
          <a:xfrm flipH="1">
            <a:off x="1868961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3" name="直接连接符 112"/>
          <p:cNvCxnSpPr>
            <a:stCxn id="102" idx="6"/>
            <a:endCxn id="106" idx="2"/>
          </p:cNvCxnSpPr>
          <p:nvPr/>
        </p:nvCxnSpPr>
        <p:spPr>
          <a:xfrm>
            <a:off x="2507364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4" name="直接连接符 113"/>
          <p:cNvCxnSpPr>
            <a:stCxn id="106" idx="6"/>
            <a:endCxn id="108" idx="2"/>
          </p:cNvCxnSpPr>
          <p:nvPr/>
        </p:nvCxnSpPr>
        <p:spPr>
          <a:xfrm>
            <a:off x="3145767" y="1104877"/>
            <a:ext cx="305867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5" name="直接连接符 114"/>
          <p:cNvCxnSpPr>
            <a:stCxn id="109" idx="6"/>
            <a:endCxn id="103" idx="2"/>
          </p:cNvCxnSpPr>
          <p:nvPr/>
        </p:nvCxnSpPr>
        <p:spPr>
          <a:xfrm>
            <a:off x="2504703" y="2051075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7" name="直接连接符 116"/>
          <p:cNvCxnSpPr>
            <a:stCxn id="116" idx="0"/>
            <a:endCxn id="108" idx="4"/>
          </p:cNvCxnSpPr>
          <p:nvPr/>
        </p:nvCxnSpPr>
        <p:spPr>
          <a:xfrm flipV="1">
            <a:off x="3617902" y="1268810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8" name="直接连接符 117"/>
          <p:cNvCxnSpPr>
            <a:stCxn id="103" idx="6"/>
            <a:endCxn id="116" idx="2"/>
          </p:cNvCxnSpPr>
          <p:nvPr/>
        </p:nvCxnSpPr>
        <p:spPr>
          <a:xfrm>
            <a:off x="3140445" y="2051075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69" name="直接连接符 168"/>
          <p:cNvCxnSpPr>
            <a:stCxn id="162" idx="0"/>
            <a:endCxn id="165" idx="4"/>
          </p:cNvCxnSpPr>
          <p:nvPr/>
        </p:nvCxnSpPr>
        <p:spPr>
          <a:xfrm flipV="1">
            <a:off x="1131710" y="4393901"/>
            <a:ext cx="0" cy="45392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0" name="直接连接符 169"/>
          <p:cNvCxnSpPr>
            <a:stCxn id="162" idx="5"/>
            <a:endCxn id="168" idx="2"/>
          </p:cNvCxnSpPr>
          <p:nvPr/>
        </p:nvCxnSpPr>
        <p:spPr>
          <a:xfrm>
            <a:off x="1249279" y="5127673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1" name="直接连接符 170"/>
          <p:cNvCxnSpPr>
            <a:stCxn id="163" idx="2"/>
            <a:endCxn id="165" idx="7"/>
          </p:cNvCxnSpPr>
          <p:nvPr/>
        </p:nvCxnSpPr>
        <p:spPr>
          <a:xfrm flipH="1">
            <a:off x="1249279" y="3754565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2" name="直接连接符 171"/>
          <p:cNvCxnSpPr>
            <a:stCxn id="163" idx="6"/>
            <a:endCxn id="166" idx="2"/>
          </p:cNvCxnSpPr>
          <p:nvPr/>
        </p:nvCxnSpPr>
        <p:spPr>
          <a:xfrm>
            <a:off x="1958070" y="3754565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3" name="直接连接符 172"/>
          <p:cNvCxnSpPr>
            <a:stCxn id="166" idx="6"/>
            <a:endCxn id="167" idx="1"/>
          </p:cNvCxnSpPr>
          <p:nvPr/>
        </p:nvCxnSpPr>
        <p:spPr>
          <a:xfrm>
            <a:off x="2593812" y="3755784"/>
            <a:ext cx="359888" cy="35826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4" name="直接连接符 173"/>
          <p:cNvCxnSpPr>
            <a:stCxn id="168" idx="6"/>
            <a:endCxn id="164" idx="2"/>
          </p:cNvCxnSpPr>
          <p:nvPr/>
        </p:nvCxnSpPr>
        <p:spPr>
          <a:xfrm>
            <a:off x="1958070" y="5392502"/>
            <a:ext cx="303206" cy="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6" name="直接连接符 175"/>
          <p:cNvCxnSpPr>
            <a:stCxn id="175" idx="0"/>
            <a:endCxn id="167" idx="4"/>
          </p:cNvCxnSpPr>
          <p:nvPr/>
        </p:nvCxnSpPr>
        <p:spPr>
          <a:xfrm flipV="1">
            <a:off x="3071269" y="4393902"/>
            <a:ext cx="0" cy="453920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7" name="直接连接符 176"/>
          <p:cNvCxnSpPr>
            <a:stCxn id="164" idx="6"/>
            <a:endCxn id="175" idx="3"/>
          </p:cNvCxnSpPr>
          <p:nvPr/>
        </p:nvCxnSpPr>
        <p:spPr>
          <a:xfrm flipV="1">
            <a:off x="2593812" y="5127673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79" name="直接连接符 178"/>
          <p:cNvCxnSpPr>
            <a:stCxn id="175" idx="1"/>
            <a:endCxn id="165" idx="5"/>
          </p:cNvCxnSpPr>
          <p:nvPr/>
        </p:nvCxnSpPr>
        <p:spPr>
          <a:xfrm flipH="1" flipV="1">
            <a:off x="1249279" y="4345886"/>
            <a:ext cx="1704421" cy="5499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1" name="直接连接符 180"/>
          <p:cNvCxnSpPr>
            <a:stCxn id="164" idx="0"/>
            <a:endCxn id="163" idx="4"/>
          </p:cNvCxnSpPr>
          <p:nvPr/>
        </p:nvCxnSpPr>
        <p:spPr>
          <a:xfrm flipH="1" flipV="1">
            <a:off x="1791802" y="3918498"/>
            <a:ext cx="635742" cy="131007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2" name="直接连接符 181"/>
          <p:cNvCxnSpPr>
            <a:stCxn id="168" idx="0"/>
            <a:endCxn id="166" idx="4"/>
          </p:cNvCxnSpPr>
          <p:nvPr/>
        </p:nvCxnSpPr>
        <p:spPr>
          <a:xfrm flipV="1">
            <a:off x="1791802" y="3919717"/>
            <a:ext cx="635742" cy="130885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3" name="直接连接符 182"/>
          <p:cNvCxnSpPr>
            <a:stCxn id="162" idx="6"/>
            <a:endCxn id="167" idx="2"/>
          </p:cNvCxnSpPr>
          <p:nvPr/>
        </p:nvCxnSpPr>
        <p:spPr>
          <a:xfrm flipV="1">
            <a:off x="1297978" y="4229969"/>
            <a:ext cx="1607023" cy="7817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triangl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93" name="直接连接符 192"/>
          <p:cNvCxnSpPr>
            <a:stCxn id="167" idx="2"/>
            <a:endCxn id="163" idx="5"/>
          </p:cNvCxnSpPr>
          <p:nvPr/>
        </p:nvCxnSpPr>
        <p:spPr>
          <a:xfrm flipH="1" flipV="1">
            <a:off x="1909371" y="3870483"/>
            <a:ext cx="995630" cy="359486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0" name="直接连接符 199"/>
          <p:cNvCxnSpPr>
            <a:stCxn id="175" idx="1"/>
            <a:endCxn id="166" idx="5"/>
          </p:cNvCxnSpPr>
          <p:nvPr/>
        </p:nvCxnSpPr>
        <p:spPr>
          <a:xfrm flipH="1" flipV="1">
            <a:off x="2545113" y="3871702"/>
            <a:ext cx="408587" cy="1024135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3" name="直接连接符 202"/>
          <p:cNvCxnSpPr>
            <a:stCxn id="164" idx="0"/>
            <a:endCxn id="167" idx="3"/>
          </p:cNvCxnSpPr>
          <p:nvPr/>
        </p:nvCxnSpPr>
        <p:spPr>
          <a:xfrm flipV="1">
            <a:off x="2427544" y="4345887"/>
            <a:ext cx="526156" cy="882682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6" name="直接连接符 205"/>
          <p:cNvCxnSpPr>
            <a:stCxn id="168" idx="0"/>
            <a:endCxn id="175" idx="2"/>
          </p:cNvCxnSpPr>
          <p:nvPr/>
        </p:nvCxnSpPr>
        <p:spPr>
          <a:xfrm flipV="1">
            <a:off x="1791802" y="5011755"/>
            <a:ext cx="1113199" cy="216814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09" name="直接连接符 208"/>
          <p:cNvCxnSpPr>
            <a:stCxn id="162" idx="6"/>
            <a:endCxn id="164" idx="1"/>
          </p:cNvCxnSpPr>
          <p:nvPr/>
        </p:nvCxnSpPr>
        <p:spPr>
          <a:xfrm>
            <a:off x="1297978" y="5011755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2" name="直接连接符 211"/>
          <p:cNvCxnSpPr>
            <a:stCxn id="165" idx="5"/>
            <a:endCxn id="168" idx="1"/>
          </p:cNvCxnSpPr>
          <p:nvPr/>
        </p:nvCxnSpPr>
        <p:spPr>
          <a:xfrm>
            <a:off x="1249279" y="4345886"/>
            <a:ext cx="424954" cy="930698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15" name="直接连接符 214"/>
          <p:cNvCxnSpPr>
            <a:stCxn id="163" idx="4"/>
            <a:endCxn id="162" idx="7"/>
          </p:cNvCxnSpPr>
          <p:nvPr/>
        </p:nvCxnSpPr>
        <p:spPr>
          <a:xfrm flipH="1">
            <a:off x="1249279" y="3918498"/>
            <a:ext cx="542523" cy="977339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0" name="直接连接符 219"/>
          <p:cNvCxnSpPr>
            <a:stCxn id="166" idx="4"/>
            <a:endCxn id="165" idx="6"/>
          </p:cNvCxnSpPr>
          <p:nvPr/>
        </p:nvCxnSpPr>
        <p:spPr>
          <a:xfrm flipH="1">
            <a:off x="1297978" y="3919717"/>
            <a:ext cx="1129566" cy="310251"/>
          </a:xfrm>
          <a:prstGeom prst="line">
            <a:avLst/>
          </a:prstGeom>
          <a:ln w="19050">
            <a:solidFill>
              <a:schemeClr val="tx1"/>
            </a:solidFill>
            <a:headEnd type="triangl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2" name="直接连接符 231"/>
          <p:cNvCxnSpPr>
            <a:stCxn id="225" idx="7"/>
            <a:endCxn id="228" idx="3"/>
          </p:cNvCxnSpPr>
          <p:nvPr/>
        </p:nvCxnSpPr>
        <p:spPr>
          <a:xfrm flipV="1">
            <a:off x="8951901" y="1351840"/>
            <a:ext cx="520168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3" name="直接连接符 232"/>
          <p:cNvCxnSpPr>
            <a:stCxn id="225" idx="6"/>
            <a:endCxn id="231" idx="2"/>
          </p:cNvCxnSpPr>
          <p:nvPr/>
        </p:nvCxnSpPr>
        <p:spPr>
          <a:xfrm>
            <a:off x="9000600" y="1727721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4" name="直接连接符 233"/>
          <p:cNvCxnSpPr>
            <a:stCxn id="226" idx="2"/>
            <a:endCxn id="228" idx="6"/>
          </p:cNvCxnSpPr>
          <p:nvPr/>
        </p:nvCxnSpPr>
        <p:spPr>
          <a:xfrm flipH="1">
            <a:off x="9755906" y="1235922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5" name="直接连接符 234"/>
          <p:cNvCxnSpPr>
            <a:stCxn id="226" idx="3"/>
            <a:endCxn id="231" idx="7"/>
          </p:cNvCxnSpPr>
          <p:nvPr/>
        </p:nvCxnSpPr>
        <p:spPr>
          <a:xfrm flipH="1">
            <a:off x="10019235" y="1351840"/>
            <a:ext cx="511409" cy="259963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6" name="直接连接符 275"/>
          <p:cNvCxnSpPr>
            <a:stCxn id="272" idx="7"/>
            <a:endCxn id="274" idx="3"/>
          </p:cNvCxnSpPr>
          <p:nvPr/>
        </p:nvCxnSpPr>
        <p:spPr>
          <a:xfrm flipV="1">
            <a:off x="8949240" y="2219288"/>
            <a:ext cx="522829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7" name="直接连接符 276"/>
          <p:cNvCxnSpPr>
            <a:stCxn id="272" idx="6"/>
            <a:endCxn id="275" idx="2"/>
          </p:cNvCxnSpPr>
          <p:nvPr/>
        </p:nvCxnSpPr>
        <p:spPr>
          <a:xfrm>
            <a:off x="8997939" y="2596398"/>
            <a:ext cx="734798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8" name="直接连接符 277"/>
          <p:cNvCxnSpPr>
            <a:stCxn id="273" idx="2"/>
            <a:endCxn id="274" idx="6"/>
          </p:cNvCxnSpPr>
          <p:nvPr/>
        </p:nvCxnSpPr>
        <p:spPr>
          <a:xfrm flipH="1">
            <a:off x="9755906" y="2103370"/>
            <a:ext cx="72603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79" name="直接连接符 278"/>
          <p:cNvCxnSpPr>
            <a:stCxn id="273" idx="3"/>
            <a:endCxn id="275" idx="7"/>
          </p:cNvCxnSpPr>
          <p:nvPr/>
        </p:nvCxnSpPr>
        <p:spPr>
          <a:xfrm flipH="1">
            <a:off x="10016574" y="2219288"/>
            <a:ext cx="514070" cy="26119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80" name="直接连接符 279"/>
          <p:cNvCxnSpPr>
            <a:stCxn id="272" idx="0"/>
            <a:endCxn id="225" idx="4"/>
          </p:cNvCxnSpPr>
          <p:nvPr/>
        </p:nvCxnSpPr>
        <p:spPr>
          <a:xfrm flipV="1">
            <a:off x="8831671" y="1891654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5" name="直接连接符 294"/>
          <p:cNvCxnSpPr>
            <a:stCxn id="274" idx="0"/>
            <a:endCxn id="228" idx="4"/>
          </p:cNvCxnSpPr>
          <p:nvPr/>
        </p:nvCxnSpPr>
        <p:spPr>
          <a:xfrm flipV="1">
            <a:off x="9589638" y="1399855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98" name="直接连接符 297"/>
          <p:cNvCxnSpPr>
            <a:stCxn id="273" idx="0"/>
            <a:endCxn id="226" idx="4"/>
          </p:cNvCxnSpPr>
          <p:nvPr/>
        </p:nvCxnSpPr>
        <p:spPr>
          <a:xfrm flipV="1">
            <a:off x="10648213" y="1399855"/>
            <a:ext cx="0" cy="53958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301" name="直接连接符 300"/>
          <p:cNvCxnSpPr>
            <a:stCxn id="275" idx="0"/>
            <a:endCxn id="231" idx="4"/>
          </p:cNvCxnSpPr>
          <p:nvPr/>
        </p:nvCxnSpPr>
        <p:spPr>
          <a:xfrm flipV="1">
            <a:off x="9899005" y="1891654"/>
            <a:ext cx="2661" cy="540811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307" name="矩形 306"/>
          <p:cNvSpPr/>
          <p:nvPr/>
        </p:nvSpPr>
        <p:spPr>
          <a:xfrm>
            <a:off x="5304000" y="3569218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8" name="矩形 307"/>
          <p:cNvSpPr/>
          <p:nvPr/>
        </p:nvSpPr>
        <p:spPr>
          <a:xfrm>
            <a:off x="4882283" y="441057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09" name="矩形 308"/>
          <p:cNvSpPr/>
          <p:nvPr/>
        </p:nvSpPr>
        <p:spPr>
          <a:xfrm>
            <a:off x="1390093" y="-2744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0" name="矩形 309"/>
          <p:cNvSpPr/>
          <p:nvPr/>
        </p:nvSpPr>
        <p:spPr>
          <a:xfrm>
            <a:off x="8472000" y="548439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311" name="矩形 310"/>
          <p:cNvSpPr/>
          <p:nvPr/>
        </p:nvSpPr>
        <p:spPr>
          <a:xfrm>
            <a:off x="840000" y="3338893"/>
            <a:ext cx="2522978" cy="2273837"/>
          </a:xfrm>
          <a:prstGeom prst="rect">
            <a:avLst/>
          </a:prstGeom>
          <a:noFill/>
          <a:ln w="19050"/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zh-CN" altLang="en-US"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01" name="椭圆 100"/>
          <p:cNvSpPr/>
          <p:nvPr/>
        </p:nvSpPr>
        <p:spPr>
          <a:xfrm>
            <a:off x="1536425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2" name="椭圆 101"/>
          <p:cNvSpPr/>
          <p:nvPr/>
        </p:nvSpPr>
        <p:spPr>
          <a:xfrm>
            <a:off x="2174828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3" name="椭圆 102"/>
          <p:cNvSpPr/>
          <p:nvPr/>
        </p:nvSpPr>
        <p:spPr>
          <a:xfrm>
            <a:off x="2807909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4" name="椭圆 103"/>
          <p:cNvSpPr/>
          <p:nvPr/>
        </p:nvSpPr>
        <p:spPr>
          <a:xfrm>
            <a:off x="1536425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6" name="椭圆 105"/>
          <p:cNvSpPr/>
          <p:nvPr/>
        </p:nvSpPr>
        <p:spPr>
          <a:xfrm>
            <a:off x="2813231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8" name="椭圆 107"/>
          <p:cNvSpPr/>
          <p:nvPr/>
        </p:nvSpPr>
        <p:spPr>
          <a:xfrm>
            <a:off x="3451634" y="940944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09" name="椭圆 108"/>
          <p:cNvSpPr/>
          <p:nvPr/>
        </p:nvSpPr>
        <p:spPr>
          <a:xfrm>
            <a:off x="2172167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16" name="椭圆 115"/>
          <p:cNvSpPr/>
          <p:nvPr/>
        </p:nvSpPr>
        <p:spPr>
          <a:xfrm>
            <a:off x="3451634" y="188714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5" name="椭圆 224"/>
          <p:cNvSpPr/>
          <p:nvPr/>
        </p:nvSpPr>
        <p:spPr>
          <a:xfrm>
            <a:off x="8668064" y="156378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6" name="椭圆 225"/>
          <p:cNvSpPr/>
          <p:nvPr/>
        </p:nvSpPr>
        <p:spPr>
          <a:xfrm>
            <a:off x="10481945" y="107198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28" name="椭圆 227"/>
          <p:cNvSpPr/>
          <p:nvPr/>
        </p:nvSpPr>
        <p:spPr>
          <a:xfrm>
            <a:off x="9423370" y="107198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31" name="椭圆 230"/>
          <p:cNvSpPr/>
          <p:nvPr/>
        </p:nvSpPr>
        <p:spPr>
          <a:xfrm>
            <a:off x="9735398" y="156378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2" name="椭圆 271"/>
          <p:cNvSpPr/>
          <p:nvPr/>
        </p:nvSpPr>
        <p:spPr>
          <a:xfrm>
            <a:off x="8665403" y="24324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3" name="椭圆 272"/>
          <p:cNvSpPr/>
          <p:nvPr/>
        </p:nvSpPr>
        <p:spPr>
          <a:xfrm>
            <a:off x="10481945" y="1939437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4" name="椭圆 273"/>
          <p:cNvSpPr/>
          <p:nvPr/>
        </p:nvSpPr>
        <p:spPr>
          <a:xfrm>
            <a:off x="9423370" y="1939437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275" name="椭圆 274"/>
          <p:cNvSpPr/>
          <p:nvPr/>
        </p:nvSpPr>
        <p:spPr>
          <a:xfrm>
            <a:off x="9732737" y="24324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2" name="椭圆 161"/>
          <p:cNvSpPr/>
          <p:nvPr/>
        </p:nvSpPr>
        <p:spPr>
          <a:xfrm>
            <a:off x="965442" y="484782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3" name="椭圆 162"/>
          <p:cNvSpPr/>
          <p:nvPr/>
        </p:nvSpPr>
        <p:spPr>
          <a:xfrm>
            <a:off x="1625534" y="359063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4" name="椭圆 163"/>
          <p:cNvSpPr/>
          <p:nvPr/>
        </p:nvSpPr>
        <p:spPr>
          <a:xfrm>
            <a:off x="2261276" y="522856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5" name="椭圆 164"/>
          <p:cNvSpPr/>
          <p:nvPr/>
        </p:nvSpPr>
        <p:spPr>
          <a:xfrm>
            <a:off x="965442" y="406603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6" name="椭圆 165"/>
          <p:cNvSpPr/>
          <p:nvPr/>
        </p:nvSpPr>
        <p:spPr>
          <a:xfrm>
            <a:off x="2261276" y="3591851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7" name="椭圆 166"/>
          <p:cNvSpPr/>
          <p:nvPr/>
        </p:nvSpPr>
        <p:spPr>
          <a:xfrm>
            <a:off x="2905001" y="406603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68" name="椭圆 167"/>
          <p:cNvSpPr/>
          <p:nvPr/>
        </p:nvSpPr>
        <p:spPr>
          <a:xfrm>
            <a:off x="1625534" y="522856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175" name="椭圆 174"/>
          <p:cNvSpPr/>
          <p:nvPr/>
        </p:nvSpPr>
        <p:spPr>
          <a:xfrm>
            <a:off x="2905001" y="4847822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105" name="直接连接符 104"/>
          <p:cNvCxnSpPr>
            <a:stCxn id="133" idx="0"/>
            <a:endCxn id="139" idx="4"/>
          </p:cNvCxnSpPr>
          <p:nvPr/>
        </p:nvCxnSpPr>
        <p:spPr>
          <a:xfrm flipV="1">
            <a:off x="5183517" y="1709024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07" name="直接连接符 106"/>
          <p:cNvCxnSpPr>
            <a:stCxn id="133" idx="6"/>
            <a:endCxn id="161" idx="2"/>
          </p:cNvCxnSpPr>
          <p:nvPr/>
        </p:nvCxnSpPr>
        <p:spPr>
          <a:xfrm>
            <a:off x="5349785" y="2491289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19" name="直接连接符 118"/>
          <p:cNvCxnSpPr>
            <a:stCxn id="135" idx="2"/>
            <a:endCxn id="139" idx="6"/>
          </p:cNvCxnSpPr>
          <p:nvPr/>
        </p:nvCxnSpPr>
        <p:spPr>
          <a:xfrm flipH="1">
            <a:off x="5349785" y="1545091"/>
            <a:ext cx="300930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0" name="直接连接符 119"/>
          <p:cNvCxnSpPr>
            <a:stCxn id="135" idx="6"/>
            <a:endCxn id="144" idx="2"/>
          </p:cNvCxnSpPr>
          <p:nvPr/>
        </p:nvCxnSpPr>
        <p:spPr>
          <a:xfrm>
            <a:off x="5983251" y="1545091"/>
            <a:ext cx="303205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4" name="直接连接符 123"/>
          <p:cNvCxnSpPr>
            <a:stCxn id="144" idx="6"/>
            <a:endCxn id="145" idx="2"/>
          </p:cNvCxnSpPr>
          <p:nvPr/>
        </p:nvCxnSpPr>
        <p:spPr>
          <a:xfrm>
            <a:off x="6618992" y="1545091"/>
            <a:ext cx="31346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28" name="直接连接符 127"/>
          <p:cNvCxnSpPr>
            <a:stCxn id="161" idx="6"/>
            <a:endCxn id="138" idx="2"/>
          </p:cNvCxnSpPr>
          <p:nvPr/>
        </p:nvCxnSpPr>
        <p:spPr>
          <a:xfrm>
            <a:off x="5985527" y="2491289"/>
            <a:ext cx="303206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1" name="直接连接符 130"/>
          <p:cNvCxnSpPr>
            <a:stCxn id="178" idx="0"/>
            <a:endCxn id="145" idx="4"/>
          </p:cNvCxnSpPr>
          <p:nvPr/>
        </p:nvCxnSpPr>
        <p:spPr>
          <a:xfrm flipV="1">
            <a:off x="7098726" y="1709024"/>
            <a:ext cx="0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32" name="直接连接符 131"/>
          <p:cNvCxnSpPr>
            <a:stCxn id="138" idx="6"/>
            <a:endCxn id="178" idx="2"/>
          </p:cNvCxnSpPr>
          <p:nvPr/>
        </p:nvCxnSpPr>
        <p:spPr>
          <a:xfrm>
            <a:off x="6621269" y="2491289"/>
            <a:ext cx="311189" cy="0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133" name="椭圆 132"/>
          <p:cNvSpPr/>
          <p:nvPr/>
        </p:nvSpPr>
        <p:spPr>
          <a:xfrm>
            <a:off x="5017249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5" name="椭圆 134"/>
          <p:cNvSpPr/>
          <p:nvPr/>
        </p:nvSpPr>
        <p:spPr>
          <a:xfrm>
            <a:off x="5650715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8" name="椭圆 137"/>
          <p:cNvSpPr/>
          <p:nvPr/>
        </p:nvSpPr>
        <p:spPr>
          <a:xfrm>
            <a:off x="6288733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39" name="椭圆 138"/>
          <p:cNvSpPr/>
          <p:nvPr/>
        </p:nvSpPr>
        <p:spPr>
          <a:xfrm>
            <a:off x="5017249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4" name="椭圆 143"/>
          <p:cNvSpPr/>
          <p:nvPr/>
        </p:nvSpPr>
        <p:spPr>
          <a:xfrm>
            <a:off x="6286456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45" name="椭圆 144"/>
          <p:cNvSpPr/>
          <p:nvPr/>
        </p:nvSpPr>
        <p:spPr>
          <a:xfrm>
            <a:off x="6932458" y="1381158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61" name="椭圆 160"/>
          <p:cNvSpPr/>
          <p:nvPr/>
        </p:nvSpPr>
        <p:spPr>
          <a:xfrm>
            <a:off x="5652991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sp>
        <p:nvSpPr>
          <p:cNvPr id="178" name="椭圆 177"/>
          <p:cNvSpPr/>
          <p:nvPr/>
        </p:nvSpPr>
        <p:spPr>
          <a:xfrm>
            <a:off x="6932458" y="232735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ea typeface="宋体" panose="02010600030101010101" pitchFamily="2" charset="-122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ea typeface="宋体" panose="02010600030101010101" pitchFamily="2" charset="-122"/>
              <a:cs typeface="Times New Roman" panose="02020603050405020304" pitchFamily="18" charset="0"/>
            </a:endParaRPr>
          </a:p>
        </p:txBody>
      </p:sp>
      <p:cxnSp>
        <p:nvCxnSpPr>
          <p:cNvPr id="180" name="直接连接符 179"/>
          <p:cNvCxnSpPr>
            <a:stCxn id="161" idx="0"/>
            <a:endCxn id="135" idx="4"/>
          </p:cNvCxnSpPr>
          <p:nvPr/>
        </p:nvCxnSpPr>
        <p:spPr>
          <a:xfrm flipH="1" flipV="1">
            <a:off x="5816983" y="1709024"/>
            <a:ext cx="2276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4" name="直接连接符 183"/>
          <p:cNvCxnSpPr>
            <a:stCxn id="138" idx="0"/>
            <a:endCxn id="144" idx="4"/>
          </p:cNvCxnSpPr>
          <p:nvPr/>
        </p:nvCxnSpPr>
        <p:spPr>
          <a:xfrm flipH="1" flipV="1">
            <a:off x="6452724" y="1709024"/>
            <a:ext cx="2277" cy="618332"/>
          </a:xfrm>
          <a:prstGeom prst="line">
            <a:avLst/>
          </a:prstGeom>
          <a:ln w="19050"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7" name="直接连接符 186"/>
          <p:cNvCxnSpPr>
            <a:stCxn id="211" idx="2"/>
            <a:endCxn id="214" idx="7"/>
          </p:cNvCxnSpPr>
          <p:nvPr/>
        </p:nvCxnSpPr>
        <p:spPr>
          <a:xfrm flipH="1">
            <a:off x="5749539" y="3971379"/>
            <a:ext cx="376255" cy="35948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188" name="直接连接符 187"/>
          <p:cNvCxnSpPr>
            <a:stCxn id="211" idx="6"/>
            <a:endCxn id="216" idx="2"/>
          </p:cNvCxnSpPr>
          <p:nvPr/>
        </p:nvCxnSpPr>
        <p:spPr>
          <a:xfrm>
            <a:off x="6458330" y="3971379"/>
            <a:ext cx="303206" cy="121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10" name="椭圆 209"/>
          <p:cNvSpPr/>
          <p:nvPr/>
        </p:nvSpPr>
        <p:spPr>
          <a:xfrm>
            <a:off x="5465702" y="506463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7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1" name="椭圆 210"/>
          <p:cNvSpPr/>
          <p:nvPr/>
        </p:nvSpPr>
        <p:spPr>
          <a:xfrm>
            <a:off x="6125794" y="380744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1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3" name="椭圆 212"/>
          <p:cNvSpPr/>
          <p:nvPr/>
        </p:nvSpPr>
        <p:spPr>
          <a:xfrm>
            <a:off x="6761536" y="544538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5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4" name="椭圆 213"/>
          <p:cNvSpPr/>
          <p:nvPr/>
        </p:nvSpPr>
        <p:spPr>
          <a:xfrm>
            <a:off x="5465702" y="4282849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8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6" name="椭圆 215"/>
          <p:cNvSpPr/>
          <p:nvPr/>
        </p:nvSpPr>
        <p:spPr>
          <a:xfrm>
            <a:off x="6761536" y="3808665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2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7" name="椭圆 216"/>
          <p:cNvSpPr/>
          <p:nvPr/>
        </p:nvSpPr>
        <p:spPr>
          <a:xfrm>
            <a:off x="7405261" y="4282850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3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8" name="椭圆 217"/>
          <p:cNvSpPr/>
          <p:nvPr/>
        </p:nvSpPr>
        <p:spPr>
          <a:xfrm>
            <a:off x="6125794" y="5445383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6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sp>
        <p:nvSpPr>
          <p:cNvPr id="219" name="椭圆 218"/>
          <p:cNvSpPr/>
          <p:nvPr/>
        </p:nvSpPr>
        <p:spPr>
          <a:xfrm>
            <a:off x="7405261" y="5064636"/>
            <a:ext cx="332536" cy="327866"/>
          </a:xfrm>
          <a:prstGeom prst="ellipse">
            <a:avLst/>
          </a:prstGeom>
          <a:solidFill>
            <a:srgbClr val="7BBDD7"/>
          </a:solidFill>
          <a:ln w="19050">
            <a:noFill/>
            <a:headEnd type="none"/>
            <a:tailEnd type="none"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zh-CN" dirty="0" smtClean="0">
                <a:solidFill>
                  <a:schemeClr val="tx1"/>
                </a:solidFill>
                <a:latin typeface="Times New Roman" panose="02020603050405020304" pitchFamily="18" charset="0"/>
                <a:cs typeface="Times New Roman" panose="02020603050405020304" pitchFamily="18" charset="0"/>
              </a:rPr>
              <a:t>4</a:t>
            </a:r>
            <a:endParaRPr lang="zh-CN" altLang="en-US" dirty="0">
              <a:solidFill>
                <a:schemeClr val="tx1"/>
              </a:solidFill>
              <a:latin typeface="Times New Roman" panose="02020603050405020304" pitchFamily="18" charset="0"/>
              <a:cs typeface="Times New Roman" panose="02020603050405020304" pitchFamily="18" charset="0"/>
            </a:endParaRPr>
          </a:p>
        </p:txBody>
      </p:sp>
      <p:cxnSp>
        <p:nvCxnSpPr>
          <p:cNvPr id="221" name="直接连接符 220"/>
          <p:cNvCxnSpPr>
            <a:stCxn id="211" idx="5"/>
            <a:endCxn id="219" idx="1"/>
          </p:cNvCxnSpPr>
          <p:nvPr/>
        </p:nvCxnSpPr>
        <p:spPr>
          <a:xfrm>
            <a:off x="6409631" y="4087297"/>
            <a:ext cx="1044329" cy="1025354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2" name="直接连接符 221"/>
          <p:cNvCxnSpPr>
            <a:stCxn id="211" idx="4"/>
            <a:endCxn id="218" idx="0"/>
          </p:cNvCxnSpPr>
          <p:nvPr/>
        </p:nvCxnSpPr>
        <p:spPr>
          <a:xfrm>
            <a:off x="6292062" y="4135312"/>
            <a:ext cx="0" cy="1310071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3" name="直接连接符 222"/>
          <p:cNvCxnSpPr>
            <a:stCxn id="211" idx="3"/>
            <a:endCxn id="210" idx="7"/>
          </p:cNvCxnSpPr>
          <p:nvPr/>
        </p:nvCxnSpPr>
        <p:spPr>
          <a:xfrm flipH="1">
            <a:off x="5749539" y="4087297"/>
            <a:ext cx="424954" cy="1025354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4" name="直接连接符 223"/>
          <p:cNvCxnSpPr>
            <a:stCxn id="216" idx="3"/>
            <a:endCxn id="210" idx="7"/>
          </p:cNvCxnSpPr>
          <p:nvPr/>
        </p:nvCxnSpPr>
        <p:spPr>
          <a:xfrm flipH="1">
            <a:off x="5749539" y="4088516"/>
            <a:ext cx="1060696" cy="1024135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7" name="直接连接符 226"/>
          <p:cNvCxnSpPr>
            <a:stCxn id="216" idx="3"/>
            <a:endCxn id="214" idx="6"/>
          </p:cNvCxnSpPr>
          <p:nvPr/>
        </p:nvCxnSpPr>
        <p:spPr>
          <a:xfrm flipH="1">
            <a:off x="5798238" y="4088516"/>
            <a:ext cx="1011997" cy="358266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29" name="直接连接符 228"/>
          <p:cNvCxnSpPr>
            <a:stCxn id="216" idx="4"/>
            <a:endCxn id="219" idx="1"/>
          </p:cNvCxnSpPr>
          <p:nvPr/>
        </p:nvCxnSpPr>
        <p:spPr>
          <a:xfrm>
            <a:off x="6927804" y="4136531"/>
            <a:ext cx="526156" cy="97612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0" name="直接连接符 229"/>
          <p:cNvCxnSpPr>
            <a:stCxn id="217" idx="3"/>
            <a:endCxn id="218" idx="0"/>
          </p:cNvCxnSpPr>
          <p:nvPr/>
        </p:nvCxnSpPr>
        <p:spPr>
          <a:xfrm flipH="1">
            <a:off x="6292062" y="4562701"/>
            <a:ext cx="1161898" cy="882682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6" name="直接连接符 235"/>
          <p:cNvCxnSpPr>
            <a:stCxn id="217" idx="3"/>
            <a:endCxn id="213" idx="7"/>
          </p:cNvCxnSpPr>
          <p:nvPr/>
        </p:nvCxnSpPr>
        <p:spPr>
          <a:xfrm flipH="1">
            <a:off x="7045373" y="4562701"/>
            <a:ext cx="408587" cy="930697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7" name="直接连接符 236"/>
          <p:cNvCxnSpPr>
            <a:stCxn id="219" idx="3"/>
            <a:endCxn id="213" idx="6"/>
          </p:cNvCxnSpPr>
          <p:nvPr/>
        </p:nvCxnSpPr>
        <p:spPr>
          <a:xfrm flipH="1">
            <a:off x="7094072" y="5344487"/>
            <a:ext cx="359888" cy="26482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8" name="直接连接符 237"/>
          <p:cNvCxnSpPr>
            <a:stCxn id="210" idx="6"/>
            <a:endCxn id="219" idx="2"/>
          </p:cNvCxnSpPr>
          <p:nvPr/>
        </p:nvCxnSpPr>
        <p:spPr>
          <a:xfrm>
            <a:off x="5798238" y="5228569"/>
            <a:ext cx="1607023" cy="0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39" name="直接连接符 238"/>
          <p:cNvCxnSpPr>
            <a:stCxn id="214" idx="5"/>
            <a:endCxn id="219" idx="2"/>
          </p:cNvCxnSpPr>
          <p:nvPr/>
        </p:nvCxnSpPr>
        <p:spPr>
          <a:xfrm>
            <a:off x="5749539" y="4562700"/>
            <a:ext cx="1655722" cy="66586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0" name="直接连接符 239"/>
          <p:cNvCxnSpPr>
            <a:stCxn id="214" idx="5"/>
            <a:endCxn id="213" idx="1"/>
          </p:cNvCxnSpPr>
          <p:nvPr/>
        </p:nvCxnSpPr>
        <p:spPr>
          <a:xfrm>
            <a:off x="5749539" y="4562700"/>
            <a:ext cx="1060696" cy="930698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1" name="直接连接符 240"/>
          <p:cNvCxnSpPr>
            <a:stCxn id="210" idx="6"/>
            <a:endCxn id="213" idx="1"/>
          </p:cNvCxnSpPr>
          <p:nvPr/>
        </p:nvCxnSpPr>
        <p:spPr>
          <a:xfrm>
            <a:off x="5798238" y="5228569"/>
            <a:ext cx="1011997" cy="26482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2" name="直接连接符 241"/>
          <p:cNvCxnSpPr>
            <a:stCxn id="210" idx="5"/>
            <a:endCxn id="218" idx="2"/>
          </p:cNvCxnSpPr>
          <p:nvPr/>
        </p:nvCxnSpPr>
        <p:spPr>
          <a:xfrm>
            <a:off x="5749539" y="5344487"/>
            <a:ext cx="376255" cy="264829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cxnSp>
        <p:nvCxnSpPr>
          <p:cNvPr id="243" name="直接连接符 242"/>
          <p:cNvCxnSpPr>
            <a:stCxn id="214" idx="4"/>
            <a:endCxn id="218" idx="1"/>
          </p:cNvCxnSpPr>
          <p:nvPr/>
        </p:nvCxnSpPr>
        <p:spPr>
          <a:xfrm>
            <a:off x="5631970" y="4610715"/>
            <a:ext cx="542523" cy="882683"/>
          </a:xfrm>
          <a:prstGeom prst="line">
            <a:avLst/>
          </a:prstGeom>
          <a:ln w="19050">
            <a:solidFill>
              <a:schemeClr val="tx1"/>
            </a:solidFill>
            <a:headEnd type="none"/>
            <a:tailEnd type="none"/>
          </a:ln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374941959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4540</TotalTime>
  <Words>607</Words>
  <Application>Microsoft Office PowerPoint</Application>
  <PresentationFormat>宽屏</PresentationFormat>
  <Paragraphs>364</Paragraphs>
  <Slides>22</Slides>
  <Notes>3</Notes>
  <HiddenSlides>0</HiddenSlides>
  <MMClips>0</MMClips>
  <ScaleCrop>false</ScaleCrop>
  <HeadingPairs>
    <vt:vector size="8" baseType="variant">
      <vt:variant>
        <vt:lpstr>已用的字体</vt:lpstr>
      </vt:variant>
      <vt:variant>
        <vt:i4>5</vt:i4>
      </vt:variant>
      <vt:variant>
        <vt:lpstr>主题</vt:lpstr>
      </vt:variant>
      <vt:variant>
        <vt:i4>1</vt:i4>
      </vt:variant>
      <vt:variant>
        <vt:lpstr>嵌入 OLE 服务器</vt:lpstr>
      </vt:variant>
      <vt:variant>
        <vt:i4>2</vt:i4>
      </vt:variant>
      <vt:variant>
        <vt:lpstr>幻灯片标题</vt:lpstr>
      </vt:variant>
      <vt:variant>
        <vt:i4>22</vt:i4>
      </vt:variant>
    </vt:vector>
  </HeadingPairs>
  <TitlesOfParts>
    <vt:vector size="30" baseType="lpstr">
      <vt:lpstr>等线</vt:lpstr>
      <vt:lpstr>等线 Light</vt:lpstr>
      <vt:lpstr>宋体</vt:lpstr>
      <vt:lpstr>Arial</vt:lpstr>
      <vt:lpstr>Times New Roman</vt:lpstr>
      <vt:lpstr>Office 主题​​</vt:lpstr>
      <vt:lpstr>AxMath</vt:lpstr>
      <vt:lpstr>Equation.AxMath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Company>ZJU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演示文稿</dc:title>
  <dc:creator>YanChangzhi</dc:creator>
  <cp:lastModifiedBy>ycz</cp:lastModifiedBy>
  <cp:revision>51</cp:revision>
  <dcterms:created xsi:type="dcterms:W3CDTF">2023-12-04T03:10:27Z</dcterms:created>
  <dcterms:modified xsi:type="dcterms:W3CDTF">2023-12-22T15:25:50Z</dcterms:modified>
</cp:coreProperties>
</file>