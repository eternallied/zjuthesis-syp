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6" r:id="rId12"/>
    <p:sldId id="268" r:id="rId13"/>
    <p:sldId id="269" r:id="rId14"/>
    <p:sldId id="270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3" r:id="rId24"/>
    <p:sldId id="284" r:id="rId25"/>
    <p:sldId id="286" r:id="rId26"/>
    <p:sldId id="287" r:id="rId27"/>
    <p:sldId id="288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DBDB"/>
    <a:srgbClr val="497DAB"/>
    <a:srgbClr val="F4F4F4"/>
    <a:srgbClr val="F3F3F3"/>
    <a:srgbClr val="FDFDFD"/>
    <a:srgbClr val="FBFBFB"/>
    <a:srgbClr val="7BBDD7"/>
    <a:srgbClr val="E2F0D9"/>
    <a:srgbClr val="F2F2F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816" y="6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image" Target="../media/image19.wmf"/><Relationship Id="rId18" Type="http://schemas.openxmlformats.org/officeDocument/2006/relationships/image" Target="../media/image24.wmf"/><Relationship Id="rId3" Type="http://schemas.openxmlformats.org/officeDocument/2006/relationships/image" Target="../media/image9.wmf"/><Relationship Id="rId21" Type="http://schemas.openxmlformats.org/officeDocument/2006/relationships/image" Target="../media/image27.wmf"/><Relationship Id="rId7" Type="http://schemas.openxmlformats.org/officeDocument/2006/relationships/image" Target="../media/image13.wmf"/><Relationship Id="rId12" Type="http://schemas.openxmlformats.org/officeDocument/2006/relationships/image" Target="../media/image18.wmf"/><Relationship Id="rId17" Type="http://schemas.openxmlformats.org/officeDocument/2006/relationships/image" Target="../media/image23.wmf"/><Relationship Id="rId2" Type="http://schemas.openxmlformats.org/officeDocument/2006/relationships/image" Target="../media/image8.wmf"/><Relationship Id="rId16" Type="http://schemas.openxmlformats.org/officeDocument/2006/relationships/image" Target="../media/image22.wmf"/><Relationship Id="rId20" Type="http://schemas.openxmlformats.org/officeDocument/2006/relationships/image" Target="../media/image26.wmf"/><Relationship Id="rId1" Type="http://schemas.openxmlformats.org/officeDocument/2006/relationships/image" Target="../media/image7.wmf"/><Relationship Id="rId6" Type="http://schemas.openxmlformats.org/officeDocument/2006/relationships/image" Target="../media/image12.wmf"/><Relationship Id="rId11" Type="http://schemas.openxmlformats.org/officeDocument/2006/relationships/image" Target="../media/image17.wmf"/><Relationship Id="rId5" Type="http://schemas.openxmlformats.org/officeDocument/2006/relationships/image" Target="../media/image11.wmf"/><Relationship Id="rId15" Type="http://schemas.openxmlformats.org/officeDocument/2006/relationships/image" Target="../media/image21.wmf"/><Relationship Id="rId10" Type="http://schemas.openxmlformats.org/officeDocument/2006/relationships/image" Target="../media/image16.wmf"/><Relationship Id="rId19" Type="http://schemas.openxmlformats.org/officeDocument/2006/relationships/image" Target="../media/image25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20.wmf"/><Relationship Id="rId22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9.wmf"/><Relationship Id="rId21" Type="http://schemas.openxmlformats.org/officeDocument/2006/relationships/image" Target="../media/image42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1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44.wmf"/><Relationship Id="rId21" Type="http://schemas.openxmlformats.org/officeDocument/2006/relationships/image" Target="../media/image43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2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46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41.wmf"/><Relationship Id="rId4" Type="http://schemas.openxmlformats.org/officeDocument/2006/relationships/image" Target="../media/image45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13" Type="http://schemas.openxmlformats.org/officeDocument/2006/relationships/image" Target="../media/image51.wmf"/><Relationship Id="rId18" Type="http://schemas.openxmlformats.org/officeDocument/2006/relationships/image" Target="../media/image55.wmf"/><Relationship Id="rId3" Type="http://schemas.openxmlformats.org/officeDocument/2006/relationships/image" Target="../media/image44.wmf"/><Relationship Id="rId7" Type="http://schemas.openxmlformats.org/officeDocument/2006/relationships/image" Target="../media/image30.wmf"/><Relationship Id="rId12" Type="http://schemas.openxmlformats.org/officeDocument/2006/relationships/image" Target="../media/image50.wmf"/><Relationship Id="rId17" Type="http://schemas.openxmlformats.org/officeDocument/2006/relationships/image" Target="../media/image54.wmf"/><Relationship Id="rId2" Type="http://schemas.openxmlformats.org/officeDocument/2006/relationships/image" Target="../media/image8.wmf"/><Relationship Id="rId16" Type="http://schemas.openxmlformats.org/officeDocument/2006/relationships/image" Target="../media/image43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49.wmf"/><Relationship Id="rId5" Type="http://schemas.openxmlformats.org/officeDocument/2006/relationships/image" Target="../media/image46.wmf"/><Relationship Id="rId15" Type="http://schemas.openxmlformats.org/officeDocument/2006/relationships/image" Target="../media/image53.wmf"/><Relationship Id="rId10" Type="http://schemas.openxmlformats.org/officeDocument/2006/relationships/image" Target="../media/image48.wmf"/><Relationship Id="rId19" Type="http://schemas.openxmlformats.org/officeDocument/2006/relationships/image" Target="../media/image56.wmf"/><Relationship Id="rId4" Type="http://schemas.openxmlformats.org/officeDocument/2006/relationships/image" Target="../media/image45.wmf"/><Relationship Id="rId9" Type="http://schemas.openxmlformats.org/officeDocument/2006/relationships/image" Target="../media/image34.wmf"/><Relationship Id="rId14" Type="http://schemas.openxmlformats.org/officeDocument/2006/relationships/image" Target="../media/image52.wmf"/></Relationships>
</file>

<file path=ppt/drawings/_rels/vmlDrawing6.v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26" Type="http://schemas.openxmlformats.org/officeDocument/2006/relationships/image" Target="../media/image47.wmf"/><Relationship Id="rId39" Type="http://schemas.openxmlformats.org/officeDocument/2006/relationships/image" Target="../media/image17.wmf"/><Relationship Id="rId21" Type="http://schemas.openxmlformats.org/officeDocument/2006/relationships/image" Target="../media/image42.wmf"/><Relationship Id="rId34" Type="http://schemas.openxmlformats.org/officeDocument/2006/relationships/image" Target="../media/image55.wmf"/><Relationship Id="rId42" Type="http://schemas.openxmlformats.org/officeDocument/2006/relationships/image" Target="../media/image20.wmf"/><Relationship Id="rId47" Type="http://schemas.openxmlformats.org/officeDocument/2006/relationships/image" Target="../media/image25.wmf"/><Relationship Id="rId50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9" Type="http://schemas.openxmlformats.org/officeDocument/2006/relationships/image" Target="../media/image50.wmf"/><Relationship Id="rId11" Type="http://schemas.openxmlformats.org/officeDocument/2006/relationships/image" Target="../media/image33.wmf"/><Relationship Id="rId24" Type="http://schemas.openxmlformats.org/officeDocument/2006/relationships/image" Target="../media/image45.wmf"/><Relationship Id="rId32" Type="http://schemas.openxmlformats.org/officeDocument/2006/relationships/image" Target="../media/image53.wmf"/><Relationship Id="rId37" Type="http://schemas.openxmlformats.org/officeDocument/2006/relationships/image" Target="../media/image14.wmf"/><Relationship Id="rId40" Type="http://schemas.openxmlformats.org/officeDocument/2006/relationships/image" Target="../media/image18.wmf"/><Relationship Id="rId45" Type="http://schemas.openxmlformats.org/officeDocument/2006/relationships/image" Target="../media/image2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23" Type="http://schemas.openxmlformats.org/officeDocument/2006/relationships/image" Target="../media/image44.wmf"/><Relationship Id="rId28" Type="http://schemas.openxmlformats.org/officeDocument/2006/relationships/image" Target="../media/image49.wmf"/><Relationship Id="rId36" Type="http://schemas.openxmlformats.org/officeDocument/2006/relationships/image" Target="../media/image13.wmf"/><Relationship Id="rId49" Type="http://schemas.openxmlformats.org/officeDocument/2006/relationships/image" Target="../media/image2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31" Type="http://schemas.openxmlformats.org/officeDocument/2006/relationships/image" Target="../media/image52.wmf"/><Relationship Id="rId44" Type="http://schemas.openxmlformats.org/officeDocument/2006/relationships/image" Target="../media/image2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Relationship Id="rId27" Type="http://schemas.openxmlformats.org/officeDocument/2006/relationships/image" Target="../media/image48.wmf"/><Relationship Id="rId30" Type="http://schemas.openxmlformats.org/officeDocument/2006/relationships/image" Target="../media/image51.wmf"/><Relationship Id="rId35" Type="http://schemas.openxmlformats.org/officeDocument/2006/relationships/image" Target="../media/image56.wmf"/><Relationship Id="rId43" Type="http://schemas.openxmlformats.org/officeDocument/2006/relationships/image" Target="../media/image21.wmf"/><Relationship Id="rId48" Type="http://schemas.openxmlformats.org/officeDocument/2006/relationships/image" Target="../media/image26.wmf"/><Relationship Id="rId8" Type="http://schemas.openxmlformats.org/officeDocument/2006/relationships/image" Target="../media/image31.wmf"/><Relationship Id="rId3" Type="http://schemas.openxmlformats.org/officeDocument/2006/relationships/image" Target="../media/image9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5" Type="http://schemas.openxmlformats.org/officeDocument/2006/relationships/image" Target="../media/image46.wmf"/><Relationship Id="rId33" Type="http://schemas.openxmlformats.org/officeDocument/2006/relationships/image" Target="../media/image54.wmf"/><Relationship Id="rId38" Type="http://schemas.openxmlformats.org/officeDocument/2006/relationships/image" Target="../media/image16.wmf"/><Relationship Id="rId46" Type="http://schemas.openxmlformats.org/officeDocument/2006/relationships/image" Target="../media/image24.wmf"/><Relationship Id="rId20" Type="http://schemas.openxmlformats.org/officeDocument/2006/relationships/image" Target="../media/image41.wmf"/><Relationship Id="rId41" Type="http://schemas.openxmlformats.org/officeDocument/2006/relationships/image" Target="../media/image19.wmf"/><Relationship Id="rId1" Type="http://schemas.openxmlformats.org/officeDocument/2006/relationships/image" Target="../media/image7.wmf"/><Relationship Id="rId6" Type="http://schemas.openxmlformats.org/officeDocument/2006/relationships/image" Target="../media/image29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image" Target="../media/image7.wmf"/><Relationship Id="rId6" Type="http://schemas.openxmlformats.org/officeDocument/2006/relationships/image" Target="../media/image57.wmf"/><Relationship Id="rId5" Type="http://schemas.openxmlformats.org/officeDocument/2006/relationships/image" Target="../media/image14.wmf"/><Relationship Id="rId4" Type="http://schemas.openxmlformats.org/officeDocument/2006/relationships/image" Target="../media/image13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3" Type="http://schemas.openxmlformats.org/officeDocument/2006/relationships/image" Target="../media/image60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9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18" Type="http://schemas.openxmlformats.org/officeDocument/2006/relationships/image" Target="../media/image75.wmf"/><Relationship Id="rId3" Type="http://schemas.openxmlformats.org/officeDocument/2006/relationships/image" Target="../media/image60.wmf"/><Relationship Id="rId21" Type="http://schemas.openxmlformats.org/officeDocument/2006/relationships/image" Target="../media/image78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20" Type="http://schemas.openxmlformats.org/officeDocument/2006/relationships/image" Target="../media/image77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19" Type="http://schemas.openxmlformats.org/officeDocument/2006/relationships/image" Target="../media/image76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10.vml.rels><?xml version="1.0" encoding="UTF-8" standalone="yes"?>
<Relationships xmlns="http://schemas.openxmlformats.org/package/2006/relationships"><Relationship Id="rId8" Type="http://schemas.openxmlformats.org/officeDocument/2006/relationships/image" Target="../media/image86.wmf"/><Relationship Id="rId13" Type="http://schemas.openxmlformats.org/officeDocument/2006/relationships/image" Target="../media/image91.wmf"/><Relationship Id="rId3" Type="http://schemas.openxmlformats.org/officeDocument/2006/relationships/image" Target="../media/image81.wmf"/><Relationship Id="rId7" Type="http://schemas.openxmlformats.org/officeDocument/2006/relationships/image" Target="../media/image85.wmf"/><Relationship Id="rId12" Type="http://schemas.openxmlformats.org/officeDocument/2006/relationships/image" Target="../media/image90.wmf"/><Relationship Id="rId2" Type="http://schemas.openxmlformats.org/officeDocument/2006/relationships/image" Target="../media/image80.wmf"/><Relationship Id="rId1" Type="http://schemas.openxmlformats.org/officeDocument/2006/relationships/image" Target="../media/image79.wmf"/><Relationship Id="rId6" Type="http://schemas.openxmlformats.org/officeDocument/2006/relationships/image" Target="../media/image84.wmf"/><Relationship Id="rId11" Type="http://schemas.openxmlformats.org/officeDocument/2006/relationships/image" Target="../media/image89.wmf"/><Relationship Id="rId5" Type="http://schemas.openxmlformats.org/officeDocument/2006/relationships/image" Target="../media/image83.wmf"/><Relationship Id="rId15" Type="http://schemas.openxmlformats.org/officeDocument/2006/relationships/image" Target="../media/image93.wmf"/><Relationship Id="rId10" Type="http://schemas.openxmlformats.org/officeDocument/2006/relationships/image" Target="../media/image88.wmf"/><Relationship Id="rId4" Type="http://schemas.openxmlformats.org/officeDocument/2006/relationships/image" Target="../media/image82.wmf"/><Relationship Id="rId9" Type="http://schemas.openxmlformats.org/officeDocument/2006/relationships/image" Target="../media/image87.wmf"/><Relationship Id="rId14" Type="http://schemas.openxmlformats.org/officeDocument/2006/relationships/image" Target="../media/image92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94.w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97.wmf"/><Relationship Id="rId2" Type="http://schemas.openxmlformats.org/officeDocument/2006/relationships/image" Target="../media/image96.wmf"/><Relationship Id="rId1" Type="http://schemas.openxmlformats.org/officeDocument/2006/relationships/image" Target="../media/image95.wmf"/><Relationship Id="rId4" Type="http://schemas.openxmlformats.org/officeDocument/2006/relationships/image" Target="../media/image98.w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99.w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0.wmf"/></Relationships>
</file>

<file path=ppt/drawings/_rels/vmlDrawing15.v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wmf"/><Relationship Id="rId2" Type="http://schemas.openxmlformats.org/officeDocument/2006/relationships/image" Target="../media/image101.wmf"/><Relationship Id="rId1" Type="http://schemas.openxmlformats.org/officeDocument/2006/relationships/image" Target="../media/image100.wmf"/></Relationships>
</file>

<file path=ppt/drawings/_rels/vmlDrawing16.v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wmf"/><Relationship Id="rId2" Type="http://schemas.openxmlformats.org/officeDocument/2006/relationships/image" Target="../media/image101.wmf"/><Relationship Id="rId1" Type="http://schemas.openxmlformats.org/officeDocument/2006/relationships/image" Target="../media/image100.wmf"/></Relationships>
</file>

<file path=ppt/drawings/_rels/vmlDrawing17.v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wmf"/><Relationship Id="rId1" Type="http://schemas.openxmlformats.org/officeDocument/2006/relationships/image" Target="../media/image103.wmf"/></Relationships>
</file>

<file path=ppt/drawings/_rels/vmlDrawing18.v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wmf"/><Relationship Id="rId1" Type="http://schemas.openxmlformats.org/officeDocument/2006/relationships/image" Target="../media/image100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25.bin"/><Relationship Id="rId21" Type="http://schemas.openxmlformats.org/officeDocument/2006/relationships/oleObject" Target="../embeddings/oleObject16.bin"/><Relationship Id="rId34" Type="http://schemas.openxmlformats.org/officeDocument/2006/relationships/image" Target="../media/image19.wmf"/><Relationship Id="rId42" Type="http://schemas.openxmlformats.org/officeDocument/2006/relationships/image" Target="../media/image23.wmf"/><Relationship Id="rId47" Type="http://schemas.openxmlformats.org/officeDocument/2006/relationships/oleObject" Target="../embeddings/oleObject29.bin"/><Relationship Id="rId50" Type="http://schemas.openxmlformats.org/officeDocument/2006/relationships/image" Target="../media/image27.wmf"/><Relationship Id="rId7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20.bin"/><Relationship Id="rId11" Type="http://schemas.openxmlformats.org/officeDocument/2006/relationships/oleObject" Target="../embeddings/oleObject10.bin"/><Relationship Id="rId24" Type="http://schemas.openxmlformats.org/officeDocument/2006/relationships/image" Target="../media/image14.wmf"/><Relationship Id="rId32" Type="http://schemas.openxmlformats.org/officeDocument/2006/relationships/image" Target="../media/image18.wmf"/><Relationship Id="rId37" Type="http://schemas.openxmlformats.org/officeDocument/2006/relationships/oleObject" Target="../embeddings/oleObject24.bin"/><Relationship Id="rId40" Type="http://schemas.openxmlformats.org/officeDocument/2006/relationships/image" Target="../media/image22.wmf"/><Relationship Id="rId45" Type="http://schemas.openxmlformats.org/officeDocument/2006/relationships/oleObject" Target="../embeddings/oleObject2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3.bin"/><Relationship Id="rId23" Type="http://schemas.openxmlformats.org/officeDocument/2006/relationships/oleObject" Target="../embeddings/oleObject17.bin"/><Relationship Id="rId28" Type="http://schemas.openxmlformats.org/officeDocument/2006/relationships/image" Target="../media/image16.wmf"/><Relationship Id="rId36" Type="http://schemas.openxmlformats.org/officeDocument/2006/relationships/image" Target="../media/image20.wmf"/><Relationship Id="rId49" Type="http://schemas.openxmlformats.org/officeDocument/2006/relationships/oleObject" Target="../embeddings/oleObject30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15.bin"/><Relationship Id="rId31" Type="http://schemas.openxmlformats.org/officeDocument/2006/relationships/oleObject" Target="../embeddings/oleObject21.bin"/><Relationship Id="rId44" Type="http://schemas.openxmlformats.org/officeDocument/2006/relationships/image" Target="../media/image24.wmf"/><Relationship Id="rId52" Type="http://schemas.openxmlformats.org/officeDocument/2006/relationships/image" Target="../media/image2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13.wmf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17.wmf"/><Relationship Id="rId35" Type="http://schemas.openxmlformats.org/officeDocument/2006/relationships/oleObject" Target="../embeddings/oleObject23.bin"/><Relationship Id="rId43" Type="http://schemas.openxmlformats.org/officeDocument/2006/relationships/oleObject" Target="../embeddings/oleObject27.bin"/><Relationship Id="rId48" Type="http://schemas.openxmlformats.org/officeDocument/2006/relationships/image" Target="../media/image26.wmf"/><Relationship Id="rId8" Type="http://schemas.openxmlformats.org/officeDocument/2006/relationships/oleObject" Target="../embeddings/oleObject8.bin"/><Relationship Id="rId51" Type="http://schemas.openxmlformats.org/officeDocument/2006/relationships/oleObject" Target="../embeddings/oleObject31.bin"/><Relationship Id="rId3" Type="http://schemas.openxmlformats.org/officeDocument/2006/relationships/oleObject" Target="../embeddings/oleObject4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4.bin"/><Relationship Id="rId25" Type="http://schemas.openxmlformats.org/officeDocument/2006/relationships/oleObject" Target="../embeddings/oleObject18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1.wmf"/><Relationship Id="rId46" Type="http://schemas.openxmlformats.org/officeDocument/2006/relationships/image" Target="../media/image25.wmf"/><Relationship Id="rId20" Type="http://schemas.openxmlformats.org/officeDocument/2006/relationships/image" Target="../media/image12.wmf"/><Relationship Id="rId41" Type="http://schemas.openxmlformats.org/officeDocument/2006/relationships/oleObject" Target="../embeddings/oleObject26.bin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6.bin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53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oleObject" Target="../embeddings/oleObject57.bin"/><Relationship Id="rId50" Type="http://schemas.openxmlformats.org/officeDocument/2006/relationships/image" Target="../media/image42.wmf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48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oleObject" Target="../embeddings/oleObject5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49.bin"/><Relationship Id="rId44" Type="http://schemas.openxmlformats.org/officeDocument/2006/relationships/image" Target="../media/image40.wmf"/><Relationship Id="rId52" Type="http://schemas.openxmlformats.org/officeDocument/2006/relationships/image" Target="../media/image43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oleObject" Target="../embeddings/oleObject46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46" Type="http://schemas.openxmlformats.org/officeDocument/2006/relationships/image" Target="../media/image12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34.bin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60.bin"/><Relationship Id="rId18" Type="http://schemas.openxmlformats.org/officeDocument/2006/relationships/image" Target="../media/image46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72.bin"/><Relationship Id="rId21" Type="http://schemas.openxmlformats.org/officeDocument/2006/relationships/oleObject" Target="../embeddings/oleObject63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image" Target="../media/image41.wmf"/><Relationship Id="rId50" Type="http://schemas.openxmlformats.org/officeDocument/2006/relationships/oleObject" Target="../embeddings/oleObject78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67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71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75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61.bin"/><Relationship Id="rId23" Type="http://schemas.openxmlformats.org/officeDocument/2006/relationships/oleObject" Target="../embeddings/oleObject64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image" Target="../media/image42.wmf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68.bin"/><Relationship Id="rId44" Type="http://schemas.openxmlformats.org/officeDocument/2006/relationships/image" Target="../media/image40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66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70.bin"/><Relationship Id="rId43" Type="http://schemas.openxmlformats.org/officeDocument/2006/relationships/oleObject" Target="../embeddings/oleObject74.bin"/><Relationship Id="rId48" Type="http://schemas.openxmlformats.org/officeDocument/2006/relationships/oleObject" Target="../embeddings/oleObject77.bin"/><Relationship Id="rId8" Type="http://schemas.openxmlformats.org/officeDocument/2006/relationships/oleObject" Target="../embeddings/oleObject36.bin"/><Relationship Id="rId51" Type="http://schemas.openxmlformats.org/officeDocument/2006/relationships/image" Target="../media/image43.wmf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62.bin"/><Relationship Id="rId25" Type="http://schemas.openxmlformats.org/officeDocument/2006/relationships/oleObject" Target="../embeddings/oleObject65.bin"/><Relationship Id="rId33" Type="http://schemas.openxmlformats.org/officeDocument/2006/relationships/oleObject" Target="../embeddings/oleObject69.bin"/><Relationship Id="rId38" Type="http://schemas.openxmlformats.org/officeDocument/2006/relationships/image" Target="../media/image37.wmf"/><Relationship Id="rId46" Type="http://schemas.openxmlformats.org/officeDocument/2006/relationships/oleObject" Target="../embeddings/oleObject76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3.bin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34.bin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79.bin"/><Relationship Id="rId18" Type="http://schemas.openxmlformats.org/officeDocument/2006/relationships/image" Target="../media/image46.wmf"/><Relationship Id="rId26" Type="http://schemas.openxmlformats.org/officeDocument/2006/relationships/image" Target="../media/image34.wmf"/><Relationship Id="rId39" Type="http://schemas.openxmlformats.org/officeDocument/2006/relationships/image" Target="../media/image53.wmf"/><Relationship Id="rId21" Type="http://schemas.openxmlformats.org/officeDocument/2006/relationships/oleObject" Target="../embeddings/oleObject63.bin"/><Relationship Id="rId34" Type="http://schemas.openxmlformats.org/officeDocument/2006/relationships/oleObject" Target="../embeddings/oleObject87.bin"/><Relationship Id="rId42" Type="http://schemas.openxmlformats.org/officeDocument/2006/relationships/image" Target="../media/image43.wmf"/><Relationship Id="rId47" Type="http://schemas.openxmlformats.org/officeDocument/2006/relationships/oleObject" Target="../embeddings/oleObject93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84.bin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34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47.wmf"/><Relationship Id="rId32" Type="http://schemas.openxmlformats.org/officeDocument/2006/relationships/oleObject" Target="../embeddings/oleObject86.bin"/><Relationship Id="rId37" Type="http://schemas.openxmlformats.org/officeDocument/2006/relationships/image" Target="../media/image52.wmf"/><Relationship Id="rId40" Type="http://schemas.openxmlformats.org/officeDocument/2006/relationships/oleObject" Target="../embeddings/oleObject90.bin"/><Relationship Id="rId45" Type="http://schemas.openxmlformats.org/officeDocument/2006/relationships/oleObject" Target="../embeddings/oleObject92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80.bin"/><Relationship Id="rId23" Type="http://schemas.openxmlformats.org/officeDocument/2006/relationships/oleObject" Target="../embeddings/oleObject82.bin"/><Relationship Id="rId28" Type="http://schemas.openxmlformats.org/officeDocument/2006/relationships/image" Target="../media/image48.wmf"/><Relationship Id="rId36" Type="http://schemas.openxmlformats.org/officeDocument/2006/relationships/oleObject" Target="../embeddings/oleObject8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85.bin"/><Relationship Id="rId44" Type="http://schemas.openxmlformats.org/officeDocument/2006/relationships/image" Target="../media/image54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83.bin"/><Relationship Id="rId30" Type="http://schemas.openxmlformats.org/officeDocument/2006/relationships/image" Target="../media/image49.wmf"/><Relationship Id="rId35" Type="http://schemas.openxmlformats.org/officeDocument/2006/relationships/image" Target="../media/image51.wmf"/><Relationship Id="rId43" Type="http://schemas.openxmlformats.org/officeDocument/2006/relationships/oleObject" Target="../embeddings/oleObject91.bin"/><Relationship Id="rId48" Type="http://schemas.openxmlformats.org/officeDocument/2006/relationships/image" Target="../media/image56.wmf"/><Relationship Id="rId8" Type="http://schemas.openxmlformats.org/officeDocument/2006/relationships/oleObject" Target="../embeddings/oleObject36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81.bin"/><Relationship Id="rId25" Type="http://schemas.openxmlformats.org/officeDocument/2006/relationships/oleObject" Target="../embeddings/oleObject68.bin"/><Relationship Id="rId33" Type="http://schemas.openxmlformats.org/officeDocument/2006/relationships/image" Target="../media/image50.wmf"/><Relationship Id="rId38" Type="http://schemas.openxmlformats.org/officeDocument/2006/relationships/oleObject" Target="../embeddings/oleObject89.bin"/><Relationship Id="rId46" Type="http://schemas.openxmlformats.org/officeDocument/2006/relationships/image" Target="../media/image55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8.bin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oleObject" Target="../embeddings/oleObject19.bin"/><Relationship Id="rId21" Type="http://schemas.openxmlformats.org/officeDocument/2006/relationships/oleObject" Target="../embeddings/oleObject44.bin"/><Relationship Id="rId42" Type="http://schemas.openxmlformats.org/officeDocument/2006/relationships/image" Target="../media/image39.wmf"/><Relationship Id="rId63" Type="http://schemas.openxmlformats.org/officeDocument/2006/relationships/oleObject" Target="../embeddings/oleObject67.bin"/><Relationship Id="rId84" Type="http://schemas.openxmlformats.org/officeDocument/2006/relationships/oleObject" Target="../embeddings/oleObject85.bin"/><Relationship Id="rId138" Type="http://schemas.openxmlformats.org/officeDocument/2006/relationships/image" Target="../media/image26.wmf"/><Relationship Id="rId107" Type="http://schemas.openxmlformats.org/officeDocument/2006/relationships/oleObject" Target="../embeddings/oleObject11.bin"/><Relationship Id="rId11" Type="http://schemas.openxmlformats.org/officeDocument/2006/relationships/oleObject" Target="../embeddings/oleObject38.bin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53" Type="http://schemas.openxmlformats.org/officeDocument/2006/relationships/oleObject" Target="../embeddings/oleObject60.bin"/><Relationship Id="rId58" Type="http://schemas.openxmlformats.org/officeDocument/2006/relationships/image" Target="../media/image46.wmf"/><Relationship Id="rId74" Type="http://schemas.openxmlformats.org/officeDocument/2006/relationships/oleObject" Target="../embeddings/oleObject78.bin"/><Relationship Id="rId79" Type="http://schemas.openxmlformats.org/officeDocument/2006/relationships/image" Target="../media/image47.wmf"/><Relationship Id="rId102" Type="http://schemas.openxmlformats.org/officeDocument/2006/relationships/oleObject" Target="../embeddings/oleObject6.bin"/><Relationship Id="rId123" Type="http://schemas.openxmlformats.org/officeDocument/2006/relationships/oleObject" Target="../embeddings/oleObject22.bin"/><Relationship Id="rId128" Type="http://schemas.openxmlformats.org/officeDocument/2006/relationships/image" Target="../media/image21.wmf"/><Relationship Id="rId5" Type="http://schemas.openxmlformats.org/officeDocument/2006/relationships/oleObject" Target="../embeddings/oleObject33.bin"/><Relationship Id="rId90" Type="http://schemas.openxmlformats.org/officeDocument/2006/relationships/image" Target="../media/image52.wmf"/><Relationship Id="rId95" Type="http://schemas.openxmlformats.org/officeDocument/2006/relationships/image" Target="../media/image5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64" Type="http://schemas.openxmlformats.org/officeDocument/2006/relationships/oleObject" Target="../embeddings/oleObject68.bin"/><Relationship Id="rId69" Type="http://schemas.openxmlformats.org/officeDocument/2006/relationships/oleObject" Target="../embeddings/oleObject73.bin"/><Relationship Id="rId113" Type="http://schemas.openxmlformats.org/officeDocument/2006/relationships/image" Target="../media/image13.wmf"/><Relationship Id="rId118" Type="http://schemas.openxmlformats.org/officeDocument/2006/relationships/image" Target="../media/image16.wmf"/><Relationship Id="rId134" Type="http://schemas.openxmlformats.org/officeDocument/2006/relationships/image" Target="../media/image24.wmf"/><Relationship Id="rId139" Type="http://schemas.openxmlformats.org/officeDocument/2006/relationships/oleObject" Target="../embeddings/oleObject30.bin"/><Relationship Id="rId80" Type="http://schemas.openxmlformats.org/officeDocument/2006/relationships/oleObject" Target="../embeddings/oleObject83.bin"/><Relationship Id="rId85" Type="http://schemas.openxmlformats.org/officeDocument/2006/relationships/oleObject" Target="../embeddings/oleObject86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59" Type="http://schemas.openxmlformats.org/officeDocument/2006/relationships/oleObject" Target="../embeddings/oleObject63.bin"/><Relationship Id="rId103" Type="http://schemas.openxmlformats.org/officeDocument/2006/relationships/oleObject" Target="../embeddings/oleObject7.bin"/><Relationship Id="rId108" Type="http://schemas.openxmlformats.org/officeDocument/2006/relationships/oleObject" Target="../embeddings/oleObject12.bin"/><Relationship Id="rId124" Type="http://schemas.openxmlformats.org/officeDocument/2006/relationships/image" Target="../media/image19.wmf"/><Relationship Id="rId129" Type="http://schemas.openxmlformats.org/officeDocument/2006/relationships/oleObject" Target="../embeddings/oleObject25.bin"/><Relationship Id="rId54" Type="http://schemas.openxmlformats.org/officeDocument/2006/relationships/image" Target="../media/image44.wmf"/><Relationship Id="rId70" Type="http://schemas.openxmlformats.org/officeDocument/2006/relationships/oleObject" Target="../embeddings/oleObject74.bin"/><Relationship Id="rId75" Type="http://schemas.openxmlformats.org/officeDocument/2006/relationships/oleObject" Target="../embeddings/oleObject79.bin"/><Relationship Id="rId91" Type="http://schemas.openxmlformats.org/officeDocument/2006/relationships/oleObject" Target="../embeddings/oleObject89.bin"/><Relationship Id="rId96" Type="http://schemas.openxmlformats.org/officeDocument/2006/relationships/oleObject" Target="../embeddings/oleObject92.bin"/><Relationship Id="rId140" Type="http://schemas.openxmlformats.org/officeDocument/2006/relationships/image" Target="../media/image27.wmf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34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49" Type="http://schemas.openxmlformats.org/officeDocument/2006/relationships/oleObject" Target="../embeddings/oleObject58.bin"/><Relationship Id="rId114" Type="http://schemas.openxmlformats.org/officeDocument/2006/relationships/oleObject" Target="../embeddings/oleObject17.bin"/><Relationship Id="rId119" Type="http://schemas.openxmlformats.org/officeDocument/2006/relationships/oleObject" Target="../embeddings/oleObject20.bin"/><Relationship Id="rId44" Type="http://schemas.openxmlformats.org/officeDocument/2006/relationships/image" Target="../media/image40.wmf"/><Relationship Id="rId60" Type="http://schemas.openxmlformats.org/officeDocument/2006/relationships/oleObject" Target="../embeddings/oleObject64.bin"/><Relationship Id="rId65" Type="http://schemas.openxmlformats.org/officeDocument/2006/relationships/oleObject" Target="../embeddings/oleObject69.bin"/><Relationship Id="rId81" Type="http://schemas.openxmlformats.org/officeDocument/2006/relationships/image" Target="../media/image48.wmf"/><Relationship Id="rId86" Type="http://schemas.openxmlformats.org/officeDocument/2006/relationships/image" Target="../media/image50.wmf"/><Relationship Id="rId130" Type="http://schemas.openxmlformats.org/officeDocument/2006/relationships/image" Target="../media/image22.wmf"/><Relationship Id="rId135" Type="http://schemas.openxmlformats.org/officeDocument/2006/relationships/oleObject" Target="../embeddings/oleObject28.bin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39" Type="http://schemas.openxmlformats.org/officeDocument/2006/relationships/oleObject" Target="../embeddings/oleObject53.bin"/><Relationship Id="rId109" Type="http://schemas.openxmlformats.org/officeDocument/2006/relationships/oleObject" Target="../embeddings/oleObject13.bin"/><Relationship Id="rId34" Type="http://schemas.openxmlformats.org/officeDocument/2006/relationships/image" Target="../media/image35.wmf"/><Relationship Id="rId50" Type="http://schemas.openxmlformats.org/officeDocument/2006/relationships/image" Target="../media/image42.wmf"/><Relationship Id="rId55" Type="http://schemas.openxmlformats.org/officeDocument/2006/relationships/oleObject" Target="../embeddings/oleObject61.bin"/><Relationship Id="rId76" Type="http://schemas.openxmlformats.org/officeDocument/2006/relationships/oleObject" Target="../embeddings/oleObject80.bin"/><Relationship Id="rId97" Type="http://schemas.openxmlformats.org/officeDocument/2006/relationships/image" Target="../media/image55.wmf"/><Relationship Id="rId104" Type="http://schemas.openxmlformats.org/officeDocument/2006/relationships/oleObject" Target="../embeddings/oleObject8.bin"/><Relationship Id="rId120" Type="http://schemas.openxmlformats.org/officeDocument/2006/relationships/image" Target="../media/image17.wmf"/><Relationship Id="rId125" Type="http://schemas.openxmlformats.org/officeDocument/2006/relationships/oleObject" Target="../embeddings/oleObject23.bin"/><Relationship Id="rId141" Type="http://schemas.openxmlformats.org/officeDocument/2006/relationships/oleObject" Target="../embeddings/oleObject31.bin"/><Relationship Id="rId7" Type="http://schemas.openxmlformats.org/officeDocument/2006/relationships/oleObject" Target="../embeddings/oleObject35.bin"/><Relationship Id="rId71" Type="http://schemas.openxmlformats.org/officeDocument/2006/relationships/oleObject" Target="../embeddings/oleObject75.bin"/><Relationship Id="rId92" Type="http://schemas.openxmlformats.org/officeDocument/2006/relationships/image" Target="../media/image53.wmf"/><Relationship Id="rId2" Type="http://schemas.openxmlformats.org/officeDocument/2006/relationships/slideLayout" Target="../slideLayouts/slideLayout2.xml"/><Relationship Id="rId29" Type="http://schemas.openxmlformats.org/officeDocument/2006/relationships/oleObject" Target="../embeddings/oleObject48.bin"/><Relationship Id="rId24" Type="http://schemas.openxmlformats.org/officeDocument/2006/relationships/image" Target="../media/image31.wmf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66" Type="http://schemas.openxmlformats.org/officeDocument/2006/relationships/oleObject" Target="../embeddings/oleObject70.bin"/><Relationship Id="rId87" Type="http://schemas.openxmlformats.org/officeDocument/2006/relationships/oleObject" Target="../embeddings/oleObject87.bin"/><Relationship Id="rId110" Type="http://schemas.openxmlformats.org/officeDocument/2006/relationships/oleObject" Target="../embeddings/oleObject14.bin"/><Relationship Id="rId115" Type="http://schemas.openxmlformats.org/officeDocument/2006/relationships/image" Target="../media/image14.wmf"/><Relationship Id="rId131" Type="http://schemas.openxmlformats.org/officeDocument/2006/relationships/oleObject" Target="../embeddings/oleObject26.bin"/><Relationship Id="rId136" Type="http://schemas.openxmlformats.org/officeDocument/2006/relationships/image" Target="../media/image25.wmf"/><Relationship Id="rId61" Type="http://schemas.openxmlformats.org/officeDocument/2006/relationships/oleObject" Target="../embeddings/oleObject65.bin"/><Relationship Id="rId82" Type="http://schemas.openxmlformats.org/officeDocument/2006/relationships/oleObject" Target="../embeddings/oleObject84.bin"/><Relationship Id="rId19" Type="http://schemas.openxmlformats.org/officeDocument/2006/relationships/oleObject" Target="../embeddings/oleObject43.bin"/><Relationship Id="rId14" Type="http://schemas.openxmlformats.org/officeDocument/2006/relationships/image" Target="../media/image9.wmf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56" Type="http://schemas.openxmlformats.org/officeDocument/2006/relationships/image" Target="../media/image45.wmf"/><Relationship Id="rId77" Type="http://schemas.openxmlformats.org/officeDocument/2006/relationships/oleObject" Target="../embeddings/oleObject81.bin"/><Relationship Id="rId100" Type="http://schemas.openxmlformats.org/officeDocument/2006/relationships/oleObject" Target="../embeddings/oleObject4.bin"/><Relationship Id="rId105" Type="http://schemas.openxmlformats.org/officeDocument/2006/relationships/oleObject" Target="../embeddings/oleObject9.bin"/><Relationship Id="rId126" Type="http://schemas.openxmlformats.org/officeDocument/2006/relationships/image" Target="../media/image20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72" Type="http://schemas.openxmlformats.org/officeDocument/2006/relationships/oleObject" Target="../embeddings/oleObject76.bin"/><Relationship Id="rId93" Type="http://schemas.openxmlformats.org/officeDocument/2006/relationships/oleObject" Target="../embeddings/oleObject90.bin"/><Relationship Id="rId98" Type="http://schemas.openxmlformats.org/officeDocument/2006/relationships/oleObject" Target="../embeddings/oleObject93.bin"/><Relationship Id="rId121" Type="http://schemas.openxmlformats.org/officeDocument/2006/relationships/oleObject" Target="../embeddings/oleObject21.bin"/><Relationship Id="rId142" Type="http://schemas.openxmlformats.org/officeDocument/2006/relationships/image" Target="../media/image28.wmf"/><Relationship Id="rId3" Type="http://schemas.openxmlformats.org/officeDocument/2006/relationships/oleObject" Target="../embeddings/oleObject32.bin"/><Relationship Id="rId25" Type="http://schemas.openxmlformats.org/officeDocument/2006/relationships/oleObject" Target="../embeddings/oleObject46.bin"/><Relationship Id="rId46" Type="http://schemas.openxmlformats.org/officeDocument/2006/relationships/image" Target="../media/image12.wmf"/><Relationship Id="rId67" Type="http://schemas.openxmlformats.org/officeDocument/2006/relationships/oleObject" Target="../embeddings/oleObject71.bin"/><Relationship Id="rId116" Type="http://schemas.openxmlformats.org/officeDocument/2006/relationships/oleObject" Target="../embeddings/oleObject18.bin"/><Relationship Id="rId137" Type="http://schemas.openxmlformats.org/officeDocument/2006/relationships/oleObject" Target="../embeddings/oleObject29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62" Type="http://schemas.openxmlformats.org/officeDocument/2006/relationships/oleObject" Target="../embeddings/oleObject66.bin"/><Relationship Id="rId83" Type="http://schemas.openxmlformats.org/officeDocument/2006/relationships/image" Target="../media/image49.wmf"/><Relationship Id="rId88" Type="http://schemas.openxmlformats.org/officeDocument/2006/relationships/image" Target="../media/image51.wmf"/><Relationship Id="rId111" Type="http://schemas.openxmlformats.org/officeDocument/2006/relationships/oleObject" Target="../embeddings/oleObject15.bin"/><Relationship Id="rId132" Type="http://schemas.openxmlformats.org/officeDocument/2006/relationships/image" Target="../media/image23.wmf"/><Relationship Id="rId15" Type="http://schemas.openxmlformats.org/officeDocument/2006/relationships/oleObject" Target="../embeddings/oleObject41.bin"/><Relationship Id="rId36" Type="http://schemas.openxmlformats.org/officeDocument/2006/relationships/image" Target="../media/image36.wmf"/><Relationship Id="rId57" Type="http://schemas.openxmlformats.org/officeDocument/2006/relationships/oleObject" Target="../embeddings/oleObject62.bin"/><Relationship Id="rId106" Type="http://schemas.openxmlformats.org/officeDocument/2006/relationships/oleObject" Target="../embeddings/oleObject10.bin"/><Relationship Id="rId127" Type="http://schemas.openxmlformats.org/officeDocument/2006/relationships/oleObject" Target="../embeddings/oleObject24.bin"/><Relationship Id="rId10" Type="http://schemas.openxmlformats.org/officeDocument/2006/relationships/oleObject" Target="../embeddings/oleObject37.bin"/><Relationship Id="rId31" Type="http://schemas.openxmlformats.org/officeDocument/2006/relationships/oleObject" Target="../embeddings/oleObject49.bin"/><Relationship Id="rId52" Type="http://schemas.openxmlformats.org/officeDocument/2006/relationships/image" Target="../media/image43.wmf"/><Relationship Id="rId73" Type="http://schemas.openxmlformats.org/officeDocument/2006/relationships/oleObject" Target="../embeddings/oleObject77.bin"/><Relationship Id="rId78" Type="http://schemas.openxmlformats.org/officeDocument/2006/relationships/oleObject" Target="../embeddings/oleObject82.bin"/><Relationship Id="rId94" Type="http://schemas.openxmlformats.org/officeDocument/2006/relationships/oleObject" Target="../embeddings/oleObject91.bin"/><Relationship Id="rId99" Type="http://schemas.openxmlformats.org/officeDocument/2006/relationships/image" Target="../media/image56.wmf"/><Relationship Id="rId101" Type="http://schemas.openxmlformats.org/officeDocument/2006/relationships/oleObject" Target="../embeddings/oleObject5.bin"/><Relationship Id="rId122" Type="http://schemas.openxmlformats.org/officeDocument/2006/relationships/image" Target="../media/image1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26" Type="http://schemas.openxmlformats.org/officeDocument/2006/relationships/image" Target="../media/image15.wmf"/><Relationship Id="rId47" Type="http://schemas.openxmlformats.org/officeDocument/2006/relationships/oleObject" Target="../embeddings/oleObject57.bin"/><Relationship Id="rId68" Type="http://schemas.openxmlformats.org/officeDocument/2006/relationships/oleObject" Target="../embeddings/oleObject72.bin"/><Relationship Id="rId89" Type="http://schemas.openxmlformats.org/officeDocument/2006/relationships/oleObject" Target="../embeddings/oleObject88.bin"/><Relationship Id="rId112" Type="http://schemas.openxmlformats.org/officeDocument/2006/relationships/oleObject" Target="../embeddings/oleObject16.bin"/><Relationship Id="rId133" Type="http://schemas.openxmlformats.org/officeDocument/2006/relationships/oleObject" Target="../embeddings/oleObject27.bin"/><Relationship Id="rId16" Type="http://schemas.openxmlformats.org/officeDocument/2006/relationships/image" Target="../media/image10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4.wmf"/><Relationship Id="rId26" Type="http://schemas.openxmlformats.org/officeDocument/2006/relationships/oleObject" Target="../embeddings/oleObject100.bin"/><Relationship Id="rId3" Type="http://schemas.openxmlformats.org/officeDocument/2006/relationships/oleObject" Target="../embeddings/oleObject4.bin"/><Relationship Id="rId21" Type="http://schemas.openxmlformats.org/officeDocument/2006/relationships/oleObject" Target="../embeddings/oleObject95.bin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7.bin"/><Relationship Id="rId25" Type="http://schemas.openxmlformats.org/officeDocument/2006/relationships/oleObject" Target="../embeddings/oleObject99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3.wmf"/><Relationship Id="rId20" Type="http://schemas.openxmlformats.org/officeDocument/2006/relationships/image" Target="../media/image57.wmf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6.bin"/><Relationship Id="rId11" Type="http://schemas.openxmlformats.org/officeDocument/2006/relationships/oleObject" Target="../embeddings/oleObject10.bin"/><Relationship Id="rId24" Type="http://schemas.openxmlformats.org/officeDocument/2006/relationships/oleObject" Target="../embeddings/oleObject9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6.bin"/><Relationship Id="rId23" Type="http://schemas.openxmlformats.org/officeDocument/2006/relationships/oleObject" Target="../embeddings/oleObject97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94.bin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oleObject" Target="../embeddings/oleObject96.bin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06.bin"/><Relationship Id="rId18" Type="http://schemas.openxmlformats.org/officeDocument/2006/relationships/oleObject" Target="../embeddings/oleObject110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21.bin"/><Relationship Id="rId21" Type="http://schemas.openxmlformats.org/officeDocument/2006/relationships/oleObject" Target="../embeddings/oleObject112.bin"/><Relationship Id="rId34" Type="http://schemas.openxmlformats.org/officeDocument/2006/relationships/image" Target="../media/image71.wmf"/><Relationship Id="rId7" Type="http://schemas.openxmlformats.org/officeDocument/2006/relationships/oleObject" Target="../embeddings/oleObject103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09.bin"/><Relationship Id="rId25" Type="http://schemas.openxmlformats.org/officeDocument/2006/relationships/oleObject" Target="../embeddings/oleObject114.bin"/><Relationship Id="rId33" Type="http://schemas.openxmlformats.org/officeDocument/2006/relationships/oleObject" Target="../embeddings/oleObject118.bin"/><Relationship Id="rId38" Type="http://schemas.openxmlformats.org/officeDocument/2006/relationships/image" Target="../media/image73.wmf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08.bin"/><Relationship Id="rId20" Type="http://schemas.openxmlformats.org/officeDocument/2006/relationships/image" Target="../media/image64.wmf"/><Relationship Id="rId29" Type="http://schemas.openxmlformats.org/officeDocument/2006/relationships/oleObject" Target="../embeddings/oleObject116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59.wmf"/><Relationship Id="rId11" Type="http://schemas.openxmlformats.org/officeDocument/2006/relationships/oleObject" Target="../embeddings/oleObject105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20.bin"/><Relationship Id="rId40" Type="http://schemas.openxmlformats.org/officeDocument/2006/relationships/image" Target="../media/image74.wmf"/><Relationship Id="rId5" Type="http://schemas.openxmlformats.org/officeDocument/2006/relationships/oleObject" Target="../embeddings/oleObject102.bin"/><Relationship Id="rId15" Type="http://schemas.openxmlformats.org/officeDocument/2006/relationships/oleObject" Target="../embeddings/oleObject107.bin"/><Relationship Id="rId23" Type="http://schemas.openxmlformats.org/officeDocument/2006/relationships/oleObject" Target="../embeddings/oleObject113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11.bin"/><Relationship Id="rId31" Type="http://schemas.openxmlformats.org/officeDocument/2006/relationships/oleObject" Target="../embeddings/oleObject117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04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15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19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01.bin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7.bin"/><Relationship Id="rId18" Type="http://schemas.openxmlformats.org/officeDocument/2006/relationships/oleObject" Target="../embeddings/oleObject131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42.bin"/><Relationship Id="rId21" Type="http://schemas.openxmlformats.org/officeDocument/2006/relationships/oleObject" Target="../embeddings/oleObject133.bin"/><Relationship Id="rId34" Type="http://schemas.openxmlformats.org/officeDocument/2006/relationships/image" Target="../media/image71.wmf"/><Relationship Id="rId42" Type="http://schemas.openxmlformats.org/officeDocument/2006/relationships/image" Target="../media/image75.wmf"/><Relationship Id="rId47" Type="http://schemas.openxmlformats.org/officeDocument/2006/relationships/image" Target="../media/image77.wmf"/><Relationship Id="rId7" Type="http://schemas.openxmlformats.org/officeDocument/2006/relationships/oleObject" Target="../embeddings/oleObject124.bin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29.bin"/><Relationship Id="rId29" Type="http://schemas.openxmlformats.org/officeDocument/2006/relationships/oleObject" Target="../embeddings/oleObject137.bin"/><Relationship Id="rId11" Type="http://schemas.openxmlformats.org/officeDocument/2006/relationships/oleObject" Target="../embeddings/oleObject126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41.bin"/><Relationship Id="rId40" Type="http://schemas.openxmlformats.org/officeDocument/2006/relationships/image" Target="../media/image74.wmf"/><Relationship Id="rId45" Type="http://schemas.openxmlformats.org/officeDocument/2006/relationships/image" Target="../media/image76.wmf"/><Relationship Id="rId5" Type="http://schemas.openxmlformats.org/officeDocument/2006/relationships/oleObject" Target="../embeddings/oleObject123.bin"/><Relationship Id="rId15" Type="http://schemas.openxmlformats.org/officeDocument/2006/relationships/oleObject" Target="../embeddings/oleObject128.bin"/><Relationship Id="rId23" Type="http://schemas.openxmlformats.org/officeDocument/2006/relationships/oleObject" Target="../embeddings/oleObject134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49" Type="http://schemas.openxmlformats.org/officeDocument/2006/relationships/image" Target="../media/image78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32.bin"/><Relationship Id="rId31" Type="http://schemas.openxmlformats.org/officeDocument/2006/relationships/oleObject" Target="../embeddings/oleObject138.bin"/><Relationship Id="rId44" Type="http://schemas.openxmlformats.org/officeDocument/2006/relationships/oleObject" Target="../embeddings/oleObject145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25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36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40.bin"/><Relationship Id="rId43" Type="http://schemas.openxmlformats.org/officeDocument/2006/relationships/oleObject" Target="../embeddings/oleObject144.bin"/><Relationship Id="rId48" Type="http://schemas.openxmlformats.org/officeDocument/2006/relationships/oleObject" Target="../embeddings/oleObject147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22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30.bin"/><Relationship Id="rId25" Type="http://schemas.openxmlformats.org/officeDocument/2006/relationships/oleObject" Target="../embeddings/oleObject135.bin"/><Relationship Id="rId33" Type="http://schemas.openxmlformats.org/officeDocument/2006/relationships/oleObject" Target="../embeddings/oleObject139.bin"/><Relationship Id="rId38" Type="http://schemas.openxmlformats.org/officeDocument/2006/relationships/image" Target="../media/image73.wmf"/><Relationship Id="rId46" Type="http://schemas.openxmlformats.org/officeDocument/2006/relationships/oleObject" Target="../embeddings/oleObject146.bin"/><Relationship Id="rId20" Type="http://schemas.openxmlformats.org/officeDocument/2006/relationships/image" Target="../media/image64.wmf"/><Relationship Id="rId41" Type="http://schemas.openxmlformats.org/officeDocument/2006/relationships/oleObject" Target="../embeddings/oleObject143.bin"/><Relationship Id="rId1" Type="http://schemas.openxmlformats.org/officeDocument/2006/relationships/vmlDrawing" Target="../drawings/vmlDrawing9.vml"/><Relationship Id="rId6" Type="http://schemas.openxmlformats.org/officeDocument/2006/relationships/image" Target="../media/image59.w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wmf"/><Relationship Id="rId13" Type="http://schemas.openxmlformats.org/officeDocument/2006/relationships/oleObject" Target="../embeddings/oleObject153.bin"/><Relationship Id="rId18" Type="http://schemas.openxmlformats.org/officeDocument/2006/relationships/image" Target="../media/image86.wmf"/><Relationship Id="rId26" Type="http://schemas.openxmlformats.org/officeDocument/2006/relationships/image" Target="../media/image90.wmf"/><Relationship Id="rId3" Type="http://schemas.openxmlformats.org/officeDocument/2006/relationships/oleObject" Target="../embeddings/oleObject148.bin"/><Relationship Id="rId21" Type="http://schemas.openxmlformats.org/officeDocument/2006/relationships/oleObject" Target="../embeddings/oleObject157.bin"/><Relationship Id="rId7" Type="http://schemas.openxmlformats.org/officeDocument/2006/relationships/oleObject" Target="../embeddings/oleObject150.bin"/><Relationship Id="rId12" Type="http://schemas.openxmlformats.org/officeDocument/2006/relationships/image" Target="../media/image83.wmf"/><Relationship Id="rId17" Type="http://schemas.openxmlformats.org/officeDocument/2006/relationships/oleObject" Target="../embeddings/oleObject155.bin"/><Relationship Id="rId25" Type="http://schemas.openxmlformats.org/officeDocument/2006/relationships/oleObject" Target="../embeddings/oleObject159.bin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85.wmf"/><Relationship Id="rId20" Type="http://schemas.openxmlformats.org/officeDocument/2006/relationships/image" Target="../media/image87.wmf"/><Relationship Id="rId29" Type="http://schemas.openxmlformats.org/officeDocument/2006/relationships/oleObject" Target="../embeddings/oleObject161.bin"/><Relationship Id="rId1" Type="http://schemas.openxmlformats.org/officeDocument/2006/relationships/vmlDrawing" Target="../drawings/vmlDrawing10.vml"/><Relationship Id="rId6" Type="http://schemas.openxmlformats.org/officeDocument/2006/relationships/image" Target="../media/image80.wmf"/><Relationship Id="rId11" Type="http://schemas.openxmlformats.org/officeDocument/2006/relationships/oleObject" Target="../embeddings/oleObject152.bin"/><Relationship Id="rId24" Type="http://schemas.openxmlformats.org/officeDocument/2006/relationships/image" Target="../media/image89.wmf"/><Relationship Id="rId32" Type="http://schemas.openxmlformats.org/officeDocument/2006/relationships/image" Target="../media/image93.wmf"/><Relationship Id="rId5" Type="http://schemas.openxmlformats.org/officeDocument/2006/relationships/oleObject" Target="../embeddings/oleObject149.bin"/><Relationship Id="rId15" Type="http://schemas.openxmlformats.org/officeDocument/2006/relationships/oleObject" Target="../embeddings/oleObject154.bin"/><Relationship Id="rId23" Type="http://schemas.openxmlformats.org/officeDocument/2006/relationships/oleObject" Target="../embeddings/oleObject158.bin"/><Relationship Id="rId28" Type="http://schemas.openxmlformats.org/officeDocument/2006/relationships/image" Target="../media/image91.wmf"/><Relationship Id="rId10" Type="http://schemas.openxmlformats.org/officeDocument/2006/relationships/image" Target="../media/image82.wmf"/><Relationship Id="rId19" Type="http://schemas.openxmlformats.org/officeDocument/2006/relationships/oleObject" Target="../embeddings/oleObject156.bin"/><Relationship Id="rId31" Type="http://schemas.openxmlformats.org/officeDocument/2006/relationships/oleObject" Target="../embeddings/oleObject162.bin"/><Relationship Id="rId4" Type="http://schemas.openxmlformats.org/officeDocument/2006/relationships/image" Target="../media/image79.wmf"/><Relationship Id="rId9" Type="http://schemas.openxmlformats.org/officeDocument/2006/relationships/oleObject" Target="../embeddings/oleObject151.bin"/><Relationship Id="rId14" Type="http://schemas.openxmlformats.org/officeDocument/2006/relationships/image" Target="../media/image84.wmf"/><Relationship Id="rId22" Type="http://schemas.openxmlformats.org/officeDocument/2006/relationships/image" Target="../media/image88.wmf"/><Relationship Id="rId27" Type="http://schemas.openxmlformats.org/officeDocument/2006/relationships/oleObject" Target="../embeddings/oleObject160.bin"/><Relationship Id="rId30" Type="http://schemas.openxmlformats.org/officeDocument/2006/relationships/image" Target="../media/image92.w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94.w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wmf"/><Relationship Id="rId3" Type="http://schemas.openxmlformats.org/officeDocument/2006/relationships/oleObject" Target="../embeddings/oleObject164.bin"/><Relationship Id="rId7" Type="http://schemas.openxmlformats.org/officeDocument/2006/relationships/oleObject" Target="../embeddings/oleObject166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96.wmf"/><Relationship Id="rId5" Type="http://schemas.openxmlformats.org/officeDocument/2006/relationships/oleObject" Target="../embeddings/oleObject165.bin"/><Relationship Id="rId10" Type="http://schemas.openxmlformats.org/officeDocument/2006/relationships/image" Target="../media/image98.wmf"/><Relationship Id="rId4" Type="http://schemas.openxmlformats.org/officeDocument/2006/relationships/image" Target="../media/image95.wmf"/><Relationship Id="rId9" Type="http://schemas.openxmlformats.org/officeDocument/2006/relationships/oleObject" Target="../embeddings/oleObject167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8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3.vml"/><Relationship Id="rId4" Type="http://schemas.openxmlformats.org/officeDocument/2006/relationships/image" Target="../media/image99.wmf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9.bin"/><Relationship Id="rId7" Type="http://schemas.openxmlformats.org/officeDocument/2006/relationships/oleObject" Target="../embeddings/oleObject172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4.vml"/><Relationship Id="rId6" Type="http://schemas.openxmlformats.org/officeDocument/2006/relationships/oleObject" Target="../embeddings/oleObject171.bin"/><Relationship Id="rId5" Type="http://schemas.openxmlformats.org/officeDocument/2006/relationships/oleObject" Target="../embeddings/oleObject170.bin"/><Relationship Id="rId4" Type="http://schemas.openxmlformats.org/officeDocument/2006/relationships/image" Target="../media/image100.w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6.bin"/><Relationship Id="rId3" Type="http://schemas.openxmlformats.org/officeDocument/2006/relationships/oleObject" Target="../embeddings/oleObject173.bin"/><Relationship Id="rId7" Type="http://schemas.openxmlformats.org/officeDocument/2006/relationships/oleObject" Target="../embeddings/oleObject175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101.wmf"/><Relationship Id="rId11" Type="http://schemas.openxmlformats.org/officeDocument/2006/relationships/image" Target="../media/image102.wmf"/><Relationship Id="rId5" Type="http://schemas.openxmlformats.org/officeDocument/2006/relationships/oleObject" Target="../embeddings/oleObject174.bin"/><Relationship Id="rId10" Type="http://schemas.openxmlformats.org/officeDocument/2006/relationships/oleObject" Target="../embeddings/oleObject178.bin"/><Relationship Id="rId4" Type="http://schemas.openxmlformats.org/officeDocument/2006/relationships/image" Target="../media/image100.wmf"/><Relationship Id="rId9" Type="http://schemas.openxmlformats.org/officeDocument/2006/relationships/oleObject" Target="../embeddings/oleObject177.bin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2.bin"/><Relationship Id="rId3" Type="http://schemas.openxmlformats.org/officeDocument/2006/relationships/oleObject" Target="../embeddings/oleObject179.bin"/><Relationship Id="rId7" Type="http://schemas.openxmlformats.org/officeDocument/2006/relationships/oleObject" Target="../embeddings/oleObject181.bin"/><Relationship Id="rId12" Type="http://schemas.openxmlformats.org/officeDocument/2006/relationships/oleObject" Target="../embeddings/oleObject185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101.wmf"/><Relationship Id="rId11" Type="http://schemas.openxmlformats.org/officeDocument/2006/relationships/image" Target="../media/image102.wmf"/><Relationship Id="rId5" Type="http://schemas.openxmlformats.org/officeDocument/2006/relationships/oleObject" Target="../embeddings/oleObject180.bin"/><Relationship Id="rId10" Type="http://schemas.openxmlformats.org/officeDocument/2006/relationships/oleObject" Target="../embeddings/oleObject184.bin"/><Relationship Id="rId4" Type="http://schemas.openxmlformats.org/officeDocument/2006/relationships/image" Target="../media/image100.wmf"/><Relationship Id="rId9" Type="http://schemas.openxmlformats.org/officeDocument/2006/relationships/oleObject" Target="../embeddings/oleObject183.bin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6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7.vml"/><Relationship Id="rId6" Type="http://schemas.openxmlformats.org/officeDocument/2006/relationships/image" Target="../media/image104.wmf"/><Relationship Id="rId5" Type="http://schemas.openxmlformats.org/officeDocument/2006/relationships/oleObject" Target="../embeddings/oleObject187.bin"/><Relationship Id="rId4" Type="http://schemas.openxmlformats.org/officeDocument/2006/relationships/image" Target="../media/image103.w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3.bin"/><Relationship Id="rId7" Type="http://schemas.openxmlformats.org/officeDocument/2006/relationships/oleObject" Target="../embeddings/oleObject189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105.wmf"/><Relationship Id="rId5" Type="http://schemas.openxmlformats.org/officeDocument/2006/relationships/oleObject" Target="../embeddings/oleObject188.bin"/><Relationship Id="rId4" Type="http://schemas.openxmlformats.org/officeDocument/2006/relationships/image" Target="../media/image100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399251"/>
            <a:ext cx="360707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</a:t>
            </a:r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适应的量化分布式训练</a:t>
            </a:r>
            <a:endParaRPr lang="en-US" altLang="zh-CN" b="1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算法设计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基于带宽矩阵的自适应策略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差分压缩与压缩误差补偿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47161" y="1394205"/>
            <a:ext cx="304602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面向一般拓扑的分布式训练时间预测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3537598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15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439828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16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1770090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17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6" name="左大括号 45"/>
          <p:cNvSpPr/>
          <p:nvPr/>
        </p:nvSpPr>
        <p:spPr>
          <a:xfrm rot="5400000">
            <a:off x="3880317" y="-225382"/>
            <a:ext cx="158628" cy="2623360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左大括号 48"/>
          <p:cNvSpPr/>
          <p:nvPr/>
        </p:nvSpPr>
        <p:spPr>
          <a:xfrm rot="5400000">
            <a:off x="7092610" y="-811751"/>
            <a:ext cx="163413" cy="380601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3456929" y="56449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68408" y="569775"/>
            <a:ext cx="10118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流程图: 接点 12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942045" y="164994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1" name="流程图: 接点 130">
            <a:extLst>
              <a:ext uri="{FF2B5EF4-FFF2-40B4-BE49-F238E27FC236}">
                <a16:creationId xmlns:a16="http://schemas.microsoft.com/office/drawing/2014/main" id="{8DEB77C2-D546-43C6-88EC-AF1A35DA88C4}"/>
              </a:ext>
            </a:extLst>
          </p:cNvPr>
          <p:cNvSpPr>
            <a:spLocks noChangeAspect="1"/>
          </p:cNvSpPr>
          <p:nvPr/>
        </p:nvSpPr>
        <p:spPr>
          <a:xfrm>
            <a:off x="933377" y="239165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2" name="流程图: 接点 131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942973" y="368259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398C65-E963-4AA0-93CA-C26DC48F127F}"/>
              </a:ext>
            </a:extLst>
          </p:cNvPr>
          <p:cNvCxnSpPr>
            <a:cxnSpLocks noChangeAspect="1"/>
            <a:stCxn id="130" idx="6"/>
            <a:endCxn id="155" idx="2"/>
          </p:cNvCxnSpPr>
          <p:nvPr/>
        </p:nvCxnSpPr>
        <p:spPr>
          <a:xfrm flipV="1">
            <a:off x="1395354" y="1470378"/>
            <a:ext cx="650809" cy="397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66D0C31E-5632-4327-A5F9-D33761E33F34}"/>
              </a:ext>
            </a:extLst>
          </p:cNvPr>
          <p:cNvCxnSpPr>
            <a:cxnSpLocks noChangeAspect="1"/>
            <a:stCxn id="130" idx="6"/>
            <a:endCxn id="156" idx="2"/>
          </p:cNvCxnSpPr>
          <p:nvPr/>
        </p:nvCxnSpPr>
        <p:spPr>
          <a:xfrm>
            <a:off x="1395354" y="1868086"/>
            <a:ext cx="649025" cy="465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A5BAE97-C76B-4C81-814E-7A99053DD7EC}"/>
              </a:ext>
            </a:extLst>
          </p:cNvPr>
          <p:cNvCxnSpPr>
            <a:cxnSpLocks noChangeAspect="1"/>
            <a:stCxn id="130" idx="6"/>
            <a:endCxn id="157" idx="2"/>
          </p:cNvCxnSpPr>
          <p:nvPr/>
        </p:nvCxnSpPr>
        <p:spPr>
          <a:xfrm>
            <a:off x="1395354" y="1868086"/>
            <a:ext cx="654853" cy="27359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F8B43C25-D672-41E6-BF93-C82733E93879}"/>
              </a:ext>
            </a:extLst>
          </p:cNvPr>
          <p:cNvCxnSpPr>
            <a:cxnSpLocks noChangeAspect="1"/>
            <a:stCxn id="131" idx="6"/>
            <a:endCxn id="155" idx="2"/>
          </p:cNvCxnSpPr>
          <p:nvPr/>
        </p:nvCxnSpPr>
        <p:spPr>
          <a:xfrm flipV="1">
            <a:off x="1386686" y="1470378"/>
            <a:ext cx="659477" cy="1139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C91671CB-C962-4122-A3A4-9DD69CCD09C4}"/>
              </a:ext>
            </a:extLst>
          </p:cNvPr>
          <p:cNvCxnSpPr>
            <a:cxnSpLocks noChangeAspect="1"/>
            <a:stCxn id="131" idx="6"/>
            <a:endCxn id="156" idx="2"/>
          </p:cNvCxnSpPr>
          <p:nvPr/>
        </p:nvCxnSpPr>
        <p:spPr>
          <a:xfrm flipV="1">
            <a:off x="1386686" y="2333379"/>
            <a:ext cx="657693" cy="276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896A9EDC-35B4-43B8-8DB4-D32E7BCA1553}"/>
              </a:ext>
            </a:extLst>
          </p:cNvPr>
          <p:cNvCxnSpPr>
            <a:cxnSpLocks noChangeAspect="1"/>
            <a:stCxn id="131" idx="6"/>
            <a:endCxn id="157" idx="2"/>
          </p:cNvCxnSpPr>
          <p:nvPr/>
        </p:nvCxnSpPr>
        <p:spPr>
          <a:xfrm>
            <a:off x="1386686" y="2609795"/>
            <a:ext cx="663521" cy="19942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BBA871-AD53-4474-980B-2C5666A9503F}"/>
              </a:ext>
            </a:extLst>
          </p:cNvPr>
          <p:cNvCxnSpPr>
            <a:cxnSpLocks noChangeAspect="1"/>
            <a:stCxn id="132" idx="6"/>
            <a:endCxn id="155" idx="2"/>
          </p:cNvCxnSpPr>
          <p:nvPr/>
        </p:nvCxnSpPr>
        <p:spPr>
          <a:xfrm flipV="1">
            <a:off x="1396282" y="1470378"/>
            <a:ext cx="649881" cy="2430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EADC02C-C062-49B1-8151-00B88C356BCF}"/>
              </a:ext>
            </a:extLst>
          </p:cNvPr>
          <p:cNvCxnSpPr>
            <a:cxnSpLocks noChangeAspect="1"/>
            <a:stCxn id="132" idx="6"/>
            <a:endCxn id="156" idx="2"/>
          </p:cNvCxnSpPr>
          <p:nvPr/>
        </p:nvCxnSpPr>
        <p:spPr>
          <a:xfrm flipV="1">
            <a:off x="1396282" y="2333379"/>
            <a:ext cx="648097" cy="15673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57" idx="2"/>
          </p:cNvCxnSpPr>
          <p:nvPr/>
        </p:nvCxnSpPr>
        <p:spPr>
          <a:xfrm>
            <a:off x="1396282" y="3900728"/>
            <a:ext cx="653925" cy="703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D98D79E2-78C1-4685-8D64-4AE303628E9A}"/>
              </a:ext>
            </a:extLst>
          </p:cNvPr>
          <p:cNvCxnSpPr>
            <a:cxnSpLocks noChangeAspect="1"/>
            <a:stCxn id="159" idx="2"/>
            <a:endCxn id="192" idx="6"/>
          </p:cNvCxnSpPr>
          <p:nvPr/>
        </p:nvCxnSpPr>
        <p:spPr>
          <a:xfrm flipH="1" flipV="1">
            <a:off x="7289719" y="939607"/>
            <a:ext cx="973404" cy="203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7" idx="6"/>
          </p:cNvCxnSpPr>
          <p:nvPr/>
        </p:nvCxnSpPr>
        <p:spPr>
          <a:xfrm flipH="1" flipV="1">
            <a:off x="7287871" y="1641056"/>
            <a:ext cx="975252" cy="13369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1" idx="6"/>
          </p:cNvCxnSpPr>
          <p:nvPr/>
        </p:nvCxnSpPr>
        <p:spPr>
          <a:xfrm flipH="1" flipV="1">
            <a:off x="7289720" y="239902"/>
            <a:ext cx="973403" cy="27381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4" name="文本框 153"/>
          <p:cNvSpPr txBox="1">
            <a:spLocks noChangeAspect="1"/>
          </p:cNvSpPr>
          <p:nvPr/>
        </p:nvSpPr>
        <p:spPr>
          <a:xfrm>
            <a:off x="693176" y="2959814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6163" y="125224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4379" y="211524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50207" y="438593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8263123" y="275986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9" name="流程图: 接点 168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2048573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0" name="文本框 169"/>
          <p:cNvSpPr txBox="1">
            <a:spLocks noChangeAspect="1"/>
          </p:cNvSpPr>
          <p:nvPr/>
        </p:nvSpPr>
        <p:spPr>
          <a:xfrm>
            <a:off x="1798610" y="2710735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0" idx="6"/>
            <a:endCxn id="169" idx="2"/>
          </p:cNvCxnSpPr>
          <p:nvPr/>
        </p:nvCxnSpPr>
        <p:spPr>
          <a:xfrm>
            <a:off x="1395354" y="1868086"/>
            <a:ext cx="653219" cy="181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1" idx="6"/>
            <a:endCxn id="169" idx="2"/>
          </p:cNvCxnSpPr>
          <p:nvPr/>
        </p:nvCxnSpPr>
        <p:spPr>
          <a:xfrm>
            <a:off x="1386686" y="2609795"/>
            <a:ext cx="661887" cy="10773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69" idx="2"/>
          </p:cNvCxnSpPr>
          <p:nvPr/>
        </p:nvCxnSpPr>
        <p:spPr>
          <a:xfrm flipV="1">
            <a:off x="1396282" y="3687169"/>
            <a:ext cx="652291" cy="2135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80573" y="4291925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输入层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4" name="流程图: 接点 173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8170" y="57534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5" name="流程图: 接点 17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4043" y="134508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6" name="流程图: 接点 17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5590" y="502581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7" name="流程图: 接点 176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3182212" y="425182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8" name="文本框 177"/>
          <p:cNvSpPr txBox="1">
            <a:spLocks noChangeAspect="1"/>
          </p:cNvSpPr>
          <p:nvPr/>
        </p:nvSpPr>
        <p:spPr>
          <a:xfrm>
            <a:off x="2935134" y="2695999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79" name="流程图: 接点 17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9784" y="21147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0" name="流程图: 接点 17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1615" y="347629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1" name="流程图: 接点 18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5885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2" name="流程图: 接点 18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8123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3" name="流程图: 接点 18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6" y="55705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4" name="流程图: 接点 183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4945349" y="48731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5" name="文本框 184"/>
          <p:cNvSpPr txBox="1">
            <a:spLocks noChangeAspect="1"/>
          </p:cNvSpPr>
          <p:nvPr/>
        </p:nvSpPr>
        <p:spPr>
          <a:xfrm>
            <a:off x="4689726" y="2716598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86" name="流程图: 接点 18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4" y="141382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7" name="流程图: 接点 18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52488" y="417568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8" name="流程图: 接点 18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5" y="211124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9" name="流程图: 接点 18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7" y="3479763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1" name="流程图: 接点 19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1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2" name="流程图: 接点 19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0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3" name="流程图: 接点 19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51401" y="556552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5" name="流程图: 接点 194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6845335" y="487293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6" name="文本框 195"/>
          <p:cNvSpPr txBox="1">
            <a:spLocks noChangeAspect="1"/>
          </p:cNvSpPr>
          <p:nvPr/>
        </p:nvSpPr>
        <p:spPr>
          <a:xfrm>
            <a:off x="6576448" y="2718430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97" name="流程图: 接点 19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4562" y="142291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8" name="流程图: 接点 19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9704" y="417551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9" name="流程图: 接点 19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211297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200" name="流程图: 接点 19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9" idx="6"/>
          </p:cNvCxnSpPr>
          <p:nvPr/>
        </p:nvCxnSpPr>
        <p:spPr>
          <a:xfrm flipH="1" flipV="1">
            <a:off x="7286947" y="2331114"/>
            <a:ext cx="976176" cy="6468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200" idx="6"/>
          </p:cNvCxnSpPr>
          <p:nvPr/>
        </p:nvCxnSpPr>
        <p:spPr>
          <a:xfrm flipH="1">
            <a:off x="7286947" y="2978003"/>
            <a:ext cx="976176" cy="709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8" idx="6"/>
          </p:cNvCxnSpPr>
          <p:nvPr/>
        </p:nvCxnSpPr>
        <p:spPr>
          <a:xfrm flipH="1">
            <a:off x="7293013" y="2978003"/>
            <a:ext cx="970110" cy="14156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5" idx="6"/>
          </p:cNvCxnSpPr>
          <p:nvPr/>
        </p:nvCxnSpPr>
        <p:spPr>
          <a:xfrm flipH="1">
            <a:off x="7298644" y="2978003"/>
            <a:ext cx="964479" cy="21130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3" idx="6"/>
          </p:cNvCxnSpPr>
          <p:nvPr/>
        </p:nvCxnSpPr>
        <p:spPr>
          <a:xfrm flipH="1">
            <a:off x="7304710" y="2978003"/>
            <a:ext cx="958413" cy="28056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5" idx="6"/>
          </p:cNvCxnSpPr>
          <p:nvPr/>
        </p:nvCxnSpPr>
        <p:spPr>
          <a:xfrm flipH="1">
            <a:off x="2499472" y="793483"/>
            <a:ext cx="688698" cy="67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5" idx="6"/>
          </p:cNvCxnSpPr>
          <p:nvPr/>
        </p:nvCxnSpPr>
        <p:spPr>
          <a:xfrm flipH="1" flipV="1">
            <a:off x="2499472" y="1470378"/>
            <a:ext cx="684571" cy="928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5" idx="6"/>
          </p:cNvCxnSpPr>
          <p:nvPr/>
        </p:nvCxnSpPr>
        <p:spPr>
          <a:xfrm flipH="1" flipV="1">
            <a:off x="2499472" y="1470378"/>
            <a:ext cx="680312" cy="8624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5" idx="6"/>
          </p:cNvCxnSpPr>
          <p:nvPr/>
        </p:nvCxnSpPr>
        <p:spPr>
          <a:xfrm flipH="1" flipV="1">
            <a:off x="2499472" y="1470378"/>
            <a:ext cx="682143" cy="22240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5" idx="6"/>
          </p:cNvCxnSpPr>
          <p:nvPr/>
        </p:nvCxnSpPr>
        <p:spPr>
          <a:xfrm flipH="1" flipV="1">
            <a:off x="2499472" y="1470378"/>
            <a:ext cx="682740" cy="29995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5" idx="6"/>
          </p:cNvCxnSpPr>
          <p:nvPr/>
        </p:nvCxnSpPr>
        <p:spPr>
          <a:xfrm flipH="1" flipV="1">
            <a:off x="2499472" y="1470378"/>
            <a:ext cx="676118" cy="37735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6" idx="6"/>
          </p:cNvCxnSpPr>
          <p:nvPr/>
        </p:nvCxnSpPr>
        <p:spPr>
          <a:xfrm flipH="1">
            <a:off x="2497688" y="793483"/>
            <a:ext cx="690482" cy="153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6" idx="6"/>
          </p:cNvCxnSpPr>
          <p:nvPr/>
        </p:nvCxnSpPr>
        <p:spPr>
          <a:xfrm flipH="1">
            <a:off x="2497688" y="1563221"/>
            <a:ext cx="686355" cy="7701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6" idx="6"/>
          </p:cNvCxnSpPr>
          <p:nvPr/>
        </p:nvCxnSpPr>
        <p:spPr>
          <a:xfrm flipH="1">
            <a:off x="2497688" y="2332847"/>
            <a:ext cx="682096" cy="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6" idx="6"/>
          </p:cNvCxnSpPr>
          <p:nvPr/>
        </p:nvCxnSpPr>
        <p:spPr>
          <a:xfrm flipH="1" flipV="1">
            <a:off x="2497688" y="2333379"/>
            <a:ext cx="683927" cy="1361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6" idx="6"/>
          </p:cNvCxnSpPr>
          <p:nvPr/>
        </p:nvCxnSpPr>
        <p:spPr>
          <a:xfrm flipH="1" flipV="1">
            <a:off x="2497688" y="2333379"/>
            <a:ext cx="684524" cy="2136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6" idx="6"/>
          </p:cNvCxnSpPr>
          <p:nvPr/>
        </p:nvCxnSpPr>
        <p:spPr>
          <a:xfrm flipH="1" flipV="1">
            <a:off x="2497688" y="2333379"/>
            <a:ext cx="677902" cy="29105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69" idx="6"/>
          </p:cNvCxnSpPr>
          <p:nvPr/>
        </p:nvCxnSpPr>
        <p:spPr>
          <a:xfrm flipH="1">
            <a:off x="2501882" y="793483"/>
            <a:ext cx="686288" cy="28936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69" idx="6"/>
          </p:cNvCxnSpPr>
          <p:nvPr/>
        </p:nvCxnSpPr>
        <p:spPr>
          <a:xfrm flipH="1">
            <a:off x="2501882" y="1563221"/>
            <a:ext cx="682161" cy="21239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69" idx="6"/>
          </p:cNvCxnSpPr>
          <p:nvPr/>
        </p:nvCxnSpPr>
        <p:spPr>
          <a:xfrm flipH="1">
            <a:off x="2501882" y="2332847"/>
            <a:ext cx="677902" cy="1354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7" idx="6"/>
          </p:cNvCxnSpPr>
          <p:nvPr/>
        </p:nvCxnSpPr>
        <p:spPr>
          <a:xfrm flipH="1">
            <a:off x="2503516" y="793483"/>
            <a:ext cx="684654" cy="38105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7" idx="6"/>
          </p:cNvCxnSpPr>
          <p:nvPr/>
        </p:nvCxnSpPr>
        <p:spPr>
          <a:xfrm flipH="1">
            <a:off x="2503516" y="1563221"/>
            <a:ext cx="680527" cy="30408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7" idx="6"/>
          </p:cNvCxnSpPr>
          <p:nvPr/>
        </p:nvCxnSpPr>
        <p:spPr>
          <a:xfrm flipH="1">
            <a:off x="2503516" y="2332847"/>
            <a:ext cx="676268" cy="22712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80" idx="2"/>
          </p:cNvCxnSpPr>
          <p:nvPr/>
        </p:nvCxnSpPr>
        <p:spPr>
          <a:xfrm flipV="1">
            <a:off x="2503516" y="3694434"/>
            <a:ext cx="678099" cy="9096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7" idx="2"/>
          </p:cNvCxnSpPr>
          <p:nvPr/>
        </p:nvCxnSpPr>
        <p:spPr>
          <a:xfrm flipV="1">
            <a:off x="2503516" y="4469964"/>
            <a:ext cx="678696" cy="1341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6" idx="2"/>
          </p:cNvCxnSpPr>
          <p:nvPr/>
        </p:nvCxnSpPr>
        <p:spPr>
          <a:xfrm>
            <a:off x="2503516" y="4604073"/>
            <a:ext cx="672074" cy="6398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80" idx="2"/>
          </p:cNvCxnSpPr>
          <p:nvPr/>
        </p:nvCxnSpPr>
        <p:spPr>
          <a:xfrm>
            <a:off x="2501882" y="3687169"/>
            <a:ext cx="679733" cy="72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7" idx="2"/>
          </p:cNvCxnSpPr>
          <p:nvPr/>
        </p:nvCxnSpPr>
        <p:spPr>
          <a:xfrm>
            <a:off x="2501882" y="3687169"/>
            <a:ext cx="680330" cy="7827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6" idx="2"/>
          </p:cNvCxnSpPr>
          <p:nvPr/>
        </p:nvCxnSpPr>
        <p:spPr>
          <a:xfrm>
            <a:off x="2501882" y="3687169"/>
            <a:ext cx="673708" cy="155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1" idx="2"/>
          </p:cNvCxnSpPr>
          <p:nvPr/>
        </p:nvCxnSpPr>
        <p:spPr>
          <a:xfrm flipV="1">
            <a:off x="3641479" y="239902"/>
            <a:ext cx="1304406" cy="5535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2" idx="2"/>
          </p:cNvCxnSpPr>
          <p:nvPr/>
        </p:nvCxnSpPr>
        <p:spPr>
          <a:xfrm>
            <a:off x="3641479" y="793483"/>
            <a:ext cx="1306644" cy="1461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6" idx="2"/>
          </p:cNvCxnSpPr>
          <p:nvPr/>
        </p:nvCxnSpPr>
        <p:spPr>
          <a:xfrm>
            <a:off x="3641479" y="793483"/>
            <a:ext cx="1304795" cy="838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8" idx="2"/>
          </p:cNvCxnSpPr>
          <p:nvPr/>
        </p:nvCxnSpPr>
        <p:spPr>
          <a:xfrm>
            <a:off x="3641479" y="793483"/>
            <a:ext cx="1304796" cy="15358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9" idx="2"/>
          </p:cNvCxnSpPr>
          <p:nvPr/>
        </p:nvCxnSpPr>
        <p:spPr>
          <a:xfrm>
            <a:off x="3641479" y="793483"/>
            <a:ext cx="1290088" cy="2904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7" idx="2"/>
          </p:cNvCxnSpPr>
          <p:nvPr/>
        </p:nvCxnSpPr>
        <p:spPr>
          <a:xfrm>
            <a:off x="3641479" y="793483"/>
            <a:ext cx="1311009" cy="36003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4" idx="2"/>
          </p:cNvCxnSpPr>
          <p:nvPr/>
        </p:nvCxnSpPr>
        <p:spPr>
          <a:xfrm>
            <a:off x="3641479" y="793483"/>
            <a:ext cx="1303870" cy="42977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3" idx="2"/>
          </p:cNvCxnSpPr>
          <p:nvPr/>
        </p:nvCxnSpPr>
        <p:spPr>
          <a:xfrm>
            <a:off x="3641479" y="793483"/>
            <a:ext cx="1290087" cy="4995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1" idx="2"/>
          </p:cNvCxnSpPr>
          <p:nvPr/>
        </p:nvCxnSpPr>
        <p:spPr>
          <a:xfrm flipV="1">
            <a:off x="3637352" y="239902"/>
            <a:ext cx="1308533" cy="13233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2" idx="2"/>
          </p:cNvCxnSpPr>
          <p:nvPr/>
        </p:nvCxnSpPr>
        <p:spPr>
          <a:xfrm flipV="1">
            <a:off x="3637352" y="939607"/>
            <a:ext cx="1310771" cy="623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6" idx="2"/>
          </p:cNvCxnSpPr>
          <p:nvPr/>
        </p:nvCxnSpPr>
        <p:spPr>
          <a:xfrm>
            <a:off x="3637352" y="1563221"/>
            <a:ext cx="1308922" cy="687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8" idx="2"/>
          </p:cNvCxnSpPr>
          <p:nvPr/>
        </p:nvCxnSpPr>
        <p:spPr>
          <a:xfrm>
            <a:off x="3637352" y="1563221"/>
            <a:ext cx="1308923" cy="7661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9" idx="2"/>
          </p:cNvCxnSpPr>
          <p:nvPr/>
        </p:nvCxnSpPr>
        <p:spPr>
          <a:xfrm>
            <a:off x="3637352" y="1563221"/>
            <a:ext cx="1294215" cy="21346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4" idx="2"/>
          </p:cNvCxnSpPr>
          <p:nvPr/>
        </p:nvCxnSpPr>
        <p:spPr>
          <a:xfrm>
            <a:off x="3637352" y="1563221"/>
            <a:ext cx="1307997" cy="35280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3" idx="2"/>
          </p:cNvCxnSpPr>
          <p:nvPr/>
        </p:nvCxnSpPr>
        <p:spPr>
          <a:xfrm>
            <a:off x="3637352" y="1563221"/>
            <a:ext cx="1294214" cy="42254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1" idx="2"/>
          </p:cNvCxnSpPr>
          <p:nvPr/>
        </p:nvCxnSpPr>
        <p:spPr>
          <a:xfrm flipV="1">
            <a:off x="3633093" y="239902"/>
            <a:ext cx="1312792" cy="2092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2" idx="2"/>
          </p:cNvCxnSpPr>
          <p:nvPr/>
        </p:nvCxnSpPr>
        <p:spPr>
          <a:xfrm flipV="1">
            <a:off x="3633093" y="939607"/>
            <a:ext cx="1315030" cy="1393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6" idx="2"/>
          </p:cNvCxnSpPr>
          <p:nvPr/>
        </p:nvCxnSpPr>
        <p:spPr>
          <a:xfrm flipV="1">
            <a:off x="3633093" y="1631959"/>
            <a:ext cx="1313181" cy="7008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8" idx="2"/>
          </p:cNvCxnSpPr>
          <p:nvPr/>
        </p:nvCxnSpPr>
        <p:spPr>
          <a:xfrm flipV="1">
            <a:off x="3633093" y="2329381"/>
            <a:ext cx="1313182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9" idx="2"/>
          </p:cNvCxnSpPr>
          <p:nvPr/>
        </p:nvCxnSpPr>
        <p:spPr>
          <a:xfrm>
            <a:off x="3633093" y="2332847"/>
            <a:ext cx="1298474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7" idx="2"/>
          </p:cNvCxnSpPr>
          <p:nvPr/>
        </p:nvCxnSpPr>
        <p:spPr>
          <a:xfrm>
            <a:off x="3633093" y="2332847"/>
            <a:ext cx="1319395" cy="20609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4" idx="2"/>
          </p:cNvCxnSpPr>
          <p:nvPr/>
        </p:nvCxnSpPr>
        <p:spPr>
          <a:xfrm>
            <a:off x="3633093" y="2332847"/>
            <a:ext cx="1312256" cy="2758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3" idx="2"/>
          </p:cNvCxnSpPr>
          <p:nvPr/>
        </p:nvCxnSpPr>
        <p:spPr>
          <a:xfrm>
            <a:off x="3633093" y="2332847"/>
            <a:ext cx="1298473" cy="34558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2" name="直接连接符 38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9" idx="2"/>
          </p:cNvCxnSpPr>
          <p:nvPr/>
        </p:nvCxnSpPr>
        <p:spPr>
          <a:xfrm>
            <a:off x="3634924" y="3694434"/>
            <a:ext cx="1296643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6" name="直接连接符 3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7" idx="2"/>
          </p:cNvCxnSpPr>
          <p:nvPr/>
        </p:nvCxnSpPr>
        <p:spPr>
          <a:xfrm>
            <a:off x="3634924" y="3694434"/>
            <a:ext cx="1317564" cy="6993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4" idx="2"/>
          </p:cNvCxnSpPr>
          <p:nvPr/>
        </p:nvCxnSpPr>
        <p:spPr>
          <a:xfrm>
            <a:off x="3634924" y="3694434"/>
            <a:ext cx="1310425" cy="13968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3" idx="2"/>
          </p:cNvCxnSpPr>
          <p:nvPr/>
        </p:nvCxnSpPr>
        <p:spPr>
          <a:xfrm>
            <a:off x="3634924" y="3694434"/>
            <a:ext cx="1296642" cy="20942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1" idx="2"/>
          </p:cNvCxnSpPr>
          <p:nvPr/>
        </p:nvCxnSpPr>
        <p:spPr>
          <a:xfrm flipV="1">
            <a:off x="3634924" y="239902"/>
            <a:ext cx="1310961" cy="3454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2" idx="2"/>
          </p:cNvCxnSpPr>
          <p:nvPr/>
        </p:nvCxnSpPr>
        <p:spPr>
          <a:xfrm flipV="1">
            <a:off x="3634924" y="939607"/>
            <a:ext cx="1313199" cy="27548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6" idx="2"/>
          </p:cNvCxnSpPr>
          <p:nvPr/>
        </p:nvCxnSpPr>
        <p:spPr>
          <a:xfrm flipV="1">
            <a:off x="3634924" y="1631959"/>
            <a:ext cx="1311350" cy="20624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4" name="直接连接符 4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8" idx="2"/>
          </p:cNvCxnSpPr>
          <p:nvPr/>
        </p:nvCxnSpPr>
        <p:spPr>
          <a:xfrm flipV="1">
            <a:off x="3634924" y="2329381"/>
            <a:ext cx="1311351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7" name="直接连接符 4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1" idx="2"/>
          </p:cNvCxnSpPr>
          <p:nvPr/>
        </p:nvCxnSpPr>
        <p:spPr>
          <a:xfrm flipV="1">
            <a:off x="3635521" y="239902"/>
            <a:ext cx="1310364" cy="4230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2" idx="2"/>
          </p:cNvCxnSpPr>
          <p:nvPr/>
        </p:nvCxnSpPr>
        <p:spPr>
          <a:xfrm flipV="1">
            <a:off x="3635521" y="939607"/>
            <a:ext cx="1312602" cy="35303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6" idx="2"/>
          </p:cNvCxnSpPr>
          <p:nvPr/>
        </p:nvCxnSpPr>
        <p:spPr>
          <a:xfrm flipV="1">
            <a:off x="3635521" y="1631959"/>
            <a:ext cx="1310753" cy="28380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8" idx="2"/>
          </p:cNvCxnSpPr>
          <p:nvPr/>
        </p:nvCxnSpPr>
        <p:spPr>
          <a:xfrm flipV="1">
            <a:off x="3635521" y="2329381"/>
            <a:ext cx="1310754" cy="21405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9" idx="2"/>
          </p:cNvCxnSpPr>
          <p:nvPr/>
        </p:nvCxnSpPr>
        <p:spPr>
          <a:xfrm flipV="1">
            <a:off x="3635521" y="3697900"/>
            <a:ext cx="1296046" cy="7720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7" idx="2"/>
          </p:cNvCxnSpPr>
          <p:nvPr/>
        </p:nvCxnSpPr>
        <p:spPr>
          <a:xfrm flipV="1">
            <a:off x="3635521" y="4393825"/>
            <a:ext cx="1316967" cy="761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4" idx="2"/>
          </p:cNvCxnSpPr>
          <p:nvPr/>
        </p:nvCxnSpPr>
        <p:spPr>
          <a:xfrm>
            <a:off x="3635521" y="4469964"/>
            <a:ext cx="1309828" cy="6212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3" idx="2"/>
          </p:cNvCxnSpPr>
          <p:nvPr/>
        </p:nvCxnSpPr>
        <p:spPr>
          <a:xfrm>
            <a:off x="3635521" y="4469964"/>
            <a:ext cx="1296045" cy="1318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3" idx="2"/>
          </p:cNvCxnSpPr>
          <p:nvPr/>
        </p:nvCxnSpPr>
        <p:spPr>
          <a:xfrm>
            <a:off x="3628899" y="5243955"/>
            <a:ext cx="1302667" cy="544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4" idx="2"/>
          </p:cNvCxnSpPr>
          <p:nvPr/>
        </p:nvCxnSpPr>
        <p:spPr>
          <a:xfrm flipV="1">
            <a:off x="3628899" y="5091247"/>
            <a:ext cx="1316450" cy="152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7" idx="2"/>
          </p:cNvCxnSpPr>
          <p:nvPr/>
        </p:nvCxnSpPr>
        <p:spPr>
          <a:xfrm flipV="1">
            <a:off x="3628899" y="4393825"/>
            <a:ext cx="1323589" cy="8501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0" name="直接连接符 43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9" idx="2"/>
          </p:cNvCxnSpPr>
          <p:nvPr/>
        </p:nvCxnSpPr>
        <p:spPr>
          <a:xfrm flipV="1">
            <a:off x="3628899" y="3697900"/>
            <a:ext cx="1302668" cy="1546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6" idx="2"/>
          </p:cNvCxnSpPr>
          <p:nvPr/>
        </p:nvCxnSpPr>
        <p:spPr>
          <a:xfrm flipV="1">
            <a:off x="3628899" y="1631959"/>
            <a:ext cx="1317375" cy="36119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8" idx="2"/>
          </p:cNvCxnSpPr>
          <p:nvPr/>
        </p:nvCxnSpPr>
        <p:spPr>
          <a:xfrm flipV="1">
            <a:off x="3628899" y="2329381"/>
            <a:ext cx="1317376" cy="29145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2" idx="2"/>
          </p:cNvCxnSpPr>
          <p:nvPr/>
        </p:nvCxnSpPr>
        <p:spPr>
          <a:xfrm flipV="1">
            <a:off x="3628899" y="939607"/>
            <a:ext cx="1319224" cy="43043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1" idx="2"/>
          </p:cNvCxnSpPr>
          <p:nvPr/>
        </p:nvCxnSpPr>
        <p:spPr>
          <a:xfrm flipV="1">
            <a:off x="3628899" y="239902"/>
            <a:ext cx="1316986" cy="5004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1" idx="2"/>
          </p:cNvCxnSpPr>
          <p:nvPr/>
        </p:nvCxnSpPr>
        <p:spPr>
          <a:xfrm>
            <a:off x="5399194" y="239902"/>
            <a:ext cx="14372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2" idx="2"/>
          </p:cNvCxnSpPr>
          <p:nvPr/>
        </p:nvCxnSpPr>
        <p:spPr>
          <a:xfrm>
            <a:off x="5399194" y="239902"/>
            <a:ext cx="1437216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7" idx="2"/>
          </p:cNvCxnSpPr>
          <p:nvPr/>
        </p:nvCxnSpPr>
        <p:spPr>
          <a:xfrm>
            <a:off x="5399194" y="239902"/>
            <a:ext cx="1435368" cy="14011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9" idx="2"/>
          </p:cNvCxnSpPr>
          <p:nvPr/>
        </p:nvCxnSpPr>
        <p:spPr>
          <a:xfrm>
            <a:off x="5399194" y="239902"/>
            <a:ext cx="1434444" cy="20912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200" idx="2"/>
          </p:cNvCxnSpPr>
          <p:nvPr/>
        </p:nvCxnSpPr>
        <p:spPr>
          <a:xfrm>
            <a:off x="5399194" y="239902"/>
            <a:ext cx="1434444" cy="34472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4" name="直接连接符 4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8" idx="2"/>
          </p:cNvCxnSpPr>
          <p:nvPr/>
        </p:nvCxnSpPr>
        <p:spPr>
          <a:xfrm>
            <a:off x="5399194" y="239902"/>
            <a:ext cx="1440510" cy="4153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7" name="直接连接符 4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5" idx="2"/>
          </p:cNvCxnSpPr>
          <p:nvPr/>
        </p:nvCxnSpPr>
        <p:spPr>
          <a:xfrm>
            <a:off x="5399194" y="239902"/>
            <a:ext cx="1446141" cy="48511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0" name="直接连接符 4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3" idx="2"/>
          </p:cNvCxnSpPr>
          <p:nvPr/>
        </p:nvCxnSpPr>
        <p:spPr>
          <a:xfrm>
            <a:off x="5399194" y="239902"/>
            <a:ext cx="1452207" cy="55437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1" idx="2"/>
          </p:cNvCxnSpPr>
          <p:nvPr/>
        </p:nvCxnSpPr>
        <p:spPr>
          <a:xfrm flipV="1">
            <a:off x="5401432" y="239902"/>
            <a:ext cx="1434979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2" idx="2"/>
          </p:cNvCxnSpPr>
          <p:nvPr/>
        </p:nvCxnSpPr>
        <p:spPr>
          <a:xfrm>
            <a:off x="5401432" y="939607"/>
            <a:ext cx="14349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7" idx="2"/>
          </p:cNvCxnSpPr>
          <p:nvPr/>
        </p:nvCxnSpPr>
        <p:spPr>
          <a:xfrm>
            <a:off x="5401432" y="939607"/>
            <a:ext cx="1433130" cy="7014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9" idx="2"/>
          </p:cNvCxnSpPr>
          <p:nvPr/>
        </p:nvCxnSpPr>
        <p:spPr>
          <a:xfrm>
            <a:off x="5401432" y="939607"/>
            <a:ext cx="1432206" cy="1391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200" idx="2"/>
          </p:cNvCxnSpPr>
          <p:nvPr/>
        </p:nvCxnSpPr>
        <p:spPr>
          <a:xfrm>
            <a:off x="5401432" y="939607"/>
            <a:ext cx="1432206" cy="27475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8" idx="2"/>
          </p:cNvCxnSpPr>
          <p:nvPr/>
        </p:nvCxnSpPr>
        <p:spPr>
          <a:xfrm>
            <a:off x="5401432" y="939607"/>
            <a:ext cx="1438272" cy="34540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5" idx="2"/>
          </p:cNvCxnSpPr>
          <p:nvPr/>
        </p:nvCxnSpPr>
        <p:spPr>
          <a:xfrm>
            <a:off x="5401432" y="939607"/>
            <a:ext cx="1443903" cy="41514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3" idx="2"/>
          </p:cNvCxnSpPr>
          <p:nvPr/>
        </p:nvCxnSpPr>
        <p:spPr>
          <a:xfrm>
            <a:off x="5401432" y="939607"/>
            <a:ext cx="1449969" cy="4844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3" idx="2"/>
          </p:cNvCxnSpPr>
          <p:nvPr/>
        </p:nvCxnSpPr>
        <p:spPr>
          <a:xfrm>
            <a:off x="5399583" y="1631959"/>
            <a:ext cx="1451818" cy="41517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5" idx="2"/>
          </p:cNvCxnSpPr>
          <p:nvPr/>
        </p:nvCxnSpPr>
        <p:spPr>
          <a:xfrm>
            <a:off x="5399583" y="1631959"/>
            <a:ext cx="1445752" cy="345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8" idx="2"/>
          </p:cNvCxnSpPr>
          <p:nvPr/>
        </p:nvCxnSpPr>
        <p:spPr>
          <a:xfrm>
            <a:off x="5399583" y="1631959"/>
            <a:ext cx="144012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200" idx="2"/>
          </p:cNvCxnSpPr>
          <p:nvPr/>
        </p:nvCxnSpPr>
        <p:spPr>
          <a:xfrm>
            <a:off x="5399583" y="1631959"/>
            <a:ext cx="1434055" cy="20552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9" idx="2"/>
          </p:cNvCxnSpPr>
          <p:nvPr/>
        </p:nvCxnSpPr>
        <p:spPr>
          <a:xfrm>
            <a:off x="5399583" y="1631959"/>
            <a:ext cx="1434055" cy="6991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7" idx="2"/>
          </p:cNvCxnSpPr>
          <p:nvPr/>
        </p:nvCxnSpPr>
        <p:spPr>
          <a:xfrm>
            <a:off x="5399583" y="1631959"/>
            <a:ext cx="1434979" cy="90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2" idx="2"/>
          </p:cNvCxnSpPr>
          <p:nvPr/>
        </p:nvCxnSpPr>
        <p:spPr>
          <a:xfrm flipV="1">
            <a:off x="5399583" y="939607"/>
            <a:ext cx="1436827" cy="692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1" idx="2"/>
          </p:cNvCxnSpPr>
          <p:nvPr/>
        </p:nvCxnSpPr>
        <p:spPr>
          <a:xfrm flipV="1">
            <a:off x="5399583" y="239902"/>
            <a:ext cx="1436828" cy="13920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1" idx="2"/>
          </p:cNvCxnSpPr>
          <p:nvPr/>
        </p:nvCxnSpPr>
        <p:spPr>
          <a:xfrm flipV="1">
            <a:off x="5399584" y="239902"/>
            <a:ext cx="1436827" cy="20894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2" idx="2"/>
          </p:cNvCxnSpPr>
          <p:nvPr/>
        </p:nvCxnSpPr>
        <p:spPr>
          <a:xfrm flipV="1">
            <a:off x="5399584" y="939607"/>
            <a:ext cx="1436826" cy="13897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7" idx="2"/>
          </p:cNvCxnSpPr>
          <p:nvPr/>
        </p:nvCxnSpPr>
        <p:spPr>
          <a:xfrm flipV="1">
            <a:off x="5399584" y="1641056"/>
            <a:ext cx="1434978" cy="688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9" idx="2"/>
          </p:cNvCxnSpPr>
          <p:nvPr/>
        </p:nvCxnSpPr>
        <p:spPr>
          <a:xfrm>
            <a:off x="5399584" y="2329381"/>
            <a:ext cx="1434054" cy="17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200" idx="2"/>
          </p:cNvCxnSpPr>
          <p:nvPr/>
        </p:nvCxnSpPr>
        <p:spPr>
          <a:xfrm>
            <a:off x="5399584" y="2329381"/>
            <a:ext cx="1434054" cy="13577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8" idx="2"/>
          </p:cNvCxnSpPr>
          <p:nvPr/>
        </p:nvCxnSpPr>
        <p:spPr>
          <a:xfrm>
            <a:off x="5399584" y="2329381"/>
            <a:ext cx="1440120" cy="2064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5" idx="2"/>
          </p:cNvCxnSpPr>
          <p:nvPr/>
        </p:nvCxnSpPr>
        <p:spPr>
          <a:xfrm>
            <a:off x="5399584" y="2329381"/>
            <a:ext cx="144575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3" idx="2"/>
          </p:cNvCxnSpPr>
          <p:nvPr/>
        </p:nvCxnSpPr>
        <p:spPr>
          <a:xfrm>
            <a:off x="5399584" y="2329381"/>
            <a:ext cx="1451817" cy="34542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3" idx="2"/>
          </p:cNvCxnSpPr>
          <p:nvPr/>
        </p:nvCxnSpPr>
        <p:spPr>
          <a:xfrm>
            <a:off x="5384876" y="3697900"/>
            <a:ext cx="1466525" cy="2085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5" idx="2"/>
          </p:cNvCxnSpPr>
          <p:nvPr/>
        </p:nvCxnSpPr>
        <p:spPr>
          <a:xfrm>
            <a:off x="5384876" y="3697900"/>
            <a:ext cx="1460459" cy="13931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8" idx="2"/>
          </p:cNvCxnSpPr>
          <p:nvPr/>
        </p:nvCxnSpPr>
        <p:spPr>
          <a:xfrm>
            <a:off x="5384876" y="3697900"/>
            <a:ext cx="1454828" cy="695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200" idx="2"/>
          </p:cNvCxnSpPr>
          <p:nvPr/>
        </p:nvCxnSpPr>
        <p:spPr>
          <a:xfrm flipV="1">
            <a:off x="5384876" y="3687169"/>
            <a:ext cx="1448762" cy="107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8" name="直接连接符 5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9" idx="2"/>
          </p:cNvCxnSpPr>
          <p:nvPr/>
        </p:nvCxnSpPr>
        <p:spPr>
          <a:xfrm flipV="1">
            <a:off x="5384876" y="2331114"/>
            <a:ext cx="1448762" cy="136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1" name="直接连接符 5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7" idx="2"/>
          </p:cNvCxnSpPr>
          <p:nvPr/>
        </p:nvCxnSpPr>
        <p:spPr>
          <a:xfrm flipV="1">
            <a:off x="5384876" y="1641056"/>
            <a:ext cx="1449686" cy="20568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2" idx="2"/>
          </p:cNvCxnSpPr>
          <p:nvPr/>
        </p:nvCxnSpPr>
        <p:spPr>
          <a:xfrm flipV="1">
            <a:off x="5384876" y="939607"/>
            <a:ext cx="1451534" cy="2758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1" idx="2"/>
          </p:cNvCxnSpPr>
          <p:nvPr/>
        </p:nvCxnSpPr>
        <p:spPr>
          <a:xfrm flipV="1">
            <a:off x="5384876" y="239902"/>
            <a:ext cx="1451535" cy="3457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1" idx="2"/>
          </p:cNvCxnSpPr>
          <p:nvPr/>
        </p:nvCxnSpPr>
        <p:spPr>
          <a:xfrm flipV="1">
            <a:off x="5405797" y="239902"/>
            <a:ext cx="1430614" cy="41539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3" name="直接连接符 5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2" idx="2"/>
          </p:cNvCxnSpPr>
          <p:nvPr/>
        </p:nvCxnSpPr>
        <p:spPr>
          <a:xfrm flipV="1">
            <a:off x="5405797" y="939607"/>
            <a:ext cx="1430613" cy="34542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6" name="直接连接符 5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7" idx="2"/>
          </p:cNvCxnSpPr>
          <p:nvPr/>
        </p:nvCxnSpPr>
        <p:spPr>
          <a:xfrm flipV="1">
            <a:off x="5405797" y="1641056"/>
            <a:ext cx="1428765" cy="27527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9" idx="2"/>
          </p:cNvCxnSpPr>
          <p:nvPr/>
        </p:nvCxnSpPr>
        <p:spPr>
          <a:xfrm flipV="1">
            <a:off x="5405797" y="2331114"/>
            <a:ext cx="1427841" cy="20627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2" name="直接连接符 5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200" idx="2"/>
          </p:cNvCxnSpPr>
          <p:nvPr/>
        </p:nvCxnSpPr>
        <p:spPr>
          <a:xfrm flipV="1">
            <a:off x="5405797" y="3687169"/>
            <a:ext cx="1427841" cy="7066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8" idx="2"/>
          </p:cNvCxnSpPr>
          <p:nvPr/>
        </p:nvCxnSpPr>
        <p:spPr>
          <a:xfrm flipV="1">
            <a:off x="5405797" y="4393652"/>
            <a:ext cx="143390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5" idx="2"/>
          </p:cNvCxnSpPr>
          <p:nvPr/>
        </p:nvCxnSpPr>
        <p:spPr>
          <a:xfrm>
            <a:off x="5405797" y="4393825"/>
            <a:ext cx="1439538" cy="697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3" idx="2"/>
          </p:cNvCxnSpPr>
          <p:nvPr/>
        </p:nvCxnSpPr>
        <p:spPr>
          <a:xfrm>
            <a:off x="5405797" y="4393825"/>
            <a:ext cx="1445604" cy="13898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3" idx="2"/>
          </p:cNvCxnSpPr>
          <p:nvPr/>
        </p:nvCxnSpPr>
        <p:spPr>
          <a:xfrm>
            <a:off x="5398658" y="5091247"/>
            <a:ext cx="1452743" cy="692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5" idx="2"/>
          </p:cNvCxnSpPr>
          <p:nvPr/>
        </p:nvCxnSpPr>
        <p:spPr>
          <a:xfrm flipV="1">
            <a:off x="5398658" y="5091074"/>
            <a:ext cx="144667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8" idx="2"/>
          </p:cNvCxnSpPr>
          <p:nvPr/>
        </p:nvCxnSpPr>
        <p:spPr>
          <a:xfrm flipV="1">
            <a:off x="5398658" y="4393652"/>
            <a:ext cx="1441046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200" idx="2"/>
          </p:cNvCxnSpPr>
          <p:nvPr/>
        </p:nvCxnSpPr>
        <p:spPr>
          <a:xfrm flipV="1">
            <a:off x="5398658" y="3687169"/>
            <a:ext cx="1434980" cy="1404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9" idx="2"/>
          </p:cNvCxnSpPr>
          <p:nvPr/>
        </p:nvCxnSpPr>
        <p:spPr>
          <a:xfrm flipV="1">
            <a:off x="5398658" y="2331114"/>
            <a:ext cx="1434980" cy="27601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7" idx="2"/>
          </p:cNvCxnSpPr>
          <p:nvPr/>
        </p:nvCxnSpPr>
        <p:spPr>
          <a:xfrm flipV="1">
            <a:off x="5398658" y="1641056"/>
            <a:ext cx="1435904" cy="34501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2" idx="2"/>
          </p:cNvCxnSpPr>
          <p:nvPr/>
        </p:nvCxnSpPr>
        <p:spPr>
          <a:xfrm flipV="1">
            <a:off x="5398658" y="939607"/>
            <a:ext cx="1437752" cy="41516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1" idx="2"/>
          </p:cNvCxnSpPr>
          <p:nvPr/>
        </p:nvCxnSpPr>
        <p:spPr>
          <a:xfrm flipV="1">
            <a:off x="5398658" y="239902"/>
            <a:ext cx="1437753" cy="4851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1" idx="2"/>
          </p:cNvCxnSpPr>
          <p:nvPr/>
        </p:nvCxnSpPr>
        <p:spPr>
          <a:xfrm flipV="1">
            <a:off x="5384875" y="239902"/>
            <a:ext cx="1451536" cy="55487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2" idx="2"/>
          </p:cNvCxnSpPr>
          <p:nvPr/>
        </p:nvCxnSpPr>
        <p:spPr>
          <a:xfrm flipV="1">
            <a:off x="5384875" y="939607"/>
            <a:ext cx="1451535" cy="4849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7" idx="2"/>
          </p:cNvCxnSpPr>
          <p:nvPr/>
        </p:nvCxnSpPr>
        <p:spPr>
          <a:xfrm flipV="1">
            <a:off x="5384875" y="1641056"/>
            <a:ext cx="1449687" cy="41476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9" idx="2"/>
          </p:cNvCxnSpPr>
          <p:nvPr/>
        </p:nvCxnSpPr>
        <p:spPr>
          <a:xfrm flipV="1">
            <a:off x="5384875" y="2331114"/>
            <a:ext cx="1448763" cy="34575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200" idx="2"/>
          </p:cNvCxnSpPr>
          <p:nvPr/>
        </p:nvCxnSpPr>
        <p:spPr>
          <a:xfrm flipV="1">
            <a:off x="5384875" y="3687169"/>
            <a:ext cx="1448763" cy="210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8" idx="2"/>
          </p:cNvCxnSpPr>
          <p:nvPr/>
        </p:nvCxnSpPr>
        <p:spPr>
          <a:xfrm flipV="1">
            <a:off x="5384875" y="4393652"/>
            <a:ext cx="1454829" cy="13950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5" idx="2"/>
          </p:cNvCxnSpPr>
          <p:nvPr/>
        </p:nvCxnSpPr>
        <p:spPr>
          <a:xfrm flipV="1">
            <a:off x="5384875" y="5091074"/>
            <a:ext cx="1460460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3" idx="2"/>
          </p:cNvCxnSpPr>
          <p:nvPr/>
        </p:nvCxnSpPr>
        <p:spPr>
          <a:xfrm flipV="1">
            <a:off x="5384875" y="5783662"/>
            <a:ext cx="1466526" cy="5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5" name="文本框 1114"/>
          <p:cNvSpPr txBox="1"/>
          <p:nvPr/>
        </p:nvSpPr>
        <p:spPr>
          <a:xfrm>
            <a:off x="8015986" y="3482536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6" name="文本框 1115"/>
          <p:cNvSpPr txBox="1"/>
          <p:nvPr/>
        </p:nvSpPr>
        <p:spPr>
          <a:xfrm>
            <a:off x="4192053" y="6407644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隐藏层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7" name="右大括号 1116"/>
          <p:cNvSpPr/>
          <p:nvPr/>
        </p:nvSpPr>
        <p:spPr>
          <a:xfrm rot="5400000">
            <a:off x="4511006" y="3558937"/>
            <a:ext cx="321013" cy="5254267"/>
          </a:xfrm>
          <a:prstGeom prst="rightBrace">
            <a:avLst>
              <a:gd name="adj1" fmla="val 87121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321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1482058" y="10524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2766057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4154282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668658"/>
              </p:ext>
            </p:extLst>
          </p:nvPr>
        </p:nvGraphicFramePr>
        <p:xfrm>
          <a:off x="6941123" y="9043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9043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1469156" y="16643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136659"/>
              </p:ext>
            </p:extLst>
          </p:nvPr>
        </p:nvGraphicFramePr>
        <p:xfrm>
          <a:off x="6941123" y="15161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15161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1469156" y="22761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9225711"/>
              </p:ext>
            </p:extLst>
          </p:nvPr>
        </p:nvGraphicFramePr>
        <p:xfrm>
          <a:off x="6941123" y="21280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1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21280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1469156" y="39127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385378"/>
              </p:ext>
            </p:extLst>
          </p:nvPr>
        </p:nvGraphicFramePr>
        <p:xfrm>
          <a:off x="6941007" y="37645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007" y="37645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3848465"/>
              </p:ext>
            </p:extLst>
          </p:nvPr>
        </p:nvGraphicFramePr>
        <p:xfrm>
          <a:off x="4532511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3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532511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8550168"/>
              </p:ext>
            </p:extLst>
          </p:nvPr>
        </p:nvGraphicFramePr>
        <p:xfrm>
          <a:off x="3154677" y="26786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4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154677" y="26786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3134942"/>
              </p:ext>
            </p:extLst>
          </p:nvPr>
        </p:nvGraphicFramePr>
        <p:xfrm>
          <a:off x="5923853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5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23853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177455"/>
              </p:ext>
            </p:extLst>
          </p:nvPr>
        </p:nvGraphicFramePr>
        <p:xfrm>
          <a:off x="7940728" y="26786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6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940728" y="26786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3697082" y="13849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5137954" y="19859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6545229" y="25978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8512574" y="42769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7082921" y="25415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335776"/>
              </p:ext>
            </p:extLst>
          </p:nvPr>
        </p:nvGraphicFramePr>
        <p:xfrm>
          <a:off x="3263291" y="11161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7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263291" y="11161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4154282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2394565"/>
              </p:ext>
            </p:extLst>
          </p:nvPr>
        </p:nvGraphicFramePr>
        <p:xfrm>
          <a:off x="4652353" y="17273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8" name="AxMath" r:id="rId15" imgW="217080" imgH="230400" progId="Equation.AxMath">
                  <p:embed/>
                </p:oleObj>
              </mc:Choice>
              <mc:Fallback>
                <p:oleObj name="AxMath" r:id="rId15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652353" y="17273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5549262" y="22761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098937"/>
              </p:ext>
            </p:extLst>
          </p:nvPr>
        </p:nvGraphicFramePr>
        <p:xfrm>
          <a:off x="6041416" y="23401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9" name="AxMath" r:id="rId17" imgW="225360" imgH="230400" progId="Equation.AxMath">
                  <p:embed/>
                </p:oleObj>
              </mc:Choice>
              <mc:Fallback>
                <p:oleObj name="AxMath" r:id="rId17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041416" y="23401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7490340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4291338"/>
              </p:ext>
            </p:extLst>
          </p:nvPr>
        </p:nvGraphicFramePr>
        <p:xfrm>
          <a:off x="7866925" y="39710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40" name="AxMath" r:id="rId19" imgW="385200" imgH="230400" progId="Equation.AxMath">
                  <p:embed/>
                </p:oleObj>
              </mc:Choice>
              <mc:Fallback>
                <p:oleObj name="AxMath" r:id="rId19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6925" y="39710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6527146"/>
              </p:ext>
            </p:extLst>
          </p:nvPr>
        </p:nvGraphicFramePr>
        <p:xfrm>
          <a:off x="4639653" y="11034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41" name="AxMath" r:id="rId21" imgW="226080" imgH="230400" progId="Equation.AxMath">
                  <p:embed/>
                </p:oleObj>
              </mc:Choice>
              <mc:Fallback>
                <p:oleObj name="AxMath" r:id="rId21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639653" y="11034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5549262" y="10524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8694613"/>
              </p:ext>
            </p:extLst>
          </p:nvPr>
        </p:nvGraphicFramePr>
        <p:xfrm>
          <a:off x="6033478" y="11034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42" name="AxMath" r:id="rId23" imgW="227520" imgH="230400" progId="Equation.AxMath">
                  <p:embed/>
                </p:oleObj>
              </mc:Choice>
              <mc:Fallback>
                <p:oleObj name="AxMath" r:id="rId23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033478" y="11034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7490456" y="10571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1802735"/>
              </p:ext>
            </p:extLst>
          </p:nvPr>
        </p:nvGraphicFramePr>
        <p:xfrm>
          <a:off x="7584466" y="11082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43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584466" y="11082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7495881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5650483"/>
              </p:ext>
            </p:extLst>
          </p:nvPr>
        </p:nvGraphicFramePr>
        <p:xfrm>
          <a:off x="7981341" y="17146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44" name="AxMath" r:id="rId27" imgW="225360" imgH="230400" progId="Equation.AxMath">
                  <p:embed/>
                </p:oleObj>
              </mc:Choice>
              <mc:Fallback>
                <p:oleObj name="AxMath" r:id="rId2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981341" y="17146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749045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037281"/>
              </p:ext>
            </p:extLst>
          </p:nvPr>
        </p:nvGraphicFramePr>
        <p:xfrm>
          <a:off x="7971816" y="23226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45" name="AxMath" r:id="rId29" imgW="232200" imgH="230400" progId="Equation.AxMath">
                  <p:embed/>
                </p:oleObj>
              </mc:Choice>
              <mc:Fallback>
                <p:oleObj name="AxMath" r:id="rId2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971816" y="23226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5542507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9581351"/>
              </p:ext>
            </p:extLst>
          </p:nvPr>
        </p:nvGraphicFramePr>
        <p:xfrm>
          <a:off x="6033478" y="17146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46" name="AxMath" r:id="rId31" imgW="218520" imgH="230400" progId="Equation.AxMath">
                  <p:embed/>
                </p:oleObj>
              </mc:Choice>
              <mc:Fallback>
                <p:oleObj name="AxMath" r:id="rId3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033478" y="17146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2765826" y="16608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7986331"/>
              </p:ext>
            </p:extLst>
          </p:nvPr>
        </p:nvGraphicFramePr>
        <p:xfrm>
          <a:off x="2993416" y="17114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47" name="AxMath" r:id="rId33" imgW="583200" imgH="230400" progId="Equation.AxMath">
                  <p:embed/>
                </p:oleObj>
              </mc:Choice>
              <mc:Fallback>
                <p:oleObj name="AxMath" r:id="rId3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993416" y="17114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4157169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7602198"/>
              </p:ext>
            </p:extLst>
          </p:nvPr>
        </p:nvGraphicFramePr>
        <p:xfrm>
          <a:off x="4377716" y="23226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48" name="AxMath" r:id="rId35" imgW="595080" imgH="230400" progId="Equation.AxMath">
                  <p:embed/>
                </p:oleObj>
              </mc:Choice>
              <mc:Fallback>
                <p:oleObj name="AxMath" r:id="rId3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377716" y="23226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276582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815997"/>
              </p:ext>
            </p:extLst>
          </p:nvPr>
        </p:nvGraphicFramePr>
        <p:xfrm>
          <a:off x="3247416" y="23226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49" name="AxMath" r:id="rId37" imgW="234000" imgH="230400" progId="Equation.AxMath">
                  <p:embed/>
                </p:oleObj>
              </mc:Choice>
              <mc:Fallback>
                <p:oleObj name="AxMath" r:id="rId3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247416" y="23226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5555250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3522874"/>
              </p:ext>
            </p:extLst>
          </p:nvPr>
        </p:nvGraphicFramePr>
        <p:xfrm>
          <a:off x="5931762" y="39631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0" name="AxMath" r:id="rId39" imgW="378360" imgH="230400" progId="Equation.AxMath">
                  <p:embed/>
                </p:oleObj>
              </mc:Choice>
              <mc:Fallback>
                <p:oleObj name="AxMath" r:id="rId3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5931762" y="39631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4148526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10790"/>
              </p:ext>
            </p:extLst>
          </p:nvPr>
        </p:nvGraphicFramePr>
        <p:xfrm>
          <a:off x="4526825" y="39599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1" name="AxMath" r:id="rId41" imgW="376560" imgH="230400" progId="Equation.AxMath">
                  <p:embed/>
                </p:oleObj>
              </mc:Choice>
              <mc:Fallback>
                <p:oleObj name="AxMath" r:id="rId4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526825" y="39599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2763121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9003751"/>
              </p:ext>
            </p:extLst>
          </p:nvPr>
        </p:nvGraphicFramePr>
        <p:xfrm>
          <a:off x="3145700" y="39631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2" name="AxMath" r:id="rId43" imgW="369720" imgH="230400" progId="Equation.AxMath">
                  <p:embed/>
                </p:oleObj>
              </mc:Choice>
              <mc:Fallback>
                <p:oleObj name="AxMath" r:id="rId4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145700" y="39631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1469156" y="33340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7490340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06392"/>
              </p:ext>
            </p:extLst>
          </p:nvPr>
        </p:nvGraphicFramePr>
        <p:xfrm>
          <a:off x="7863866" y="33926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3" name="AxMath" r:id="rId45" imgW="392040" imgH="230400" progId="Equation.AxMath">
                  <p:embed/>
                </p:oleObj>
              </mc:Choice>
              <mc:Fallback>
                <p:oleObj name="AxMath" r:id="rId4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863866" y="33926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5555250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7762548"/>
              </p:ext>
            </p:extLst>
          </p:nvPr>
        </p:nvGraphicFramePr>
        <p:xfrm>
          <a:off x="5927116" y="33846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4" name="AxMath" r:id="rId47" imgW="385200" imgH="230400" progId="Equation.AxMath">
                  <p:embed/>
                </p:oleObj>
              </mc:Choice>
              <mc:Fallback>
                <p:oleObj name="AxMath" r:id="rId4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5927116" y="33846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4148526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4012691"/>
              </p:ext>
            </p:extLst>
          </p:nvPr>
        </p:nvGraphicFramePr>
        <p:xfrm>
          <a:off x="4522178" y="33815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5" name="AxMath" r:id="rId49" imgW="383760" imgH="230400" progId="Equation.AxMath">
                  <p:embed/>
                </p:oleObj>
              </mc:Choice>
              <mc:Fallback>
                <p:oleObj name="AxMath" r:id="rId4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4522178" y="33815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2763121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3664885"/>
              </p:ext>
            </p:extLst>
          </p:nvPr>
        </p:nvGraphicFramePr>
        <p:xfrm>
          <a:off x="3141053" y="33846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6" name="AxMath" r:id="rId51" imgW="376560" imgH="230400" progId="Equation.AxMath">
                  <p:embed/>
                </p:oleObj>
              </mc:Choice>
              <mc:Fallback>
                <p:oleObj name="AxMath" r:id="rId5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3141053" y="33846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8512574" y="45849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01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2225477" y="1097277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63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64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65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66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67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68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69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70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71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72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73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74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75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76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77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78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79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0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1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2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3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4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5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6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7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8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9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90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91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136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3301662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4689887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3299033"/>
              </p:ext>
            </p:extLst>
          </p:nvPr>
        </p:nvGraphicFramePr>
        <p:xfrm>
          <a:off x="7476728" y="14232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87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14232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4309900"/>
              </p:ext>
            </p:extLst>
          </p:nvPr>
        </p:nvGraphicFramePr>
        <p:xfrm>
          <a:off x="7476728" y="20351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88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0351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10551"/>
              </p:ext>
            </p:extLst>
          </p:nvPr>
        </p:nvGraphicFramePr>
        <p:xfrm>
          <a:off x="7476728" y="26469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89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6469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2925671"/>
              </p:ext>
            </p:extLst>
          </p:nvPr>
        </p:nvGraphicFramePr>
        <p:xfrm>
          <a:off x="7476728" y="37225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9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37225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8891981"/>
              </p:ext>
            </p:extLst>
          </p:nvPr>
        </p:nvGraphicFramePr>
        <p:xfrm>
          <a:off x="5068116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91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068116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5976716"/>
              </p:ext>
            </p:extLst>
          </p:nvPr>
        </p:nvGraphicFramePr>
        <p:xfrm>
          <a:off x="3690282" y="31975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92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690282" y="31975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459166"/>
              </p:ext>
            </p:extLst>
          </p:nvPr>
        </p:nvGraphicFramePr>
        <p:xfrm>
          <a:off x="6459458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93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59458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9439979"/>
              </p:ext>
            </p:extLst>
          </p:nvPr>
        </p:nvGraphicFramePr>
        <p:xfrm>
          <a:off x="8476333" y="31975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94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476333" y="31975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809698"/>
              </p:ext>
            </p:extLst>
          </p:nvPr>
        </p:nvGraphicFramePr>
        <p:xfrm>
          <a:off x="3533783" y="16033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95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533783" y="16033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4689887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848183"/>
              </p:ext>
            </p:extLst>
          </p:nvPr>
        </p:nvGraphicFramePr>
        <p:xfrm>
          <a:off x="4916496" y="22145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96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916496" y="22145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6084867" y="27951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4116451"/>
              </p:ext>
            </p:extLst>
          </p:nvPr>
        </p:nvGraphicFramePr>
        <p:xfrm>
          <a:off x="6310321" y="28273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97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310321" y="28273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8026061" y="38667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5080057"/>
              </p:ext>
            </p:extLst>
          </p:nvPr>
        </p:nvGraphicFramePr>
        <p:xfrm>
          <a:off x="8235958" y="38973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98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38973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7229312"/>
              </p:ext>
            </p:extLst>
          </p:nvPr>
        </p:nvGraphicFramePr>
        <p:xfrm>
          <a:off x="4887921" y="15874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99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887921" y="15874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6084867" y="157141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8822369"/>
              </p:ext>
            </p:extLst>
          </p:nvPr>
        </p:nvGraphicFramePr>
        <p:xfrm>
          <a:off x="6129346" y="158749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00" name="AxMath" r:id="rId23" imgW="839160" imgH="279000" progId="Equation.AxMath">
                  <p:embed/>
                </p:oleObj>
              </mc:Choice>
              <mc:Fallback>
                <p:oleObj name="AxMath" r:id="rId23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129346" y="158749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8026061" y="157611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0995666"/>
              </p:ext>
            </p:extLst>
          </p:nvPr>
        </p:nvGraphicFramePr>
        <p:xfrm>
          <a:off x="8120071" y="162717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01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8120071" y="162717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8031486" y="218326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638893"/>
              </p:ext>
            </p:extLst>
          </p:nvPr>
        </p:nvGraphicFramePr>
        <p:xfrm>
          <a:off x="8036373" y="225897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02" name="AxMath" r:id="rId27" imgW="1183680" imgH="279000" progId="Equation.AxMath">
                  <p:embed/>
                </p:oleObj>
              </mc:Choice>
              <mc:Fallback>
                <p:oleObj name="AxMath" r:id="rId27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036373" y="225897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802606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0540209"/>
              </p:ext>
            </p:extLst>
          </p:nvPr>
        </p:nvGraphicFramePr>
        <p:xfrm>
          <a:off x="8036372" y="287335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03" name="AxMath" r:id="rId29" imgW="1183680" imgH="279000" progId="Equation.AxMath">
                  <p:embed/>
                </p:oleObj>
              </mc:Choice>
              <mc:Fallback>
                <p:oleObj name="AxMath" r:id="rId29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8036372" y="287335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6078112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982648"/>
              </p:ext>
            </p:extLst>
          </p:nvPr>
        </p:nvGraphicFramePr>
        <p:xfrm>
          <a:off x="6275396" y="21986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04" name="AxMath" r:id="rId31" imgW="630720" imgH="279000" progId="Equation.AxMath">
                  <p:embed/>
                </p:oleObj>
              </mc:Choice>
              <mc:Fallback>
                <p:oleObj name="AxMath" r:id="rId31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275396" y="21986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3301431" y="217985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0293244"/>
              </p:ext>
            </p:extLst>
          </p:nvPr>
        </p:nvGraphicFramePr>
        <p:xfrm>
          <a:off x="3511558" y="219550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05" name="AxMath" r:id="rId33" imgW="606240" imgH="279000" progId="Equation.AxMath">
                  <p:embed/>
                </p:oleObj>
              </mc:Choice>
              <mc:Fallback>
                <p:oleObj name="AxMath" r:id="rId33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3511558" y="219550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4692774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352177"/>
              </p:ext>
            </p:extLst>
          </p:nvPr>
        </p:nvGraphicFramePr>
        <p:xfrm>
          <a:off x="4905383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06" name="AxMath" r:id="rId35" imgW="604080" imgH="279000" progId="Equation.AxMath">
                  <p:embed/>
                </p:oleObj>
              </mc:Choice>
              <mc:Fallback>
                <p:oleObj name="AxMath" r:id="rId35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905383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330143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1139"/>
              </p:ext>
            </p:extLst>
          </p:nvPr>
        </p:nvGraphicFramePr>
        <p:xfrm>
          <a:off x="3516321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07" name="AxMath" r:id="rId37" imgW="606240" imgH="279000" progId="Equation.AxMath">
                  <p:embed/>
                </p:oleObj>
              </mc:Choice>
              <mc:Fallback>
                <p:oleObj name="AxMath" r:id="rId3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516321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6090971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3647287"/>
              </p:ext>
            </p:extLst>
          </p:nvPr>
        </p:nvGraphicFramePr>
        <p:xfrm>
          <a:off x="6281746" y="388619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08" name="AxMath" r:id="rId39" imgW="637920" imgH="279000" progId="Equation.AxMath">
                  <p:embed/>
                </p:oleObj>
              </mc:Choice>
              <mc:Fallback>
                <p:oleObj name="AxMath" r:id="rId39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6281746" y="388619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4684247" y="386679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0506908"/>
              </p:ext>
            </p:extLst>
          </p:nvPr>
        </p:nvGraphicFramePr>
        <p:xfrm>
          <a:off x="4876808" y="388301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09" name="AxMath" r:id="rId41" imgW="636480" imgH="279000" progId="Equation.AxMath">
                  <p:embed/>
                </p:oleObj>
              </mc:Choice>
              <mc:Fallback>
                <p:oleObj name="AxMath" r:id="rId41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876808" y="388301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3298842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442546"/>
              </p:ext>
            </p:extLst>
          </p:nvPr>
        </p:nvGraphicFramePr>
        <p:xfrm>
          <a:off x="3497271" y="3886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10" name="AxMath" r:id="rId43" imgW="629280" imgH="279000" progId="Equation.AxMath">
                  <p:embed/>
                </p:oleObj>
              </mc:Choice>
              <mc:Fallback>
                <p:oleObj name="AxMath" r:id="rId43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497271" y="3886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2017663" y="15714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2004761" y="21832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2004761" y="27951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2004877" y="38706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6805594"/>
              </p:ext>
            </p:extLst>
          </p:nvPr>
        </p:nvGraphicFramePr>
        <p:xfrm>
          <a:off x="7476612" y="43064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1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612" y="43064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8025945" y="44506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9557861"/>
              </p:ext>
            </p:extLst>
          </p:nvPr>
        </p:nvGraphicFramePr>
        <p:xfrm>
          <a:off x="8235958" y="448150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12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448150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6090855" y="44545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939560"/>
              </p:ext>
            </p:extLst>
          </p:nvPr>
        </p:nvGraphicFramePr>
        <p:xfrm>
          <a:off x="6286508" y="44703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13" name="AxMath" r:id="rId46" imgW="630720" imgH="279000" progId="Equation.AxMath">
                  <p:embed/>
                </p:oleObj>
              </mc:Choice>
              <mc:Fallback>
                <p:oleObj name="AxMath" r:id="rId46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6286508" y="44703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4684131" y="44506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504836"/>
              </p:ext>
            </p:extLst>
          </p:nvPr>
        </p:nvGraphicFramePr>
        <p:xfrm>
          <a:off x="4881571" y="44672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14" name="AxMath" r:id="rId48" imgW="629280" imgH="279000" progId="Equation.AxMath">
                  <p:embed/>
                </p:oleObj>
              </mc:Choice>
              <mc:Fallback>
                <p:oleObj name="AxMath" r:id="rId48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81571" y="44672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3298726" y="44545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3884602"/>
              </p:ext>
            </p:extLst>
          </p:nvPr>
        </p:nvGraphicFramePr>
        <p:xfrm>
          <a:off x="3501917" y="44700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15" name="AxMath" r:id="rId50" imgW="622080" imgH="279000" progId="Equation.AxMath">
                  <p:embed/>
                </p:oleObj>
              </mc:Choice>
              <mc:Fallback>
                <p:oleObj name="AxMath" r:id="rId50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3501917" y="44700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2004761" y="44545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4428933" y="476534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4428932" y="125189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4390917" y="124957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5788032" y="190153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7196145" y="250317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9127211" y="419900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168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 176"/>
          <p:cNvSpPr/>
          <p:nvPr/>
        </p:nvSpPr>
        <p:spPr>
          <a:xfrm>
            <a:off x="2666392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4054617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8051279"/>
              </p:ext>
            </p:extLst>
          </p:nvPr>
        </p:nvGraphicFramePr>
        <p:xfrm>
          <a:off x="6841458" y="8389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11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8389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099619"/>
              </p:ext>
            </p:extLst>
          </p:nvPr>
        </p:nvGraphicFramePr>
        <p:xfrm>
          <a:off x="6841458" y="14508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12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14508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7632714"/>
              </p:ext>
            </p:extLst>
          </p:nvPr>
        </p:nvGraphicFramePr>
        <p:xfrm>
          <a:off x="6841458" y="20626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13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20626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9256874"/>
              </p:ext>
            </p:extLst>
          </p:nvPr>
        </p:nvGraphicFramePr>
        <p:xfrm>
          <a:off x="6841458" y="31382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1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31382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1662816"/>
              </p:ext>
            </p:extLst>
          </p:nvPr>
        </p:nvGraphicFramePr>
        <p:xfrm>
          <a:off x="4432846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15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2846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3059432"/>
              </p:ext>
            </p:extLst>
          </p:nvPr>
        </p:nvGraphicFramePr>
        <p:xfrm>
          <a:off x="3055012" y="26132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16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055012" y="26132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5624077"/>
              </p:ext>
            </p:extLst>
          </p:nvPr>
        </p:nvGraphicFramePr>
        <p:xfrm>
          <a:off x="5824188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17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824188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2052648"/>
              </p:ext>
            </p:extLst>
          </p:nvPr>
        </p:nvGraphicFramePr>
        <p:xfrm>
          <a:off x="7841063" y="26132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18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41063" y="26132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9407686"/>
              </p:ext>
            </p:extLst>
          </p:nvPr>
        </p:nvGraphicFramePr>
        <p:xfrm>
          <a:off x="2898513" y="10190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19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98513" y="10190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4054617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404160"/>
              </p:ext>
            </p:extLst>
          </p:nvPr>
        </p:nvGraphicFramePr>
        <p:xfrm>
          <a:off x="4281226" y="16302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20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281226" y="16302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5449597" y="22108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4572010"/>
              </p:ext>
            </p:extLst>
          </p:nvPr>
        </p:nvGraphicFramePr>
        <p:xfrm>
          <a:off x="5675051" y="22430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21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75051" y="22430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7390791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182093"/>
              </p:ext>
            </p:extLst>
          </p:nvPr>
        </p:nvGraphicFramePr>
        <p:xfrm>
          <a:off x="7600688" y="33130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22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600688" y="33130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4429077"/>
              </p:ext>
            </p:extLst>
          </p:nvPr>
        </p:nvGraphicFramePr>
        <p:xfrm>
          <a:off x="4252651" y="1003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23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252651" y="1003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5449597" y="9871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710169"/>
              </p:ext>
            </p:extLst>
          </p:nvPr>
        </p:nvGraphicFramePr>
        <p:xfrm>
          <a:off x="5643301" y="10031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24" name="AxMath" r:id="rId23" imgW="630720" imgH="279000" progId="Equation.AxMath">
                  <p:embed/>
                </p:oleObj>
              </mc:Choice>
              <mc:Fallback>
                <p:oleObj name="AxMath" r:id="rId23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643301" y="10031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5442842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8386024"/>
              </p:ext>
            </p:extLst>
          </p:nvPr>
        </p:nvGraphicFramePr>
        <p:xfrm>
          <a:off x="5640126" y="16143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25" name="AxMath" r:id="rId25" imgW="630720" imgH="279000" progId="Equation.AxMath">
                  <p:embed/>
                </p:oleObj>
              </mc:Choice>
              <mc:Fallback>
                <p:oleObj name="AxMath" r:id="rId25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640126" y="16143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2666161" y="15955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9472570"/>
              </p:ext>
            </p:extLst>
          </p:nvPr>
        </p:nvGraphicFramePr>
        <p:xfrm>
          <a:off x="2865176" y="16112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26" name="AxMath" r:id="rId27" imgW="622080" imgH="279000" progId="Equation.AxMath">
                  <p:embed/>
                </p:oleObj>
              </mc:Choice>
              <mc:Fallback>
                <p:oleObj name="AxMath" r:id="rId27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5176" y="16112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4057504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4147057"/>
              </p:ext>
            </p:extLst>
          </p:nvPr>
        </p:nvGraphicFramePr>
        <p:xfrm>
          <a:off x="4254238" y="22223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27" name="AxMath" r:id="rId29" imgW="629280" imgH="279000" progId="Equation.AxMath">
                  <p:embed/>
                </p:oleObj>
              </mc:Choice>
              <mc:Fallback>
                <p:oleObj name="AxMath" r:id="rId29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254238" y="22223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266616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5140772"/>
              </p:ext>
            </p:extLst>
          </p:nvPr>
        </p:nvGraphicFramePr>
        <p:xfrm>
          <a:off x="2869938" y="22223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28" name="AxMath" r:id="rId31" imgW="622080" imgH="279000" progId="Equation.AxMath">
                  <p:embed/>
                </p:oleObj>
              </mc:Choice>
              <mc:Fallback>
                <p:oleObj name="AxMath" r:id="rId31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9938" y="22223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5455701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3448934"/>
              </p:ext>
            </p:extLst>
          </p:nvPr>
        </p:nvGraphicFramePr>
        <p:xfrm>
          <a:off x="5651238" y="33018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29" name="AxMath" r:id="rId32" imgW="630720" imgH="279000" progId="Equation.AxMath">
                  <p:embed/>
                </p:oleObj>
              </mc:Choice>
              <mc:Fallback>
                <p:oleObj name="AxMath" r:id="rId32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5651238" y="33018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4048977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0927017"/>
              </p:ext>
            </p:extLst>
          </p:nvPr>
        </p:nvGraphicFramePr>
        <p:xfrm>
          <a:off x="4247888" y="32987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30" name="AxMath" r:id="rId34" imgW="629280" imgH="279000" progId="Equation.AxMath">
                  <p:embed/>
                </p:oleObj>
              </mc:Choice>
              <mc:Fallback>
                <p:oleObj name="AxMath" r:id="rId34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7888" y="32987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2663572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4506645"/>
              </p:ext>
            </p:extLst>
          </p:nvPr>
        </p:nvGraphicFramePr>
        <p:xfrm>
          <a:off x="2865176" y="33018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31" name="AxMath" r:id="rId36" imgW="622080" imgH="279000" progId="Equation.AxMath">
                  <p:embed/>
                </p:oleObj>
              </mc:Choice>
              <mc:Fallback>
                <p:oleObj name="AxMath" r:id="rId36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865176" y="33018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1382393" y="9871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1369491" y="15989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1369491" y="22108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1369607" y="32863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633273"/>
              </p:ext>
            </p:extLst>
          </p:nvPr>
        </p:nvGraphicFramePr>
        <p:xfrm>
          <a:off x="6841342" y="37221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3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342" y="37221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7390675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5455585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8731499"/>
              </p:ext>
            </p:extLst>
          </p:nvPr>
        </p:nvGraphicFramePr>
        <p:xfrm>
          <a:off x="5651238" y="38860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33" name="AxMath" r:id="rId38" imgW="630720" imgH="279000" progId="Equation.AxMath">
                  <p:embed/>
                </p:oleObj>
              </mc:Choice>
              <mc:Fallback>
                <p:oleObj name="AxMath" r:id="rId38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5651238" y="38860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4048861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1069845"/>
              </p:ext>
            </p:extLst>
          </p:nvPr>
        </p:nvGraphicFramePr>
        <p:xfrm>
          <a:off x="4246301" y="38829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34" name="AxMath" r:id="rId40" imgW="629280" imgH="279000" progId="Equation.AxMath">
                  <p:embed/>
                </p:oleObj>
              </mc:Choice>
              <mc:Fallback>
                <p:oleObj name="AxMath" r:id="rId40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6301" y="38829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2663456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806781"/>
              </p:ext>
            </p:extLst>
          </p:nvPr>
        </p:nvGraphicFramePr>
        <p:xfrm>
          <a:off x="2866647" y="38857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35" name="AxMath" r:id="rId41" imgW="622080" imgH="279000" progId="Equation.AxMath">
                  <p:embed/>
                </p:oleObj>
              </mc:Choice>
              <mc:Fallback>
                <p:oleObj name="AxMath" r:id="rId41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866647" y="38857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1369491" y="38702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0363690"/>
              </p:ext>
            </p:extLst>
          </p:nvPr>
        </p:nvGraphicFramePr>
        <p:xfrm>
          <a:off x="7599100" y="38996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36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599100" y="38996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7390791" y="9918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4707309"/>
              </p:ext>
            </p:extLst>
          </p:nvPr>
        </p:nvGraphicFramePr>
        <p:xfrm>
          <a:off x="7581638" y="10079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37" name="AxMath" r:id="rId43" imgW="637560" imgH="279000" progId="Equation.AxMath">
                  <p:embed/>
                </p:oleObj>
              </mc:Choice>
              <mc:Fallback>
                <p:oleObj name="AxMath" r:id="rId43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7581638" y="10079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7396216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254074"/>
              </p:ext>
            </p:extLst>
          </p:nvPr>
        </p:nvGraphicFramePr>
        <p:xfrm>
          <a:off x="7584813" y="16143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38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584813" y="16143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739079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03585"/>
              </p:ext>
            </p:extLst>
          </p:nvPr>
        </p:nvGraphicFramePr>
        <p:xfrm>
          <a:off x="7581638" y="22223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39" name="AxMath" r:id="rId47" imgW="637560" imgH="279000" progId="Equation.AxMath">
                  <p:embed/>
                </p:oleObj>
              </mc:Choice>
              <mc:Fallback>
                <p:oleObj name="AxMath" r:id="rId47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7581638" y="22223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846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8740577" y="271515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43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44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45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46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47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48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49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50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51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52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53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54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55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56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57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58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59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60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61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62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63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64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65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66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67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68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69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70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971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31" name="右箭头 230"/>
          <p:cNvSpPr/>
          <p:nvPr/>
        </p:nvSpPr>
        <p:spPr>
          <a:xfrm rot="10800000">
            <a:off x="7467008" y="6797459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10035837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11424062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/>
          </p:nvPr>
        </p:nvGraphicFramePr>
        <p:xfrm>
          <a:off x="14210903" y="517614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72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17614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/>
          </p:nvPr>
        </p:nvGraphicFramePr>
        <p:xfrm>
          <a:off x="14210903" y="578798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73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78798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/>
          </p:nvPr>
        </p:nvGraphicFramePr>
        <p:xfrm>
          <a:off x="14210903" y="63998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74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63998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/>
          </p:nvPr>
        </p:nvGraphicFramePr>
        <p:xfrm>
          <a:off x="14210903" y="747540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75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747540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/>
          </p:nvPr>
        </p:nvGraphicFramePr>
        <p:xfrm>
          <a:off x="11802291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76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1802291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/>
          </p:nvPr>
        </p:nvGraphicFramePr>
        <p:xfrm>
          <a:off x="10424457" y="695041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77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424457" y="695041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/>
          </p:nvPr>
        </p:nvGraphicFramePr>
        <p:xfrm>
          <a:off x="13193633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78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193633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/>
          </p:nvPr>
        </p:nvGraphicFramePr>
        <p:xfrm>
          <a:off x="15210508" y="695044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79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210508" y="695044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/>
          </p:nvPr>
        </p:nvGraphicFramePr>
        <p:xfrm>
          <a:off x="10267958" y="535621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80" name="AxMath" r:id="rId53" imgW="622080" imgH="279000" progId="Equation.AxMath">
                  <p:embed/>
                </p:oleObj>
              </mc:Choice>
              <mc:Fallback>
                <p:oleObj name="AxMath" r:id="rId5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0267958" y="535621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11424062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/>
          </p:nvPr>
        </p:nvGraphicFramePr>
        <p:xfrm>
          <a:off x="11650671" y="596740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81" name="AxMath" r:id="rId55" imgW="629280" imgH="279000" progId="Equation.AxMath">
                  <p:embed/>
                </p:oleObj>
              </mc:Choice>
              <mc:Fallback>
                <p:oleObj name="AxMath" r:id="rId5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11650671" y="596740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12819042" y="65479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/>
          </p:nvPr>
        </p:nvGraphicFramePr>
        <p:xfrm>
          <a:off x="13044496" y="658017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82" name="AxMath" r:id="rId57" imgW="630720" imgH="279000" progId="Equation.AxMath">
                  <p:embed/>
                </p:oleObj>
              </mc:Choice>
              <mc:Fallback>
                <p:oleObj name="AxMath" r:id="rId5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13044496" y="658017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14760236" y="761964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/>
          </p:nvPr>
        </p:nvGraphicFramePr>
        <p:xfrm>
          <a:off x="14970133" y="765015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83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765015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/>
          </p:nvPr>
        </p:nvGraphicFramePr>
        <p:xfrm>
          <a:off x="11622096" y="53403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84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1622096" y="53403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12819042" y="53242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/>
          </p:nvPr>
        </p:nvGraphicFramePr>
        <p:xfrm>
          <a:off x="12863521" y="534034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85" name="AxMath" r:id="rId60" imgW="839160" imgH="279000" progId="Equation.AxMath">
                  <p:embed/>
                </p:oleObj>
              </mc:Choice>
              <mc:Fallback>
                <p:oleObj name="AxMath" r:id="rId60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2863521" y="534034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14760236" y="532896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/>
          </p:nvPr>
        </p:nvGraphicFramePr>
        <p:xfrm>
          <a:off x="14854246" y="538002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86" name="AxMath" r:id="rId61" imgW="773640" imgH="230400" progId="Equation.AxMath">
                  <p:embed/>
                </p:oleObj>
              </mc:Choice>
              <mc:Fallback>
                <p:oleObj name="AxMath" r:id="rId61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4854246" y="538002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14765661" y="593611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/>
          </p:nvPr>
        </p:nvGraphicFramePr>
        <p:xfrm>
          <a:off x="14770548" y="601182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87" name="AxMath" r:id="rId62" imgW="1183680" imgH="279000" progId="Equation.AxMath">
                  <p:embed/>
                </p:oleObj>
              </mc:Choice>
              <mc:Fallback>
                <p:oleObj name="AxMath" r:id="rId62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4770548" y="601182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1476023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/>
          </p:nvPr>
        </p:nvGraphicFramePr>
        <p:xfrm>
          <a:off x="14770547" y="662620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88" name="AxMath" r:id="rId63" imgW="1183680" imgH="279000" progId="Equation.AxMath">
                  <p:embed/>
                </p:oleObj>
              </mc:Choice>
              <mc:Fallback>
                <p:oleObj name="AxMath" r:id="rId63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4770547" y="662620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12812287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/>
          </p:nvPr>
        </p:nvGraphicFramePr>
        <p:xfrm>
          <a:off x="13009571" y="595152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89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3009571" y="595152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10035606" y="593270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/>
          </p:nvPr>
        </p:nvGraphicFramePr>
        <p:xfrm>
          <a:off x="10245733" y="594835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90" name="AxMath" r:id="rId65" imgW="606240" imgH="279000" progId="Equation.AxMath">
                  <p:embed/>
                </p:oleObj>
              </mc:Choice>
              <mc:Fallback>
                <p:oleObj name="AxMath" r:id="rId65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0245733" y="594835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11426949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/>
          </p:nvPr>
        </p:nvGraphicFramePr>
        <p:xfrm>
          <a:off x="11639558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91" name="AxMath" r:id="rId66" imgW="604080" imgH="279000" progId="Equation.AxMath">
                  <p:embed/>
                </p:oleObj>
              </mc:Choice>
              <mc:Fallback>
                <p:oleObj name="AxMath" r:id="rId66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1639558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1003560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/>
          </p:nvPr>
        </p:nvGraphicFramePr>
        <p:xfrm>
          <a:off x="10250496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92" name="AxMath" r:id="rId67" imgW="606240" imgH="279000" progId="Equation.AxMath">
                  <p:embed/>
                </p:oleObj>
              </mc:Choice>
              <mc:Fallback>
                <p:oleObj name="AxMath" r:id="rId6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0250496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12825146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/>
          </p:nvPr>
        </p:nvGraphicFramePr>
        <p:xfrm>
          <a:off x="13015921" y="763904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93" name="AxMath" r:id="rId68" imgW="637920" imgH="279000" progId="Equation.AxMath">
                  <p:embed/>
                </p:oleObj>
              </mc:Choice>
              <mc:Fallback>
                <p:oleObj name="AxMath" r:id="rId68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3015921" y="763904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11418422" y="76196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/>
          </p:nvPr>
        </p:nvGraphicFramePr>
        <p:xfrm>
          <a:off x="11610983" y="763586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94" name="AxMath" r:id="rId69" imgW="636480" imgH="279000" progId="Equation.AxMath">
                  <p:embed/>
                </p:oleObj>
              </mc:Choice>
              <mc:Fallback>
                <p:oleObj name="AxMath" r:id="rId69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1610983" y="763586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10033017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/>
          </p:nvPr>
        </p:nvGraphicFramePr>
        <p:xfrm>
          <a:off x="10231446" y="76390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95" name="AxMath" r:id="rId70" imgW="629280" imgH="279000" progId="Equation.AxMath">
                  <p:embed/>
                </p:oleObj>
              </mc:Choice>
              <mc:Fallback>
                <p:oleObj name="AxMath" r:id="rId70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0231446" y="76390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8751838" y="532426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8738936" y="593611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8738936" y="654795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8739052" y="762353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/>
          </p:nvPr>
        </p:nvGraphicFramePr>
        <p:xfrm>
          <a:off x="14210787" y="80592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96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787" y="80592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14760120" y="820352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/>
          </p:nvPr>
        </p:nvGraphicFramePr>
        <p:xfrm>
          <a:off x="14970133" y="823435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97" name="AxMath" r:id="rId71" imgW="637560" imgH="279000" progId="Equation.AxMath">
                  <p:embed/>
                </p:oleObj>
              </mc:Choice>
              <mc:Fallback>
                <p:oleObj name="AxMath" r:id="rId71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823435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12825030" y="82074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/>
          </p:nvPr>
        </p:nvGraphicFramePr>
        <p:xfrm>
          <a:off x="13020683" y="822324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98" name="AxMath" r:id="rId72" imgW="630720" imgH="279000" progId="Equation.AxMath">
                  <p:embed/>
                </p:oleObj>
              </mc:Choice>
              <mc:Fallback>
                <p:oleObj name="AxMath" r:id="rId72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13020683" y="822324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11418306" y="820352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/>
          </p:nvPr>
        </p:nvGraphicFramePr>
        <p:xfrm>
          <a:off x="11615746" y="822006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99" name="AxMath" r:id="rId73" imgW="629280" imgH="279000" progId="Equation.AxMath">
                  <p:embed/>
                </p:oleObj>
              </mc:Choice>
              <mc:Fallback>
                <p:oleObj name="AxMath" r:id="rId73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1615746" y="822006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10032901" y="820740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/>
          </p:nvPr>
        </p:nvGraphicFramePr>
        <p:xfrm>
          <a:off x="10236092" y="822291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00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0236092" y="822291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8738936" y="820740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11163108" y="85181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11163107" y="500474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11125092" y="500242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12522207" y="565438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13930320" y="625602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15861386" y="795185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右箭头 231"/>
          <p:cNvSpPr/>
          <p:nvPr/>
        </p:nvSpPr>
        <p:spPr>
          <a:xfrm rot="5400000">
            <a:off x="12403980" y="4249295"/>
            <a:ext cx="609600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右箭头 235"/>
          <p:cNvSpPr/>
          <p:nvPr/>
        </p:nvSpPr>
        <p:spPr>
          <a:xfrm>
            <a:off x="7709012" y="1854758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文本框 236"/>
          <p:cNvSpPr txBox="1"/>
          <p:nvPr/>
        </p:nvSpPr>
        <p:spPr>
          <a:xfrm>
            <a:off x="-3640317" y="1654651"/>
            <a:ext cx="21876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scatter-reduce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左大括号 237"/>
          <p:cNvSpPr/>
          <p:nvPr/>
        </p:nvSpPr>
        <p:spPr>
          <a:xfrm>
            <a:off x="-1301470" y="174625"/>
            <a:ext cx="806001" cy="3581872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文本框 238"/>
          <p:cNvSpPr txBox="1"/>
          <p:nvPr/>
        </p:nvSpPr>
        <p:spPr>
          <a:xfrm>
            <a:off x="-3066546" y="6713905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all-gather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0" name="左大括号 239"/>
          <p:cNvSpPr/>
          <p:nvPr/>
        </p:nvSpPr>
        <p:spPr>
          <a:xfrm>
            <a:off x="-1312386" y="5317812"/>
            <a:ext cx="816601" cy="3463527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/>
          <p:cNvSpPr/>
          <p:nvPr/>
        </p:nvSpPr>
        <p:spPr>
          <a:xfrm>
            <a:off x="939192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2327417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/>
          </p:nvPr>
        </p:nvGraphicFramePr>
        <p:xfrm>
          <a:off x="5114258" y="51696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01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1696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/>
          </p:nvPr>
        </p:nvGraphicFramePr>
        <p:xfrm>
          <a:off x="5114258" y="57815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02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7815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/>
          </p:nvPr>
        </p:nvGraphicFramePr>
        <p:xfrm>
          <a:off x="5114258" y="63933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03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63933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/>
          </p:nvPr>
        </p:nvGraphicFramePr>
        <p:xfrm>
          <a:off x="5114258" y="7468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0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7468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/>
          </p:nvPr>
        </p:nvGraphicFramePr>
        <p:xfrm>
          <a:off x="2705646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05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05646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/>
          </p:nvPr>
        </p:nvGraphicFramePr>
        <p:xfrm>
          <a:off x="1327812" y="69439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06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27812" y="69439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/>
          </p:nvPr>
        </p:nvGraphicFramePr>
        <p:xfrm>
          <a:off x="4096988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07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96988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/>
          </p:nvPr>
        </p:nvGraphicFramePr>
        <p:xfrm>
          <a:off x="6113863" y="69439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08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13863" y="69439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/>
          </p:nvPr>
        </p:nvGraphicFramePr>
        <p:xfrm>
          <a:off x="1171313" y="53497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09" name="AxMath" r:id="rId75" imgW="622080" imgH="279000" progId="Equation.AxMath">
                  <p:embed/>
                </p:oleObj>
              </mc:Choice>
              <mc:Fallback>
                <p:oleObj name="AxMath" r:id="rId75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171313" y="53497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2327417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/>
          </p:nvPr>
        </p:nvGraphicFramePr>
        <p:xfrm>
          <a:off x="2554026" y="59609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10" name="AxMath" r:id="rId76" imgW="629280" imgH="279000" progId="Equation.AxMath">
                  <p:embed/>
                </p:oleObj>
              </mc:Choice>
              <mc:Fallback>
                <p:oleObj name="AxMath" r:id="rId76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2554026" y="59609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3722397" y="65415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/>
          </p:nvPr>
        </p:nvGraphicFramePr>
        <p:xfrm>
          <a:off x="3947851" y="65737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11" name="AxMath" r:id="rId77" imgW="630720" imgH="279000" progId="Equation.AxMath">
                  <p:embed/>
                </p:oleObj>
              </mc:Choice>
              <mc:Fallback>
                <p:oleObj name="AxMath" r:id="rId7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3947851" y="65737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5663591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/>
          </p:nvPr>
        </p:nvGraphicFramePr>
        <p:xfrm>
          <a:off x="5873488" y="76437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12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3488" y="76437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/>
          </p:nvPr>
        </p:nvGraphicFramePr>
        <p:xfrm>
          <a:off x="2525451" y="53338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13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525451" y="53338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3722397" y="53178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/>
          </p:nvPr>
        </p:nvGraphicFramePr>
        <p:xfrm>
          <a:off x="3916101" y="53338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14" name="AxMath" r:id="rId78" imgW="630720" imgH="279000" progId="Equation.AxMath">
                  <p:embed/>
                </p:oleObj>
              </mc:Choice>
              <mc:Fallback>
                <p:oleObj name="AxMath" r:id="rId78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79"/>
                      <a:stretch>
                        <a:fillRect/>
                      </a:stretch>
                    </p:blipFill>
                    <p:spPr>
                      <a:xfrm>
                        <a:off x="3916101" y="53338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3715642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/>
          </p:nvPr>
        </p:nvGraphicFramePr>
        <p:xfrm>
          <a:off x="3912926" y="59450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15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3912926" y="59450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938961" y="59262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/>
          </p:nvPr>
        </p:nvGraphicFramePr>
        <p:xfrm>
          <a:off x="1137976" y="59419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16" name="AxMath" r:id="rId80" imgW="622080" imgH="279000" progId="Equation.AxMath">
                  <p:embed/>
                </p:oleObj>
              </mc:Choice>
              <mc:Fallback>
                <p:oleObj name="AxMath" r:id="rId80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37976" y="59419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2330304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/>
          </p:nvPr>
        </p:nvGraphicFramePr>
        <p:xfrm>
          <a:off x="2527038" y="65530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17" name="AxMath" r:id="rId82" imgW="629280" imgH="279000" progId="Equation.AxMath">
                  <p:embed/>
                </p:oleObj>
              </mc:Choice>
              <mc:Fallback>
                <p:oleObj name="AxMath" r:id="rId82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83"/>
                      <a:stretch>
                        <a:fillRect/>
                      </a:stretch>
                    </p:blipFill>
                    <p:spPr>
                      <a:xfrm>
                        <a:off x="2527038" y="65530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93896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/>
          </p:nvPr>
        </p:nvGraphicFramePr>
        <p:xfrm>
          <a:off x="1142738" y="65530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18" name="AxMath" r:id="rId84" imgW="622080" imgH="279000" progId="Equation.AxMath">
                  <p:embed/>
                </p:oleObj>
              </mc:Choice>
              <mc:Fallback>
                <p:oleObj name="AxMath" r:id="rId84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42738" y="65530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3728501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/>
          </p:nvPr>
        </p:nvGraphicFramePr>
        <p:xfrm>
          <a:off x="3924038" y="76325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19" name="AxMath" r:id="rId85" imgW="630720" imgH="279000" progId="Equation.AxMath">
                  <p:embed/>
                </p:oleObj>
              </mc:Choice>
              <mc:Fallback>
                <p:oleObj name="AxMath" r:id="rId85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86"/>
                      <a:stretch>
                        <a:fillRect/>
                      </a:stretch>
                    </p:blipFill>
                    <p:spPr>
                      <a:xfrm>
                        <a:off x="3924038" y="76325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2321777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/>
          </p:nvPr>
        </p:nvGraphicFramePr>
        <p:xfrm>
          <a:off x="2520688" y="76294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20" name="AxMath" r:id="rId87" imgW="629280" imgH="279000" progId="Equation.AxMath">
                  <p:embed/>
                </p:oleObj>
              </mc:Choice>
              <mc:Fallback>
                <p:oleObj name="AxMath" r:id="rId87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20688" y="76294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936372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/>
          </p:nvPr>
        </p:nvGraphicFramePr>
        <p:xfrm>
          <a:off x="1137976" y="76325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21" name="AxMath" r:id="rId89" imgW="622080" imgH="279000" progId="Equation.AxMath">
                  <p:embed/>
                </p:oleObj>
              </mc:Choice>
              <mc:Fallback>
                <p:oleObj name="AxMath" r:id="rId89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90"/>
                      <a:stretch>
                        <a:fillRect/>
                      </a:stretch>
                    </p:blipFill>
                    <p:spPr>
                      <a:xfrm>
                        <a:off x="1137976" y="76325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-344807" y="53178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-357709" y="59296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-357709" y="65415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-357593" y="76170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/>
          </p:nvPr>
        </p:nvGraphicFramePr>
        <p:xfrm>
          <a:off x="5114142" y="80528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2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142" y="80528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5663475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3728385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/>
          </p:nvPr>
        </p:nvGraphicFramePr>
        <p:xfrm>
          <a:off x="3924038" y="82167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23" name="AxMath" r:id="rId91" imgW="630720" imgH="279000" progId="Equation.AxMath">
                  <p:embed/>
                </p:oleObj>
              </mc:Choice>
              <mc:Fallback>
                <p:oleObj name="AxMath" r:id="rId91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92"/>
                      <a:stretch>
                        <a:fillRect/>
                      </a:stretch>
                    </p:blipFill>
                    <p:spPr>
                      <a:xfrm>
                        <a:off x="3924038" y="82167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2321661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/>
          </p:nvPr>
        </p:nvGraphicFramePr>
        <p:xfrm>
          <a:off x="2519101" y="82136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24" name="AxMath" r:id="rId93" imgW="629280" imgH="279000" progId="Equation.AxMath">
                  <p:embed/>
                </p:oleObj>
              </mc:Choice>
              <mc:Fallback>
                <p:oleObj name="AxMath" r:id="rId93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19101" y="82136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936256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/>
          </p:nvPr>
        </p:nvGraphicFramePr>
        <p:xfrm>
          <a:off x="1139447" y="82164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25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139447" y="82164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-357709" y="82009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/>
          </p:nvPr>
        </p:nvGraphicFramePr>
        <p:xfrm>
          <a:off x="5871900" y="82303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26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1900" y="82303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5663591" y="53225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/>
          </p:nvPr>
        </p:nvGraphicFramePr>
        <p:xfrm>
          <a:off x="5854438" y="53386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27" name="AxMath" r:id="rId94" imgW="637560" imgH="279000" progId="Equation.AxMath">
                  <p:embed/>
                </p:oleObj>
              </mc:Choice>
              <mc:Fallback>
                <p:oleObj name="AxMath" r:id="rId94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95"/>
                      <a:stretch>
                        <a:fillRect/>
                      </a:stretch>
                    </p:blipFill>
                    <p:spPr>
                      <a:xfrm>
                        <a:off x="5854438" y="53386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5669016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/>
          </p:nvPr>
        </p:nvGraphicFramePr>
        <p:xfrm>
          <a:off x="5857613" y="59450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28" name="AxMath" r:id="rId96" imgW="637560" imgH="279000" progId="Equation.AxMath">
                  <p:embed/>
                </p:oleObj>
              </mc:Choice>
              <mc:Fallback>
                <p:oleObj name="AxMath" r:id="rId96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97"/>
                      <a:stretch>
                        <a:fillRect/>
                      </a:stretch>
                    </p:blipFill>
                    <p:spPr>
                      <a:xfrm>
                        <a:off x="5857613" y="59450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566359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/>
          </p:nvPr>
        </p:nvGraphicFramePr>
        <p:xfrm>
          <a:off x="5854438" y="65530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29" name="AxMath" r:id="rId98" imgW="637560" imgH="279000" progId="Equation.AxMath">
                  <p:embed/>
                </p:oleObj>
              </mc:Choice>
              <mc:Fallback>
                <p:oleObj name="AxMath" r:id="rId98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99"/>
                      <a:stretch>
                        <a:fillRect/>
                      </a:stretch>
                    </p:blipFill>
                    <p:spPr>
                      <a:xfrm>
                        <a:off x="5854438" y="65530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4" name="圆角矩形 243"/>
          <p:cNvSpPr/>
          <p:nvPr/>
        </p:nvSpPr>
        <p:spPr>
          <a:xfrm>
            <a:off x="-334042" y="3158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949957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2338182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/>
          </p:nvPr>
        </p:nvGraphicFramePr>
        <p:xfrm>
          <a:off x="5125023" y="1677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30" name="AxMath" r:id="rId100" imgW="151920" imgH="226800" progId="Equation.AxMath">
                  <p:embed/>
                </p:oleObj>
              </mc:Choice>
              <mc:Fallback>
                <p:oleObj name="AxMath" r:id="rId100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677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-346944" y="9277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/>
          </p:nvPr>
        </p:nvGraphicFramePr>
        <p:xfrm>
          <a:off x="5125023" y="7795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31" name="AxMath" r:id="rId101" imgW="151920" imgH="226800" progId="Equation.AxMath">
                  <p:embed/>
                </p:oleObj>
              </mc:Choice>
              <mc:Fallback>
                <p:oleObj name="AxMath" r:id="rId101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7795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-346944" y="15395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/>
          </p:nvPr>
        </p:nvGraphicFramePr>
        <p:xfrm>
          <a:off x="5125023" y="13914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32" name="AxMath" r:id="rId102" imgW="151920" imgH="226800" progId="Equation.AxMath">
                  <p:embed/>
                </p:oleObj>
              </mc:Choice>
              <mc:Fallback>
                <p:oleObj name="AxMath" r:id="rId102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3914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-346944" y="31761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/>
          </p:nvPr>
        </p:nvGraphicFramePr>
        <p:xfrm>
          <a:off x="5124907" y="30279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33" name="AxMath" r:id="rId103" imgW="151920" imgH="226800" progId="Equation.AxMath">
                  <p:embed/>
                </p:oleObj>
              </mc:Choice>
              <mc:Fallback>
                <p:oleObj name="AxMath" r:id="rId103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4907" y="30279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/>
          </p:nvPr>
        </p:nvGraphicFramePr>
        <p:xfrm>
          <a:off x="2716411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34" name="AxMath" r:id="rId104" imgW="151920" imgH="226800" progId="Equation.AxMath">
                  <p:embed/>
                </p:oleObj>
              </mc:Choice>
              <mc:Fallback>
                <p:oleObj name="AxMath" r:id="rId104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16411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/>
          </p:nvPr>
        </p:nvGraphicFramePr>
        <p:xfrm>
          <a:off x="1338577" y="19420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35" name="AxMath" r:id="rId105" imgW="151920" imgH="226800" progId="Equation.AxMath">
                  <p:embed/>
                </p:oleObj>
              </mc:Choice>
              <mc:Fallback>
                <p:oleObj name="AxMath" r:id="rId105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38577" y="19420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/>
          </p:nvPr>
        </p:nvGraphicFramePr>
        <p:xfrm>
          <a:off x="4107753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36" name="AxMath" r:id="rId106" imgW="151920" imgH="226800" progId="Equation.AxMath">
                  <p:embed/>
                </p:oleObj>
              </mc:Choice>
              <mc:Fallback>
                <p:oleObj name="AxMath" r:id="rId106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107753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/>
          </p:nvPr>
        </p:nvGraphicFramePr>
        <p:xfrm>
          <a:off x="6124628" y="19420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37" name="AxMath" r:id="rId107" imgW="151920" imgH="226800" progId="Equation.AxMath">
                  <p:embed/>
                </p:oleObj>
              </mc:Choice>
              <mc:Fallback>
                <p:oleObj name="AxMath" r:id="rId107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24628" y="19420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1880982" y="6483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3321854" y="12493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4729129" y="18612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6696474" y="35403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5266821" y="18049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/>
          </p:nvPr>
        </p:nvGraphicFramePr>
        <p:xfrm>
          <a:off x="1447191" y="3795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38" name="AxMath" r:id="rId108" imgW="218880" imgH="230400" progId="Equation.AxMath">
                  <p:embed/>
                </p:oleObj>
              </mc:Choice>
              <mc:Fallback>
                <p:oleObj name="AxMath" r:id="rId108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447191" y="3795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2338182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/>
          </p:nvPr>
        </p:nvGraphicFramePr>
        <p:xfrm>
          <a:off x="2836253" y="9907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39" name="AxMath" r:id="rId109" imgW="217080" imgH="230400" progId="Equation.AxMath">
                  <p:embed/>
                </p:oleObj>
              </mc:Choice>
              <mc:Fallback>
                <p:oleObj name="AxMath" r:id="rId109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836253" y="9907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3733162" y="15395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/>
          </p:nvPr>
        </p:nvGraphicFramePr>
        <p:xfrm>
          <a:off x="4225316" y="16035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40" name="AxMath" r:id="rId110" imgW="225360" imgH="230400" progId="Equation.AxMath">
                  <p:embed/>
                </p:oleObj>
              </mc:Choice>
              <mc:Fallback>
                <p:oleObj name="AxMath" r:id="rId110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225316" y="16035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5674240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/>
          </p:nvPr>
        </p:nvGraphicFramePr>
        <p:xfrm>
          <a:off x="6050825" y="32344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41" name="AxMath" r:id="rId111" imgW="385200" imgH="230400" progId="Equation.AxMath">
                  <p:embed/>
                </p:oleObj>
              </mc:Choice>
              <mc:Fallback>
                <p:oleObj name="AxMath" r:id="rId111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6050825" y="32344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/>
          </p:nvPr>
        </p:nvGraphicFramePr>
        <p:xfrm>
          <a:off x="2823553" y="3668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42" name="AxMath" r:id="rId112" imgW="226080" imgH="230400" progId="Equation.AxMath">
                  <p:embed/>
                </p:oleObj>
              </mc:Choice>
              <mc:Fallback>
                <p:oleObj name="AxMath" r:id="rId112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13"/>
                      <a:stretch>
                        <a:fillRect/>
                      </a:stretch>
                    </p:blipFill>
                    <p:spPr>
                      <a:xfrm>
                        <a:off x="2823553" y="3668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3733162" y="3158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/>
          </p:nvPr>
        </p:nvGraphicFramePr>
        <p:xfrm>
          <a:off x="4217378" y="3668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43" name="AxMath" r:id="rId114" imgW="227520" imgH="230400" progId="Equation.AxMath">
                  <p:embed/>
                </p:oleObj>
              </mc:Choice>
              <mc:Fallback>
                <p:oleObj name="AxMath" r:id="rId114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15"/>
                      <a:stretch>
                        <a:fillRect/>
                      </a:stretch>
                    </p:blipFill>
                    <p:spPr>
                      <a:xfrm>
                        <a:off x="4217378" y="3668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5674356" y="3205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/>
          </p:nvPr>
        </p:nvGraphicFramePr>
        <p:xfrm>
          <a:off x="5768366" y="3716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44" name="AxMath" r:id="rId116" imgW="773640" imgH="230400" progId="Equation.AxMath">
                  <p:embed/>
                </p:oleObj>
              </mc:Choice>
              <mc:Fallback>
                <p:oleObj name="AxMath" r:id="rId116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768366" y="3716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5679781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/>
          </p:nvPr>
        </p:nvGraphicFramePr>
        <p:xfrm>
          <a:off x="6165241" y="9780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45" name="AxMath" r:id="rId117" imgW="225360" imgH="230400" progId="Equation.AxMath">
                  <p:embed/>
                </p:oleObj>
              </mc:Choice>
              <mc:Fallback>
                <p:oleObj name="AxMath" r:id="rId11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118"/>
                      <a:stretch>
                        <a:fillRect/>
                      </a:stretch>
                    </p:blipFill>
                    <p:spPr>
                      <a:xfrm>
                        <a:off x="6165241" y="9780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567435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/>
          </p:nvPr>
        </p:nvGraphicFramePr>
        <p:xfrm>
          <a:off x="6155716" y="15860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46" name="AxMath" r:id="rId119" imgW="232200" imgH="230400" progId="Equation.AxMath">
                  <p:embed/>
                </p:oleObj>
              </mc:Choice>
              <mc:Fallback>
                <p:oleObj name="AxMath" r:id="rId11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120"/>
                      <a:stretch>
                        <a:fillRect/>
                      </a:stretch>
                    </p:blipFill>
                    <p:spPr>
                      <a:xfrm>
                        <a:off x="6155716" y="15860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3726407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/>
          </p:nvPr>
        </p:nvGraphicFramePr>
        <p:xfrm>
          <a:off x="4217378" y="9780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47" name="AxMath" r:id="rId121" imgW="218520" imgH="230400" progId="Equation.AxMath">
                  <p:embed/>
                </p:oleObj>
              </mc:Choice>
              <mc:Fallback>
                <p:oleObj name="AxMath" r:id="rId12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122"/>
                      <a:stretch>
                        <a:fillRect/>
                      </a:stretch>
                    </p:blipFill>
                    <p:spPr>
                      <a:xfrm>
                        <a:off x="4217378" y="9780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949726" y="9242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/>
          </p:nvPr>
        </p:nvGraphicFramePr>
        <p:xfrm>
          <a:off x="1177316" y="9748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48" name="AxMath" r:id="rId123" imgW="583200" imgH="230400" progId="Equation.AxMath">
                  <p:embed/>
                </p:oleObj>
              </mc:Choice>
              <mc:Fallback>
                <p:oleObj name="AxMath" r:id="rId12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124"/>
                      <a:stretch>
                        <a:fillRect/>
                      </a:stretch>
                    </p:blipFill>
                    <p:spPr>
                      <a:xfrm>
                        <a:off x="1177316" y="9748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2341069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/>
          </p:nvPr>
        </p:nvGraphicFramePr>
        <p:xfrm>
          <a:off x="2561616" y="15860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49" name="AxMath" r:id="rId125" imgW="595080" imgH="230400" progId="Equation.AxMath">
                  <p:embed/>
                </p:oleObj>
              </mc:Choice>
              <mc:Fallback>
                <p:oleObj name="AxMath" r:id="rId12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126"/>
                      <a:stretch>
                        <a:fillRect/>
                      </a:stretch>
                    </p:blipFill>
                    <p:spPr>
                      <a:xfrm>
                        <a:off x="2561616" y="15860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94972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/>
          </p:nvPr>
        </p:nvGraphicFramePr>
        <p:xfrm>
          <a:off x="1431316" y="15860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50" name="AxMath" r:id="rId127" imgW="234000" imgH="230400" progId="Equation.AxMath">
                  <p:embed/>
                </p:oleObj>
              </mc:Choice>
              <mc:Fallback>
                <p:oleObj name="AxMath" r:id="rId12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128"/>
                      <a:stretch>
                        <a:fillRect/>
                      </a:stretch>
                    </p:blipFill>
                    <p:spPr>
                      <a:xfrm>
                        <a:off x="1431316" y="15860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3739150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/>
          </p:nvPr>
        </p:nvGraphicFramePr>
        <p:xfrm>
          <a:off x="4115662" y="32265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51" name="AxMath" r:id="rId129" imgW="378360" imgH="230400" progId="Equation.AxMath">
                  <p:embed/>
                </p:oleObj>
              </mc:Choice>
              <mc:Fallback>
                <p:oleObj name="AxMath" r:id="rId12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130"/>
                      <a:stretch>
                        <a:fillRect/>
                      </a:stretch>
                    </p:blipFill>
                    <p:spPr>
                      <a:xfrm>
                        <a:off x="4115662" y="32265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2332426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/>
          </p:nvPr>
        </p:nvGraphicFramePr>
        <p:xfrm>
          <a:off x="2710725" y="32233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52" name="AxMath" r:id="rId131" imgW="376560" imgH="230400" progId="Equation.AxMath">
                  <p:embed/>
                </p:oleObj>
              </mc:Choice>
              <mc:Fallback>
                <p:oleObj name="AxMath" r:id="rId13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132"/>
                      <a:stretch>
                        <a:fillRect/>
                      </a:stretch>
                    </p:blipFill>
                    <p:spPr>
                      <a:xfrm>
                        <a:off x="2710725" y="32233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947021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/>
          </p:nvPr>
        </p:nvGraphicFramePr>
        <p:xfrm>
          <a:off x="1329600" y="32265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53" name="AxMath" r:id="rId133" imgW="369720" imgH="230400" progId="Equation.AxMath">
                  <p:embed/>
                </p:oleObj>
              </mc:Choice>
              <mc:Fallback>
                <p:oleObj name="AxMath" r:id="rId13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134"/>
                      <a:stretch>
                        <a:fillRect/>
                      </a:stretch>
                    </p:blipFill>
                    <p:spPr>
                      <a:xfrm>
                        <a:off x="1329600" y="32265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-346944" y="25974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5674240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/>
          </p:nvPr>
        </p:nvGraphicFramePr>
        <p:xfrm>
          <a:off x="6047766" y="26560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54" name="AxMath" r:id="rId135" imgW="392040" imgH="230400" progId="Equation.AxMath">
                  <p:embed/>
                </p:oleObj>
              </mc:Choice>
              <mc:Fallback>
                <p:oleObj name="AxMath" r:id="rId13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136"/>
                      <a:stretch>
                        <a:fillRect/>
                      </a:stretch>
                    </p:blipFill>
                    <p:spPr>
                      <a:xfrm>
                        <a:off x="6047766" y="26560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3739150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/>
          </p:nvPr>
        </p:nvGraphicFramePr>
        <p:xfrm>
          <a:off x="4111016" y="26480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55" name="AxMath" r:id="rId137" imgW="385200" imgH="230400" progId="Equation.AxMath">
                  <p:embed/>
                </p:oleObj>
              </mc:Choice>
              <mc:Fallback>
                <p:oleObj name="AxMath" r:id="rId13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138"/>
                      <a:stretch>
                        <a:fillRect/>
                      </a:stretch>
                    </p:blipFill>
                    <p:spPr>
                      <a:xfrm>
                        <a:off x="4111016" y="26480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2332426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/>
          </p:nvPr>
        </p:nvGraphicFramePr>
        <p:xfrm>
          <a:off x="2706078" y="26449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56" name="AxMath" r:id="rId139" imgW="383760" imgH="230400" progId="Equation.AxMath">
                  <p:embed/>
                </p:oleObj>
              </mc:Choice>
              <mc:Fallback>
                <p:oleObj name="AxMath" r:id="rId13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140"/>
                      <a:stretch>
                        <a:fillRect/>
                      </a:stretch>
                    </p:blipFill>
                    <p:spPr>
                      <a:xfrm>
                        <a:off x="2706078" y="26449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947021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/>
          </p:nvPr>
        </p:nvGraphicFramePr>
        <p:xfrm>
          <a:off x="1324953" y="26480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057" name="AxMath" r:id="rId141" imgW="376560" imgH="230400" progId="Equation.AxMath">
                  <p:embed/>
                </p:oleObj>
              </mc:Choice>
              <mc:Fallback>
                <p:oleObj name="AxMath" r:id="rId14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142"/>
                      <a:stretch>
                        <a:fillRect/>
                      </a:stretch>
                    </p:blipFill>
                    <p:spPr>
                      <a:xfrm>
                        <a:off x="1324953" y="26480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6696474" y="38483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818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2414238" y="2142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3698237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5086462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3611678"/>
              </p:ext>
            </p:extLst>
          </p:nvPr>
        </p:nvGraphicFramePr>
        <p:xfrm>
          <a:off x="7873303" y="661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25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61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2401336" y="8261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8030247"/>
              </p:ext>
            </p:extLst>
          </p:nvPr>
        </p:nvGraphicFramePr>
        <p:xfrm>
          <a:off x="7873303" y="6779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26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779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2401336" y="14379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861302"/>
              </p:ext>
            </p:extLst>
          </p:nvPr>
        </p:nvGraphicFramePr>
        <p:xfrm>
          <a:off x="7873303" y="12898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27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12898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2401336" y="30745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3554477"/>
              </p:ext>
            </p:extLst>
          </p:nvPr>
        </p:nvGraphicFramePr>
        <p:xfrm>
          <a:off x="7873187" y="29263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28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187" y="29263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967791"/>
              </p:ext>
            </p:extLst>
          </p:nvPr>
        </p:nvGraphicFramePr>
        <p:xfrm>
          <a:off x="5464691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29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64691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800795"/>
              </p:ext>
            </p:extLst>
          </p:nvPr>
        </p:nvGraphicFramePr>
        <p:xfrm>
          <a:off x="4086857" y="18404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0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6857" y="18404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4284702"/>
              </p:ext>
            </p:extLst>
          </p:nvPr>
        </p:nvGraphicFramePr>
        <p:xfrm>
          <a:off x="6856033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1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6033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9198044"/>
              </p:ext>
            </p:extLst>
          </p:nvPr>
        </p:nvGraphicFramePr>
        <p:xfrm>
          <a:off x="8872908" y="18404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2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72908" y="18404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5086462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7" name="矩形 266"/>
          <p:cNvSpPr/>
          <p:nvPr/>
        </p:nvSpPr>
        <p:spPr>
          <a:xfrm>
            <a:off x="6481442" y="14379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9" name="矩形 268"/>
          <p:cNvSpPr/>
          <p:nvPr/>
        </p:nvSpPr>
        <p:spPr>
          <a:xfrm>
            <a:off x="8422520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2" name="矩形 271"/>
          <p:cNvSpPr/>
          <p:nvPr/>
        </p:nvSpPr>
        <p:spPr>
          <a:xfrm>
            <a:off x="6481442" y="2142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4" name="矩形 273"/>
          <p:cNvSpPr/>
          <p:nvPr/>
        </p:nvSpPr>
        <p:spPr>
          <a:xfrm>
            <a:off x="8422636" y="21896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6" name="矩形 275"/>
          <p:cNvSpPr/>
          <p:nvPr/>
        </p:nvSpPr>
        <p:spPr>
          <a:xfrm>
            <a:off x="8428061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8" name="矩形 277"/>
          <p:cNvSpPr/>
          <p:nvPr/>
        </p:nvSpPr>
        <p:spPr>
          <a:xfrm>
            <a:off x="842263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0" name="矩形 279"/>
          <p:cNvSpPr/>
          <p:nvPr/>
        </p:nvSpPr>
        <p:spPr>
          <a:xfrm>
            <a:off x="6474687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2" name="矩形 281"/>
          <p:cNvSpPr/>
          <p:nvPr/>
        </p:nvSpPr>
        <p:spPr>
          <a:xfrm>
            <a:off x="3698006" y="8226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4" name="矩形 283"/>
          <p:cNvSpPr/>
          <p:nvPr/>
        </p:nvSpPr>
        <p:spPr>
          <a:xfrm>
            <a:off x="5089349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6" name="矩形 285"/>
          <p:cNvSpPr/>
          <p:nvPr/>
        </p:nvSpPr>
        <p:spPr>
          <a:xfrm>
            <a:off x="369800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8" name="矩形 287"/>
          <p:cNvSpPr/>
          <p:nvPr/>
        </p:nvSpPr>
        <p:spPr>
          <a:xfrm>
            <a:off x="6487430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0" name="矩形 289"/>
          <p:cNvSpPr/>
          <p:nvPr/>
        </p:nvSpPr>
        <p:spPr>
          <a:xfrm>
            <a:off x="5080706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2" name="矩形 291"/>
          <p:cNvSpPr/>
          <p:nvPr/>
        </p:nvSpPr>
        <p:spPr>
          <a:xfrm>
            <a:off x="3695301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4" name="圆角矩形 293"/>
          <p:cNvSpPr/>
          <p:nvPr/>
        </p:nvSpPr>
        <p:spPr>
          <a:xfrm>
            <a:off x="2401336" y="24958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8422520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7" name="矩形 296"/>
          <p:cNvSpPr/>
          <p:nvPr/>
        </p:nvSpPr>
        <p:spPr>
          <a:xfrm>
            <a:off x="6487430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9" name="矩形 298"/>
          <p:cNvSpPr/>
          <p:nvPr/>
        </p:nvSpPr>
        <p:spPr>
          <a:xfrm>
            <a:off x="5080706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1" name="矩形 300"/>
          <p:cNvSpPr/>
          <p:nvPr/>
        </p:nvSpPr>
        <p:spPr>
          <a:xfrm>
            <a:off x="3695301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1" name="对象 2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7052299"/>
              </p:ext>
            </p:extLst>
          </p:nvPr>
        </p:nvGraphicFramePr>
        <p:xfrm>
          <a:off x="4174111" y="288038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3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74111" y="288038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2" name="对象 2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1110228"/>
              </p:ext>
            </p:extLst>
          </p:nvPr>
        </p:nvGraphicFramePr>
        <p:xfrm>
          <a:off x="5543358" y="28115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4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8" y="28115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3" name="对象 2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6495133"/>
              </p:ext>
            </p:extLst>
          </p:nvPr>
        </p:nvGraphicFramePr>
        <p:xfrm>
          <a:off x="6933864" y="277828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5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33864" y="277828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3" name="对象 3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9271159"/>
              </p:ext>
            </p:extLst>
          </p:nvPr>
        </p:nvGraphicFramePr>
        <p:xfrm>
          <a:off x="8932863" y="279400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6" name="AxMath" r:id="rId19" imgW="239760" imgH="228960" progId="Equation.AxMath">
                  <p:embed/>
                </p:oleObj>
              </mc:Choice>
              <mc:Fallback>
                <p:oleObj name="AxMath" r:id="rId19" imgW="239760" imgH="22896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32863" y="279400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5" name="圆角矩形 304"/>
          <p:cNvSpPr/>
          <p:nvPr/>
        </p:nvSpPr>
        <p:spPr>
          <a:xfrm>
            <a:off x="2408250" y="4550445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6" name="矩形 305"/>
          <p:cNvSpPr/>
          <p:nvPr/>
        </p:nvSpPr>
        <p:spPr>
          <a:xfrm>
            <a:off x="3692249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7" name="矩形 306"/>
          <p:cNvSpPr/>
          <p:nvPr/>
        </p:nvSpPr>
        <p:spPr>
          <a:xfrm>
            <a:off x="5080474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8" name="对象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7418667"/>
              </p:ext>
            </p:extLst>
          </p:nvPr>
        </p:nvGraphicFramePr>
        <p:xfrm>
          <a:off x="7867315" y="4402323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7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4402323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" name="圆角矩形 308"/>
          <p:cNvSpPr/>
          <p:nvPr/>
        </p:nvSpPr>
        <p:spPr>
          <a:xfrm>
            <a:off x="2395348" y="516229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0" name="对象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9573776"/>
              </p:ext>
            </p:extLst>
          </p:nvPr>
        </p:nvGraphicFramePr>
        <p:xfrm>
          <a:off x="7867315" y="501417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8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01417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1" name="圆角矩形 310"/>
          <p:cNvSpPr/>
          <p:nvPr/>
        </p:nvSpPr>
        <p:spPr>
          <a:xfrm>
            <a:off x="2395348" y="5774140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2" name="对象 3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8750311"/>
              </p:ext>
            </p:extLst>
          </p:nvPr>
        </p:nvGraphicFramePr>
        <p:xfrm>
          <a:off x="7867315" y="5626018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39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626018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3" name="圆角矩形 312"/>
          <p:cNvSpPr/>
          <p:nvPr/>
        </p:nvSpPr>
        <p:spPr>
          <a:xfrm>
            <a:off x="2395348" y="741070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4" name="对象 3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6882007"/>
              </p:ext>
            </p:extLst>
          </p:nvPr>
        </p:nvGraphicFramePr>
        <p:xfrm>
          <a:off x="7867199" y="72625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199" y="72625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5" name="对象 3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6578742"/>
              </p:ext>
            </p:extLst>
          </p:nvPr>
        </p:nvGraphicFramePr>
        <p:xfrm>
          <a:off x="5458703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1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8703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6" name="对象 3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56894402"/>
              </p:ext>
            </p:extLst>
          </p:nvPr>
        </p:nvGraphicFramePr>
        <p:xfrm>
          <a:off x="4080869" y="617659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2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0869" y="617659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" name="对象 3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12175"/>
              </p:ext>
            </p:extLst>
          </p:nvPr>
        </p:nvGraphicFramePr>
        <p:xfrm>
          <a:off x="6850045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3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0045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" name="对象 3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3689075"/>
              </p:ext>
            </p:extLst>
          </p:nvPr>
        </p:nvGraphicFramePr>
        <p:xfrm>
          <a:off x="8866920" y="617662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4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6920" y="617662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9" name="矩形 318"/>
          <p:cNvSpPr/>
          <p:nvPr/>
        </p:nvSpPr>
        <p:spPr>
          <a:xfrm>
            <a:off x="5080474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0" name="矩形 319"/>
          <p:cNvSpPr/>
          <p:nvPr/>
        </p:nvSpPr>
        <p:spPr>
          <a:xfrm>
            <a:off x="6475454" y="577413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1" name="矩形 320"/>
          <p:cNvSpPr/>
          <p:nvPr/>
        </p:nvSpPr>
        <p:spPr>
          <a:xfrm>
            <a:off x="8416532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2" name="矩形 321"/>
          <p:cNvSpPr/>
          <p:nvPr/>
        </p:nvSpPr>
        <p:spPr>
          <a:xfrm>
            <a:off x="6475454" y="455044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3" name="矩形 322"/>
          <p:cNvSpPr/>
          <p:nvPr/>
        </p:nvSpPr>
        <p:spPr>
          <a:xfrm>
            <a:off x="8416648" y="4555149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4" name="矩形 323"/>
          <p:cNvSpPr/>
          <p:nvPr/>
        </p:nvSpPr>
        <p:spPr>
          <a:xfrm>
            <a:off x="8422073" y="516229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5" name="矩形 324"/>
          <p:cNvSpPr/>
          <p:nvPr/>
        </p:nvSpPr>
        <p:spPr>
          <a:xfrm>
            <a:off x="8416648" y="576943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6" name="矩形 325"/>
          <p:cNvSpPr/>
          <p:nvPr/>
        </p:nvSpPr>
        <p:spPr>
          <a:xfrm>
            <a:off x="6468699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7" name="矩形 326"/>
          <p:cNvSpPr/>
          <p:nvPr/>
        </p:nvSpPr>
        <p:spPr>
          <a:xfrm>
            <a:off x="3692018" y="515888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8" name="矩形 327"/>
          <p:cNvSpPr/>
          <p:nvPr/>
        </p:nvSpPr>
        <p:spPr>
          <a:xfrm>
            <a:off x="5083361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9" name="矩形 328"/>
          <p:cNvSpPr/>
          <p:nvPr/>
        </p:nvSpPr>
        <p:spPr>
          <a:xfrm>
            <a:off x="3692018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0" name="矩形 329"/>
          <p:cNvSpPr/>
          <p:nvPr/>
        </p:nvSpPr>
        <p:spPr>
          <a:xfrm>
            <a:off x="6481442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1" name="矩形 330"/>
          <p:cNvSpPr/>
          <p:nvPr/>
        </p:nvSpPr>
        <p:spPr>
          <a:xfrm>
            <a:off x="5074718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2" name="矩形 331"/>
          <p:cNvSpPr/>
          <p:nvPr/>
        </p:nvSpPr>
        <p:spPr>
          <a:xfrm>
            <a:off x="3689313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3" name="圆角矩形 332"/>
          <p:cNvSpPr/>
          <p:nvPr/>
        </p:nvSpPr>
        <p:spPr>
          <a:xfrm>
            <a:off x="2395348" y="68320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4" name="矩形 333"/>
          <p:cNvSpPr/>
          <p:nvPr/>
        </p:nvSpPr>
        <p:spPr>
          <a:xfrm>
            <a:off x="8416532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5" name="矩形 334"/>
          <p:cNvSpPr/>
          <p:nvPr/>
        </p:nvSpPr>
        <p:spPr>
          <a:xfrm>
            <a:off x="6481442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6" name="矩形 335"/>
          <p:cNvSpPr/>
          <p:nvPr/>
        </p:nvSpPr>
        <p:spPr>
          <a:xfrm>
            <a:off x="5074718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7" name="矩形 336"/>
          <p:cNvSpPr/>
          <p:nvPr/>
        </p:nvSpPr>
        <p:spPr>
          <a:xfrm>
            <a:off x="3689313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38" name="对象 3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4505630"/>
              </p:ext>
            </p:extLst>
          </p:nvPr>
        </p:nvGraphicFramePr>
        <p:xfrm>
          <a:off x="4168123" y="462422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5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8123" y="462422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9" name="对象 33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7661719"/>
              </p:ext>
            </p:extLst>
          </p:nvPr>
        </p:nvGraphicFramePr>
        <p:xfrm>
          <a:off x="5537370" y="461734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6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42" name="对象 24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7370" y="461734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0" name="对象 3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2241621"/>
              </p:ext>
            </p:extLst>
          </p:nvPr>
        </p:nvGraphicFramePr>
        <p:xfrm>
          <a:off x="6927876" y="461401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7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7876" y="461401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1" name="对象 3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595886"/>
              </p:ext>
            </p:extLst>
          </p:nvPr>
        </p:nvGraphicFramePr>
        <p:xfrm>
          <a:off x="8926875" y="461558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8" name="AxMath" r:id="rId21" imgW="239760" imgH="228960" progId="Equation.AxMath">
                  <p:embed/>
                </p:oleObj>
              </mc:Choice>
              <mc:Fallback>
                <p:oleObj name="AxMath" r:id="rId21" imgW="239760" imgH="228960" progId="Equation.AxMath">
                  <p:embed/>
                  <p:pic>
                    <p:nvPicPr>
                      <p:cNvPr id="303" name="对象 30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6875" y="461558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虚尾箭头 1"/>
          <p:cNvSpPr/>
          <p:nvPr/>
        </p:nvSpPr>
        <p:spPr>
          <a:xfrm rot="5400000">
            <a:off x="6181265" y="3810415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42" name="对象 3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5051017"/>
              </p:ext>
            </p:extLst>
          </p:nvPr>
        </p:nvGraphicFramePr>
        <p:xfrm>
          <a:off x="4157733" y="522690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9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733" y="522690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3" name="对象 3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0399672"/>
              </p:ext>
            </p:extLst>
          </p:nvPr>
        </p:nvGraphicFramePr>
        <p:xfrm>
          <a:off x="4157081" y="5831404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0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081" y="5831404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4" name="对象 3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2629141"/>
              </p:ext>
            </p:extLst>
          </p:nvPr>
        </p:nvGraphicFramePr>
        <p:xfrm>
          <a:off x="5528727" y="521990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1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28727" y="521990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5" name="对象 3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3410202"/>
              </p:ext>
            </p:extLst>
          </p:nvPr>
        </p:nvGraphicFramePr>
        <p:xfrm>
          <a:off x="6919588" y="5221370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2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19588" y="5221370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" name="对象 3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6668308"/>
              </p:ext>
            </p:extLst>
          </p:nvPr>
        </p:nvGraphicFramePr>
        <p:xfrm>
          <a:off x="5543357" y="583140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44" name="对象 343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7" y="583140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53" name="直接箭头连接符 352"/>
          <p:cNvCxnSpPr/>
          <p:nvPr/>
        </p:nvCxnSpPr>
        <p:spPr>
          <a:xfrm flipH="1">
            <a:off x="6141308" y="548079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直接箭头连接符 353"/>
          <p:cNvCxnSpPr/>
          <p:nvPr/>
        </p:nvCxnSpPr>
        <p:spPr>
          <a:xfrm flipH="1">
            <a:off x="4766521" y="6084614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直接箭头连接符 354"/>
          <p:cNvCxnSpPr/>
          <p:nvPr/>
        </p:nvCxnSpPr>
        <p:spPr>
          <a:xfrm flipH="1">
            <a:off x="7576995" y="49020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圆角矩形 355"/>
          <p:cNvSpPr/>
          <p:nvPr/>
        </p:nvSpPr>
        <p:spPr>
          <a:xfrm>
            <a:off x="2401495" y="889365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7" name="矩形 356"/>
          <p:cNvSpPr/>
          <p:nvPr/>
        </p:nvSpPr>
        <p:spPr>
          <a:xfrm>
            <a:off x="3685494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8" name="矩形 357"/>
          <p:cNvSpPr/>
          <p:nvPr/>
        </p:nvSpPr>
        <p:spPr>
          <a:xfrm>
            <a:off x="5073719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59" name="对象 3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7795869"/>
              </p:ext>
            </p:extLst>
          </p:nvPr>
        </p:nvGraphicFramePr>
        <p:xfrm>
          <a:off x="7860560" y="87455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4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308" name="对象 30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87455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0" name="圆角矩形 359"/>
          <p:cNvSpPr/>
          <p:nvPr/>
        </p:nvSpPr>
        <p:spPr>
          <a:xfrm>
            <a:off x="2388593" y="950550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1" name="对象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3338014"/>
              </p:ext>
            </p:extLst>
          </p:nvPr>
        </p:nvGraphicFramePr>
        <p:xfrm>
          <a:off x="7860560" y="93573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5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310" name="对象 30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3573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2" name="圆角矩形 361"/>
          <p:cNvSpPr/>
          <p:nvPr/>
        </p:nvSpPr>
        <p:spPr>
          <a:xfrm>
            <a:off x="2388593" y="1011734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3" name="对象 3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616039"/>
              </p:ext>
            </p:extLst>
          </p:nvPr>
        </p:nvGraphicFramePr>
        <p:xfrm>
          <a:off x="7860560" y="996922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6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312" name="对象 31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96922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4" name="圆角矩形 363"/>
          <p:cNvSpPr/>
          <p:nvPr/>
        </p:nvSpPr>
        <p:spPr>
          <a:xfrm>
            <a:off x="2388593" y="1175390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5" name="对象 3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231191"/>
              </p:ext>
            </p:extLst>
          </p:nvPr>
        </p:nvGraphicFramePr>
        <p:xfrm>
          <a:off x="7860444" y="1160578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7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314" name="对象 31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444" y="1160578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6" name="对象 3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8321140"/>
              </p:ext>
            </p:extLst>
          </p:nvPr>
        </p:nvGraphicFramePr>
        <p:xfrm>
          <a:off x="5451948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8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315" name="对象 31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1948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7" name="对象 3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1567437"/>
              </p:ext>
            </p:extLst>
          </p:nvPr>
        </p:nvGraphicFramePr>
        <p:xfrm>
          <a:off x="4074114" y="1051980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59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316" name="对象 31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74114" y="1051980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" name="对象 3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8437497"/>
              </p:ext>
            </p:extLst>
          </p:nvPr>
        </p:nvGraphicFramePr>
        <p:xfrm>
          <a:off x="6843290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0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317" name="对象 31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43290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" name="对象 3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673867"/>
              </p:ext>
            </p:extLst>
          </p:nvPr>
        </p:nvGraphicFramePr>
        <p:xfrm>
          <a:off x="8860165" y="1051983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1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318" name="对象 317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0165" y="1051983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0" name="矩形 369"/>
          <p:cNvSpPr/>
          <p:nvPr/>
        </p:nvSpPr>
        <p:spPr>
          <a:xfrm>
            <a:off x="5073719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1" name="矩形 370"/>
          <p:cNvSpPr/>
          <p:nvPr/>
        </p:nvSpPr>
        <p:spPr>
          <a:xfrm>
            <a:off x="6468699" y="1011734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2" name="矩形 371"/>
          <p:cNvSpPr/>
          <p:nvPr/>
        </p:nvSpPr>
        <p:spPr>
          <a:xfrm>
            <a:off x="8409777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3" name="矩形 372"/>
          <p:cNvSpPr/>
          <p:nvPr/>
        </p:nvSpPr>
        <p:spPr>
          <a:xfrm>
            <a:off x="6468699" y="889365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4" name="矩形 373"/>
          <p:cNvSpPr/>
          <p:nvPr/>
        </p:nvSpPr>
        <p:spPr>
          <a:xfrm>
            <a:off x="8409893" y="88983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5" name="矩形 374"/>
          <p:cNvSpPr/>
          <p:nvPr/>
        </p:nvSpPr>
        <p:spPr>
          <a:xfrm>
            <a:off x="8415318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6" name="矩形 375"/>
          <p:cNvSpPr/>
          <p:nvPr/>
        </p:nvSpPr>
        <p:spPr>
          <a:xfrm>
            <a:off x="840989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7" name="矩形 376"/>
          <p:cNvSpPr/>
          <p:nvPr/>
        </p:nvSpPr>
        <p:spPr>
          <a:xfrm>
            <a:off x="6461944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8" name="矩形 377"/>
          <p:cNvSpPr/>
          <p:nvPr/>
        </p:nvSpPr>
        <p:spPr>
          <a:xfrm>
            <a:off x="3685263" y="950209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9" name="矩形 378"/>
          <p:cNvSpPr/>
          <p:nvPr/>
        </p:nvSpPr>
        <p:spPr>
          <a:xfrm>
            <a:off x="5076606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0" name="矩形 379"/>
          <p:cNvSpPr/>
          <p:nvPr/>
        </p:nvSpPr>
        <p:spPr>
          <a:xfrm>
            <a:off x="368526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1" name="矩形 380"/>
          <p:cNvSpPr/>
          <p:nvPr/>
        </p:nvSpPr>
        <p:spPr>
          <a:xfrm>
            <a:off x="6474687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矩形 381"/>
          <p:cNvSpPr/>
          <p:nvPr/>
        </p:nvSpPr>
        <p:spPr>
          <a:xfrm>
            <a:off x="5067963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3" name="矩形 382"/>
          <p:cNvSpPr/>
          <p:nvPr/>
        </p:nvSpPr>
        <p:spPr>
          <a:xfrm>
            <a:off x="3682558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4" name="圆角矩形 383"/>
          <p:cNvSpPr/>
          <p:nvPr/>
        </p:nvSpPr>
        <p:spPr>
          <a:xfrm>
            <a:off x="2388593" y="1117526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5" name="矩形 384"/>
          <p:cNvSpPr/>
          <p:nvPr/>
        </p:nvSpPr>
        <p:spPr>
          <a:xfrm>
            <a:off x="8409777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6" name="矩形 385"/>
          <p:cNvSpPr/>
          <p:nvPr/>
        </p:nvSpPr>
        <p:spPr>
          <a:xfrm>
            <a:off x="6474687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7" name="矩形 386"/>
          <p:cNvSpPr/>
          <p:nvPr/>
        </p:nvSpPr>
        <p:spPr>
          <a:xfrm>
            <a:off x="5067963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8" name="矩形 387"/>
          <p:cNvSpPr/>
          <p:nvPr/>
        </p:nvSpPr>
        <p:spPr>
          <a:xfrm>
            <a:off x="3682558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89" name="对象 3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0186552"/>
              </p:ext>
            </p:extLst>
          </p:nvPr>
        </p:nvGraphicFramePr>
        <p:xfrm>
          <a:off x="4161368" y="896743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896743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0" name="对象 38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26849"/>
              </p:ext>
            </p:extLst>
          </p:nvPr>
        </p:nvGraphicFramePr>
        <p:xfrm>
          <a:off x="5530615" y="8960549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8960549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1" name="对象 3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5530017"/>
              </p:ext>
            </p:extLst>
          </p:nvPr>
        </p:nvGraphicFramePr>
        <p:xfrm>
          <a:off x="6921121" y="8957223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4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8957223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2" name="对象 3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0253902"/>
              </p:ext>
            </p:extLst>
          </p:nvPr>
        </p:nvGraphicFramePr>
        <p:xfrm>
          <a:off x="8920120" y="8958795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5" name="AxMath" r:id="rId22" imgW="239760" imgH="228960" progId="Equation.AxMath">
                  <p:embed/>
                </p:oleObj>
              </mc:Choice>
              <mc:Fallback>
                <p:oleObj name="AxMath" r:id="rId22" imgW="239760" imgH="228960" progId="Equation.AxMath">
                  <p:embed/>
                  <p:pic>
                    <p:nvPicPr>
                      <p:cNvPr id="341" name="对象 340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8958795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3" name="虚尾箭头 392"/>
          <p:cNvSpPr/>
          <p:nvPr/>
        </p:nvSpPr>
        <p:spPr>
          <a:xfrm rot="5400000">
            <a:off x="6174510" y="8153623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02" name="对象 4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978475"/>
              </p:ext>
            </p:extLst>
          </p:nvPr>
        </p:nvGraphicFramePr>
        <p:xfrm>
          <a:off x="4161368" y="9560847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89" name="对象 38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9560847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3" name="对象 4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487652"/>
              </p:ext>
            </p:extLst>
          </p:nvPr>
        </p:nvGraphicFramePr>
        <p:xfrm>
          <a:off x="5530615" y="9553963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7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90" name="对象 389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9553963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4" name="对象 4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519649"/>
              </p:ext>
            </p:extLst>
          </p:nvPr>
        </p:nvGraphicFramePr>
        <p:xfrm>
          <a:off x="6921121" y="9550637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8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91" name="对象 3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9550637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5" name="对象 4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7614852"/>
              </p:ext>
            </p:extLst>
          </p:nvPr>
        </p:nvGraphicFramePr>
        <p:xfrm>
          <a:off x="8920120" y="9552209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69" name="AxMath" r:id="rId23" imgW="239760" imgH="228960" progId="Equation.AxMath">
                  <p:embed/>
                </p:oleObj>
              </mc:Choice>
              <mc:Fallback>
                <p:oleObj name="AxMath" r:id="rId23" imgW="239760" imgH="228960" progId="Equation.AxMath">
                  <p:embed/>
                  <p:pic>
                    <p:nvPicPr>
                      <p:cNvPr id="392" name="对象 391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9552209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6" name="对象 4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1272037"/>
              </p:ext>
            </p:extLst>
          </p:nvPr>
        </p:nvGraphicFramePr>
        <p:xfrm>
          <a:off x="4161368" y="10178856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0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2" name="对象 40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0178856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7" name="对象 4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01906"/>
              </p:ext>
            </p:extLst>
          </p:nvPr>
        </p:nvGraphicFramePr>
        <p:xfrm>
          <a:off x="5530615" y="10171972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1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3" name="对象 402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0171972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8" name="对象 4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2662681"/>
              </p:ext>
            </p:extLst>
          </p:nvPr>
        </p:nvGraphicFramePr>
        <p:xfrm>
          <a:off x="6921121" y="10168646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2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4" name="对象 403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0168646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" name="对象 40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5761599"/>
              </p:ext>
            </p:extLst>
          </p:nvPr>
        </p:nvGraphicFramePr>
        <p:xfrm>
          <a:off x="8920120" y="10170218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3" name="AxMath" r:id="rId24" imgW="239760" imgH="228960" progId="Equation.AxMath">
                  <p:embed/>
                </p:oleObj>
              </mc:Choice>
              <mc:Fallback>
                <p:oleObj name="AxMath" r:id="rId24" imgW="239760" imgH="228960" progId="Equation.AxMath">
                  <p:embed/>
                  <p:pic>
                    <p:nvPicPr>
                      <p:cNvPr id="405" name="对象 404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0170218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" name="对象 4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6373533"/>
              </p:ext>
            </p:extLst>
          </p:nvPr>
        </p:nvGraphicFramePr>
        <p:xfrm>
          <a:off x="4161368" y="1123947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4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6" name="对象 40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23947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1" name="对象 4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516404"/>
              </p:ext>
            </p:extLst>
          </p:nvPr>
        </p:nvGraphicFramePr>
        <p:xfrm>
          <a:off x="5530615" y="11232587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5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7" name="对象 40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232587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2" name="对象 4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783834"/>
              </p:ext>
            </p:extLst>
          </p:nvPr>
        </p:nvGraphicFramePr>
        <p:xfrm>
          <a:off x="6921121" y="112292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6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8" name="对象 40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2292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3" name="对象 4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7062143"/>
              </p:ext>
            </p:extLst>
          </p:nvPr>
        </p:nvGraphicFramePr>
        <p:xfrm>
          <a:off x="8920120" y="11230833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7" name="AxMath" r:id="rId25" imgW="239760" imgH="228960" progId="Equation.AxMath">
                  <p:embed/>
                </p:oleObj>
              </mc:Choice>
              <mc:Fallback>
                <p:oleObj name="AxMath" r:id="rId25" imgW="239760" imgH="228960" progId="Equation.AxMath">
                  <p:embed/>
                  <p:pic>
                    <p:nvPicPr>
                      <p:cNvPr id="409" name="对象 40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230833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4" name="对象 4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3829801"/>
              </p:ext>
            </p:extLst>
          </p:nvPr>
        </p:nvGraphicFramePr>
        <p:xfrm>
          <a:off x="4161368" y="1181093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10" name="对象 40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81093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5" name="对象 4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84419"/>
              </p:ext>
            </p:extLst>
          </p:nvPr>
        </p:nvGraphicFramePr>
        <p:xfrm>
          <a:off x="5530615" y="1180405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79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11" name="对象 41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80405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6" name="对象 4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4934330"/>
              </p:ext>
            </p:extLst>
          </p:nvPr>
        </p:nvGraphicFramePr>
        <p:xfrm>
          <a:off x="6921121" y="1180072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80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12" name="对象 41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80072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7" name="对象 4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3160585"/>
              </p:ext>
            </p:extLst>
          </p:nvPr>
        </p:nvGraphicFramePr>
        <p:xfrm>
          <a:off x="8920120" y="1180229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81" name="AxMath" r:id="rId26" imgW="239760" imgH="228960" progId="Equation.AxMath">
                  <p:embed/>
                </p:oleObj>
              </mc:Choice>
              <mc:Fallback>
                <p:oleObj name="AxMath" r:id="rId26" imgW="239760" imgH="228960" progId="Equation.AxMath">
                  <p:embed/>
                  <p:pic>
                    <p:nvPicPr>
                      <p:cNvPr id="413" name="对象 41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80229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57867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6464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670464"/>
              </p:ext>
            </p:extLst>
          </p:nvPr>
        </p:nvGraphicFramePr>
        <p:xfrm>
          <a:off x="332105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097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105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6963177"/>
              </p:ext>
            </p:extLst>
          </p:nvPr>
        </p:nvGraphicFramePr>
        <p:xfrm>
          <a:off x="387032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098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032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9035832"/>
              </p:ext>
            </p:extLst>
          </p:nvPr>
        </p:nvGraphicFramePr>
        <p:xfrm>
          <a:off x="451485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099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1485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0589200"/>
              </p:ext>
            </p:extLst>
          </p:nvPr>
        </p:nvGraphicFramePr>
        <p:xfrm>
          <a:off x="639445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00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9445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5969139"/>
              </p:ext>
            </p:extLst>
          </p:nvPr>
        </p:nvGraphicFramePr>
        <p:xfrm>
          <a:off x="711993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01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11993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4151435"/>
              </p:ext>
            </p:extLst>
          </p:nvPr>
        </p:nvGraphicFramePr>
        <p:xfrm>
          <a:off x="787400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02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7400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7817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9327386"/>
              </p:ext>
            </p:extLst>
          </p:nvPr>
        </p:nvGraphicFramePr>
        <p:xfrm>
          <a:off x="332898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03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898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6539899"/>
              </p:ext>
            </p:extLst>
          </p:nvPr>
        </p:nvGraphicFramePr>
        <p:xfrm>
          <a:off x="387826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04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826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1604763"/>
              </p:ext>
            </p:extLst>
          </p:nvPr>
        </p:nvGraphicFramePr>
        <p:xfrm>
          <a:off x="452278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05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2278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11251"/>
              </p:ext>
            </p:extLst>
          </p:nvPr>
        </p:nvGraphicFramePr>
        <p:xfrm>
          <a:off x="640397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06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40397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4246310"/>
              </p:ext>
            </p:extLst>
          </p:nvPr>
        </p:nvGraphicFramePr>
        <p:xfrm>
          <a:off x="712787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07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12787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383454"/>
              </p:ext>
            </p:extLst>
          </p:nvPr>
        </p:nvGraphicFramePr>
        <p:xfrm>
          <a:off x="788352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08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88352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3011563"/>
              </p:ext>
            </p:extLst>
          </p:nvPr>
        </p:nvGraphicFramePr>
        <p:xfrm>
          <a:off x="38369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09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38369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155527"/>
              </p:ext>
            </p:extLst>
          </p:nvPr>
        </p:nvGraphicFramePr>
        <p:xfrm>
          <a:off x="44180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10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44180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6471911"/>
              </p:ext>
            </p:extLst>
          </p:nvPr>
        </p:nvGraphicFramePr>
        <p:xfrm>
          <a:off x="51498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11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51498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3894641"/>
              </p:ext>
            </p:extLst>
          </p:nvPr>
        </p:nvGraphicFramePr>
        <p:xfrm>
          <a:off x="71040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12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1040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7346551"/>
              </p:ext>
            </p:extLst>
          </p:nvPr>
        </p:nvGraphicFramePr>
        <p:xfrm>
          <a:off x="77454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13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77454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3435039"/>
              </p:ext>
            </p:extLst>
          </p:nvPr>
        </p:nvGraphicFramePr>
        <p:xfrm>
          <a:off x="84455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14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84455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0323110"/>
              </p:ext>
            </p:extLst>
          </p:nvPr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15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1294660"/>
              </p:ext>
            </p:extLst>
          </p:nvPr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16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6720884"/>
              </p:ext>
            </p:extLst>
          </p:nvPr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17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055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>
            <a:off x="3147504" y="3142059"/>
            <a:ext cx="8657146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50032"/>
            <a:ext cx="8657146" cy="1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110131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69801" y="1766173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709289" y="1765411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6427897" y="2746707"/>
            <a:ext cx="422482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6968178" y="2744679"/>
            <a:ext cx="496879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7688710" y="2744679"/>
            <a:ext cx="566928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9727296" y="2749504"/>
            <a:ext cx="608280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10335576" y="2749185"/>
            <a:ext cx="650615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10986191" y="2746707"/>
            <a:ext cx="508897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50854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9718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411228" y="1765411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65965" y="1764642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7912672" cy="3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 flipV="1">
            <a:off x="3147504" y="4066798"/>
            <a:ext cx="7906576" cy="15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97002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107892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10626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094390" y="1718261"/>
            <a:ext cx="534222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72440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78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72440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7367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79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7367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91820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80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91820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9780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81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9780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52328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82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852328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7735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83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927735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083556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43226" y="3679709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682714" y="3678947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24279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7060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384653" y="3678947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39390" y="3678178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69719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84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9719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4647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85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4647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89099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86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89099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7218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87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7218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49608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88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49608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5173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89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925173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5293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90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5293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1104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91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1104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422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92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8422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7964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93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97964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04378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94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04378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1379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95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1379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96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/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97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/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98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81" name="对象 80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文本框 75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037990" y="2678528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其他节点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785890" y="4323021"/>
            <a:ext cx="431043" cy="19431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24871" y="426628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计算操作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6438461" y="4320040"/>
            <a:ext cx="373169" cy="197291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6807132" y="4264796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通信</a:t>
            </a:r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9790" y="1764772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6" name="对象 8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7613" y="172402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99" name="AxMath" r:id="rId41" imgW="115920" imgH="151920" progId="Equation.AxMath">
                  <p:embed/>
                </p:oleObj>
              </mc:Choice>
              <mc:Fallback>
                <p:oleObj name="AxMath" r:id="rId41" imgW="11592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7613" y="172402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7" name="矩形 86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3680470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8" name="对象 8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6382" y="36549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00" name="AxMath" r:id="rId43" imgW="115920" imgH="151920" progId="Equation.AxMath">
                  <p:embed/>
                </p:oleObj>
              </mc:Choice>
              <mc:Fallback>
                <p:oleObj name="AxMath" r:id="rId43" imgW="115920" imgH="151920" progId="Equation.AxMath">
                  <p:embed/>
                  <p:pic>
                    <p:nvPicPr>
                      <p:cNvPr id="88" name="对象 8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6382" y="36549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左大括号 14"/>
          <p:cNvSpPr/>
          <p:nvPr/>
        </p:nvSpPr>
        <p:spPr>
          <a:xfrm rot="5400000">
            <a:off x="3763047" y="895344"/>
            <a:ext cx="165980" cy="139545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左大括号 88"/>
          <p:cNvSpPr/>
          <p:nvPr/>
        </p:nvSpPr>
        <p:spPr>
          <a:xfrm rot="5400000">
            <a:off x="7054216" y="-983209"/>
            <a:ext cx="165980" cy="5157691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3291636" y="10909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556415" y="108561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9700260" y="2166939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4" name="对象 8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623353" y="2255103"/>
          <a:ext cx="186445" cy="3504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01" name="AxMath" r:id="rId44" imgW="80640" imgH="151920" progId="Equation.AxMath">
                  <p:embed/>
                </p:oleObj>
              </mc:Choice>
              <mc:Fallback>
                <p:oleObj name="AxMath" r:id="rId44" imgW="80640" imgH="151920" progId="Equation.AxMath">
                  <p:embed/>
                  <p:pic>
                    <p:nvPicPr>
                      <p:cNvPr id="84" name="对象 8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9623353" y="2255103"/>
                        <a:ext cx="186445" cy="3504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6" name="直接箭头连接符 95"/>
          <p:cNvCxnSpPr/>
          <p:nvPr/>
        </p:nvCxnSpPr>
        <p:spPr>
          <a:xfrm flipV="1">
            <a:off x="11478772" y="3126441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7" name="对象 9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376025" y="3214688"/>
          <a:ext cx="238125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02" name="AxMath" r:id="rId46" imgW="103680" imgH="151920" progId="Equation.AxMath">
                  <p:embed/>
                </p:oleObj>
              </mc:Choice>
              <mc:Fallback>
                <p:oleObj name="AxMath" r:id="rId46" imgW="103680" imgH="151920" progId="Equation.AxMath">
                  <p:embed/>
                  <p:pic>
                    <p:nvPicPr>
                      <p:cNvPr id="97" name="对象 9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11376025" y="3214688"/>
                        <a:ext cx="238125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8" name="直接箭头连接符 97"/>
          <p:cNvCxnSpPr/>
          <p:nvPr/>
        </p:nvCxnSpPr>
        <p:spPr>
          <a:xfrm flipV="1">
            <a:off x="9683944" y="4056645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9" name="对象 9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596438" y="4144963"/>
          <a:ext cx="207962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03" name="AxMath" r:id="rId48" imgW="90000" imgH="151920" progId="Equation.AxMath">
                  <p:embed/>
                </p:oleObj>
              </mc:Choice>
              <mc:Fallback>
                <p:oleObj name="AxMath" r:id="rId48" imgW="90000" imgH="151920" progId="Equation.AxMath">
                  <p:embed/>
                  <p:pic>
                    <p:nvPicPr>
                      <p:cNvPr id="99" name="对象 9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9596438" y="4144963"/>
                        <a:ext cx="207962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26634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直接连接符 109"/>
          <p:cNvCxnSpPr>
            <a:stCxn id="101" idx="0"/>
            <a:endCxn id="104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1" idx="6"/>
            <a:endCxn id="109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/>
          <p:cNvCxnSpPr>
            <a:stCxn id="102" idx="2"/>
            <a:endCxn id="104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102" idx="6"/>
            <a:endCxn id="106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106" idx="6"/>
            <a:endCxn id="108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09" idx="6"/>
            <a:endCxn id="103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/>
          <p:cNvCxnSpPr>
            <a:stCxn id="116" idx="0"/>
            <a:endCxn id="108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3" idx="6"/>
            <a:endCxn id="116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/>
          <p:cNvCxnSpPr>
            <a:stCxn id="121" idx="4"/>
            <a:endCxn id="122" idx="0"/>
          </p:cNvCxnSpPr>
          <p:nvPr/>
        </p:nvCxnSpPr>
        <p:spPr>
          <a:xfrm flipH="1">
            <a:off x="5476731" y="1104877"/>
            <a:ext cx="523944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/>
          <p:cNvCxnSpPr>
            <a:stCxn id="121" idx="4"/>
            <a:endCxn id="123" idx="0"/>
          </p:cNvCxnSpPr>
          <p:nvPr/>
        </p:nvCxnSpPr>
        <p:spPr>
          <a:xfrm>
            <a:off x="6000675" y="1104877"/>
            <a:ext cx="509750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/>
          <p:cNvCxnSpPr>
            <a:stCxn id="122" idx="4"/>
            <a:endCxn id="125" idx="0"/>
          </p:cNvCxnSpPr>
          <p:nvPr/>
        </p:nvCxnSpPr>
        <p:spPr>
          <a:xfrm flipH="1">
            <a:off x="5179475" y="1615417"/>
            <a:ext cx="29725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/>
          <p:cNvCxnSpPr>
            <a:stCxn id="122" idx="4"/>
            <a:endCxn id="126" idx="0"/>
          </p:cNvCxnSpPr>
          <p:nvPr/>
        </p:nvCxnSpPr>
        <p:spPr>
          <a:xfrm>
            <a:off x="5476731" y="1615417"/>
            <a:ext cx="27606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/>
          <p:cNvCxnSpPr>
            <a:stCxn id="123" idx="4"/>
            <a:endCxn id="127" idx="0"/>
          </p:cNvCxnSpPr>
          <p:nvPr/>
        </p:nvCxnSpPr>
        <p:spPr>
          <a:xfrm flipH="1">
            <a:off x="6303910" y="1615417"/>
            <a:ext cx="206515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/>
          <p:cNvCxnSpPr>
            <a:stCxn id="123" idx="4"/>
            <a:endCxn id="129" idx="0"/>
          </p:cNvCxnSpPr>
          <p:nvPr/>
        </p:nvCxnSpPr>
        <p:spPr>
          <a:xfrm>
            <a:off x="6510425" y="1615417"/>
            <a:ext cx="33253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/>
          <p:cNvCxnSpPr>
            <a:stCxn id="129" idx="4"/>
            <a:endCxn id="142" idx="0"/>
          </p:cNvCxnSpPr>
          <p:nvPr/>
        </p:nvCxnSpPr>
        <p:spPr>
          <a:xfrm>
            <a:off x="6842961" y="2173972"/>
            <a:ext cx="264892" cy="16065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/>
          <p:cNvCxnSpPr>
            <a:stCxn id="146" idx="2"/>
            <a:endCxn id="149" idx="6"/>
          </p:cNvCxnSpPr>
          <p:nvPr/>
        </p:nvCxnSpPr>
        <p:spPr>
          <a:xfrm flipH="1">
            <a:off x="9335297" y="2768999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/>
          <p:cNvCxnSpPr>
            <a:stCxn id="147" idx="2"/>
            <a:endCxn id="148" idx="6"/>
          </p:cNvCxnSpPr>
          <p:nvPr/>
        </p:nvCxnSpPr>
        <p:spPr>
          <a:xfrm flipH="1">
            <a:off x="9339167" y="923212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4" name="直接连接符 153"/>
          <p:cNvCxnSpPr>
            <a:stCxn id="152" idx="6"/>
            <a:endCxn id="153" idx="2"/>
          </p:cNvCxnSpPr>
          <p:nvPr/>
        </p:nvCxnSpPr>
        <p:spPr>
          <a:xfrm>
            <a:off x="9335297" y="1515397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/>
          <p:cNvCxnSpPr>
            <a:stCxn id="155" idx="2"/>
            <a:endCxn id="156" idx="6"/>
          </p:cNvCxnSpPr>
          <p:nvPr/>
        </p:nvCxnSpPr>
        <p:spPr>
          <a:xfrm flipH="1">
            <a:off x="9335297" y="2142198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/>
          <p:cNvCxnSpPr>
            <a:stCxn id="153" idx="0"/>
            <a:endCxn id="147" idx="4"/>
          </p:cNvCxnSpPr>
          <p:nvPr/>
        </p:nvCxnSpPr>
        <p:spPr>
          <a:xfrm flipV="1">
            <a:off x="10061432" y="1087145"/>
            <a:ext cx="3870" cy="2643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直接连接符 158"/>
          <p:cNvCxnSpPr>
            <a:stCxn id="146" idx="0"/>
            <a:endCxn id="155" idx="4"/>
          </p:cNvCxnSpPr>
          <p:nvPr/>
        </p:nvCxnSpPr>
        <p:spPr>
          <a:xfrm flipV="1">
            <a:off x="10061432" y="2306131"/>
            <a:ext cx="0" cy="29893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肘形连接符 159"/>
          <p:cNvCxnSpPr>
            <a:stCxn id="153" idx="6"/>
            <a:endCxn id="146" idx="6"/>
          </p:cNvCxnSpPr>
          <p:nvPr/>
        </p:nvCxnSpPr>
        <p:spPr>
          <a:xfrm>
            <a:off x="10227700" y="1515397"/>
            <a:ext cx="12700" cy="1253602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/>
          <p:cNvCxnSpPr>
            <a:stCxn id="162" idx="0"/>
            <a:endCxn id="165" idx="4"/>
          </p:cNvCxnSpPr>
          <p:nvPr/>
        </p:nvCxnSpPr>
        <p:spPr>
          <a:xfrm flipV="1">
            <a:off x="6896934" y="4700693"/>
            <a:ext cx="0" cy="45392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162" idx="5"/>
            <a:endCxn id="168" idx="2"/>
          </p:cNvCxnSpPr>
          <p:nvPr/>
        </p:nvCxnSpPr>
        <p:spPr>
          <a:xfrm>
            <a:off x="7014503" y="5434465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连接符 170"/>
          <p:cNvCxnSpPr>
            <a:stCxn id="163" idx="2"/>
            <a:endCxn id="165" idx="7"/>
          </p:cNvCxnSpPr>
          <p:nvPr/>
        </p:nvCxnSpPr>
        <p:spPr>
          <a:xfrm flipH="1">
            <a:off x="7014503" y="4061357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63" idx="6"/>
            <a:endCxn id="166" idx="2"/>
          </p:cNvCxnSpPr>
          <p:nvPr/>
        </p:nvCxnSpPr>
        <p:spPr>
          <a:xfrm>
            <a:off x="7723294" y="4061357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/>
          <p:cNvCxnSpPr>
            <a:stCxn id="166" idx="6"/>
            <a:endCxn id="167" idx="1"/>
          </p:cNvCxnSpPr>
          <p:nvPr/>
        </p:nvCxnSpPr>
        <p:spPr>
          <a:xfrm>
            <a:off x="8359036" y="4062576"/>
            <a:ext cx="359888" cy="358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连接符 173"/>
          <p:cNvCxnSpPr>
            <a:stCxn id="168" idx="6"/>
            <a:endCxn id="164" idx="2"/>
          </p:cNvCxnSpPr>
          <p:nvPr/>
        </p:nvCxnSpPr>
        <p:spPr>
          <a:xfrm>
            <a:off x="7723294" y="5699294"/>
            <a:ext cx="30320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6" name="直接连接符 175"/>
          <p:cNvCxnSpPr>
            <a:stCxn id="175" idx="0"/>
            <a:endCxn id="167" idx="4"/>
          </p:cNvCxnSpPr>
          <p:nvPr/>
        </p:nvCxnSpPr>
        <p:spPr>
          <a:xfrm flipV="1">
            <a:off x="8836493" y="4700694"/>
            <a:ext cx="0" cy="45392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直接连接符 176"/>
          <p:cNvCxnSpPr>
            <a:stCxn id="164" idx="6"/>
            <a:endCxn id="175" idx="3"/>
          </p:cNvCxnSpPr>
          <p:nvPr/>
        </p:nvCxnSpPr>
        <p:spPr>
          <a:xfrm flipV="1">
            <a:off x="8359036" y="5434465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/>
          <p:cNvCxnSpPr>
            <a:stCxn id="175" idx="1"/>
            <a:endCxn id="165" idx="5"/>
          </p:cNvCxnSpPr>
          <p:nvPr/>
        </p:nvCxnSpPr>
        <p:spPr>
          <a:xfrm flipH="1" flipV="1">
            <a:off x="7014503" y="4652678"/>
            <a:ext cx="1704421" cy="5499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直接连接符 180"/>
          <p:cNvCxnSpPr>
            <a:stCxn id="164" idx="0"/>
            <a:endCxn id="163" idx="4"/>
          </p:cNvCxnSpPr>
          <p:nvPr/>
        </p:nvCxnSpPr>
        <p:spPr>
          <a:xfrm flipH="1" flipV="1">
            <a:off x="7557026" y="4225290"/>
            <a:ext cx="635742" cy="131007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/>
          <p:cNvCxnSpPr>
            <a:stCxn id="168" idx="0"/>
            <a:endCxn id="166" idx="4"/>
          </p:cNvCxnSpPr>
          <p:nvPr/>
        </p:nvCxnSpPr>
        <p:spPr>
          <a:xfrm flipV="1">
            <a:off x="7557026" y="4226509"/>
            <a:ext cx="635742" cy="130885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/>
          <p:cNvCxnSpPr>
            <a:stCxn id="162" idx="6"/>
            <a:endCxn id="167" idx="2"/>
          </p:cNvCxnSpPr>
          <p:nvPr/>
        </p:nvCxnSpPr>
        <p:spPr>
          <a:xfrm flipV="1">
            <a:off x="7063202" y="4536761"/>
            <a:ext cx="1607023" cy="7817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/>
          <p:cNvCxnSpPr>
            <a:stCxn id="167" idx="2"/>
            <a:endCxn id="163" idx="5"/>
          </p:cNvCxnSpPr>
          <p:nvPr/>
        </p:nvCxnSpPr>
        <p:spPr>
          <a:xfrm flipH="1" flipV="1">
            <a:off x="7674595" y="4177275"/>
            <a:ext cx="995630" cy="3594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/>
          <p:cNvCxnSpPr>
            <a:stCxn id="175" idx="1"/>
            <a:endCxn id="166" idx="5"/>
          </p:cNvCxnSpPr>
          <p:nvPr/>
        </p:nvCxnSpPr>
        <p:spPr>
          <a:xfrm flipH="1" flipV="1">
            <a:off x="8310337" y="4178494"/>
            <a:ext cx="408587" cy="102413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/>
          <p:cNvCxnSpPr>
            <a:stCxn id="164" idx="0"/>
            <a:endCxn id="167" idx="3"/>
          </p:cNvCxnSpPr>
          <p:nvPr/>
        </p:nvCxnSpPr>
        <p:spPr>
          <a:xfrm flipV="1">
            <a:off x="8192768" y="4652679"/>
            <a:ext cx="526156" cy="88268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直接连接符 205"/>
          <p:cNvCxnSpPr>
            <a:stCxn id="168" idx="0"/>
            <a:endCxn id="175" idx="2"/>
          </p:cNvCxnSpPr>
          <p:nvPr/>
        </p:nvCxnSpPr>
        <p:spPr>
          <a:xfrm flipV="1">
            <a:off x="7557026" y="5318547"/>
            <a:ext cx="1113199" cy="21681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连接符 208"/>
          <p:cNvCxnSpPr>
            <a:stCxn id="162" idx="6"/>
            <a:endCxn id="164" idx="1"/>
          </p:cNvCxnSpPr>
          <p:nvPr/>
        </p:nvCxnSpPr>
        <p:spPr>
          <a:xfrm>
            <a:off x="7063202" y="5318547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连接符 211"/>
          <p:cNvCxnSpPr>
            <a:stCxn id="165" idx="5"/>
            <a:endCxn id="168" idx="1"/>
          </p:cNvCxnSpPr>
          <p:nvPr/>
        </p:nvCxnSpPr>
        <p:spPr>
          <a:xfrm>
            <a:off x="7014503" y="4652678"/>
            <a:ext cx="424954" cy="93069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连接符 214"/>
          <p:cNvCxnSpPr>
            <a:stCxn id="163" idx="4"/>
            <a:endCxn id="162" idx="7"/>
          </p:cNvCxnSpPr>
          <p:nvPr/>
        </p:nvCxnSpPr>
        <p:spPr>
          <a:xfrm flipH="1">
            <a:off x="7014503" y="4225290"/>
            <a:ext cx="542523" cy="97733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连接符 219"/>
          <p:cNvCxnSpPr>
            <a:stCxn id="166" idx="4"/>
            <a:endCxn id="165" idx="6"/>
          </p:cNvCxnSpPr>
          <p:nvPr/>
        </p:nvCxnSpPr>
        <p:spPr>
          <a:xfrm flipH="1">
            <a:off x="7063202" y="4226509"/>
            <a:ext cx="1129566" cy="3102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/>
          <p:cNvCxnSpPr>
            <a:stCxn id="225" idx="7"/>
            <a:endCxn id="228" idx="3"/>
          </p:cNvCxnSpPr>
          <p:nvPr/>
        </p:nvCxnSpPr>
        <p:spPr>
          <a:xfrm flipV="1">
            <a:off x="1822923" y="3972385"/>
            <a:ext cx="520168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/>
          <p:cNvCxnSpPr>
            <a:stCxn id="225" idx="6"/>
            <a:endCxn id="231" idx="2"/>
          </p:cNvCxnSpPr>
          <p:nvPr/>
        </p:nvCxnSpPr>
        <p:spPr>
          <a:xfrm>
            <a:off x="1871622" y="4348266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/>
          <p:cNvCxnSpPr>
            <a:stCxn id="226" idx="2"/>
            <a:endCxn id="228" idx="6"/>
          </p:cNvCxnSpPr>
          <p:nvPr/>
        </p:nvCxnSpPr>
        <p:spPr>
          <a:xfrm flipH="1">
            <a:off x="2626928" y="3856467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连接符 234"/>
          <p:cNvCxnSpPr>
            <a:stCxn id="226" idx="3"/>
            <a:endCxn id="231" idx="7"/>
          </p:cNvCxnSpPr>
          <p:nvPr/>
        </p:nvCxnSpPr>
        <p:spPr>
          <a:xfrm flipH="1">
            <a:off x="2890257" y="3972385"/>
            <a:ext cx="511409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6" name="直接连接符 275"/>
          <p:cNvCxnSpPr>
            <a:stCxn id="272" idx="7"/>
            <a:endCxn id="274" idx="3"/>
          </p:cNvCxnSpPr>
          <p:nvPr/>
        </p:nvCxnSpPr>
        <p:spPr>
          <a:xfrm flipV="1">
            <a:off x="1820262" y="4839833"/>
            <a:ext cx="522829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直接连接符 276"/>
          <p:cNvCxnSpPr>
            <a:stCxn id="272" idx="6"/>
            <a:endCxn id="275" idx="2"/>
          </p:cNvCxnSpPr>
          <p:nvPr/>
        </p:nvCxnSpPr>
        <p:spPr>
          <a:xfrm>
            <a:off x="1868961" y="5216943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/>
          <p:cNvCxnSpPr>
            <a:stCxn id="273" idx="2"/>
            <a:endCxn id="274" idx="6"/>
          </p:cNvCxnSpPr>
          <p:nvPr/>
        </p:nvCxnSpPr>
        <p:spPr>
          <a:xfrm flipH="1">
            <a:off x="2626928" y="4723915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/>
          <p:cNvCxnSpPr>
            <a:stCxn id="273" idx="3"/>
            <a:endCxn id="275" idx="7"/>
          </p:cNvCxnSpPr>
          <p:nvPr/>
        </p:nvCxnSpPr>
        <p:spPr>
          <a:xfrm flipH="1">
            <a:off x="2887596" y="4839833"/>
            <a:ext cx="514070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/>
          <p:cNvCxnSpPr>
            <a:stCxn id="272" idx="0"/>
            <a:endCxn id="225" idx="4"/>
          </p:cNvCxnSpPr>
          <p:nvPr/>
        </p:nvCxnSpPr>
        <p:spPr>
          <a:xfrm flipV="1">
            <a:off x="1702693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直接连接符 294"/>
          <p:cNvCxnSpPr>
            <a:stCxn id="274" idx="0"/>
            <a:endCxn id="228" idx="4"/>
          </p:cNvCxnSpPr>
          <p:nvPr/>
        </p:nvCxnSpPr>
        <p:spPr>
          <a:xfrm flipV="1">
            <a:off x="2460660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直接连接符 297"/>
          <p:cNvCxnSpPr>
            <a:stCxn id="273" idx="0"/>
            <a:endCxn id="226" idx="4"/>
          </p:cNvCxnSpPr>
          <p:nvPr/>
        </p:nvCxnSpPr>
        <p:spPr>
          <a:xfrm flipV="1">
            <a:off x="3519235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/>
          <p:cNvCxnSpPr>
            <a:stCxn id="275" idx="0"/>
            <a:endCxn id="231" idx="4"/>
          </p:cNvCxnSpPr>
          <p:nvPr/>
        </p:nvCxnSpPr>
        <p:spPr>
          <a:xfrm flipV="1">
            <a:off x="2770027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矩形 306"/>
          <p:cNvSpPr/>
          <p:nvPr/>
        </p:nvSpPr>
        <p:spPr>
          <a:xfrm>
            <a:off x="8345654" y="704877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 307"/>
          <p:cNvSpPr/>
          <p:nvPr/>
        </p:nvSpPr>
        <p:spPr>
          <a:xfrm>
            <a:off x="4882283" y="441057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 308"/>
          <p:cNvSpPr/>
          <p:nvPr/>
        </p:nvSpPr>
        <p:spPr>
          <a:xfrm>
            <a:off x="1390093" y="-2744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" name="矩形 309"/>
          <p:cNvSpPr/>
          <p:nvPr/>
        </p:nvSpPr>
        <p:spPr>
          <a:xfrm>
            <a:off x="1343022" y="3168984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矩形 310"/>
          <p:cNvSpPr/>
          <p:nvPr/>
        </p:nvSpPr>
        <p:spPr>
          <a:xfrm>
            <a:off x="6605224" y="3645685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椭圆 100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2" name="椭圆 101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3" name="椭圆 102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6" name="椭圆 105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椭圆 115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1" name="椭圆 120"/>
          <p:cNvSpPr/>
          <p:nvPr/>
        </p:nvSpPr>
        <p:spPr>
          <a:xfrm>
            <a:off x="5834407" y="77701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椭圆 121"/>
          <p:cNvSpPr/>
          <p:nvPr/>
        </p:nvSpPr>
        <p:spPr>
          <a:xfrm>
            <a:off x="5310463" y="128755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椭圆 122"/>
          <p:cNvSpPr/>
          <p:nvPr/>
        </p:nvSpPr>
        <p:spPr>
          <a:xfrm>
            <a:off x="6344157" y="128755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椭圆 124"/>
          <p:cNvSpPr/>
          <p:nvPr/>
        </p:nvSpPr>
        <p:spPr>
          <a:xfrm>
            <a:off x="5013207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椭圆 125"/>
          <p:cNvSpPr/>
          <p:nvPr/>
        </p:nvSpPr>
        <p:spPr>
          <a:xfrm>
            <a:off x="5586529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椭圆 126"/>
          <p:cNvSpPr/>
          <p:nvPr/>
        </p:nvSpPr>
        <p:spPr>
          <a:xfrm>
            <a:off x="6137642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9" name="椭圆 128"/>
          <p:cNvSpPr/>
          <p:nvPr/>
        </p:nvSpPr>
        <p:spPr>
          <a:xfrm>
            <a:off x="6676693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椭圆 141"/>
          <p:cNvSpPr/>
          <p:nvPr/>
        </p:nvSpPr>
        <p:spPr>
          <a:xfrm>
            <a:off x="6941585" y="233462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椭圆 145"/>
          <p:cNvSpPr/>
          <p:nvPr/>
        </p:nvSpPr>
        <p:spPr>
          <a:xfrm>
            <a:off x="9895164" y="260506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椭圆 146"/>
          <p:cNvSpPr/>
          <p:nvPr/>
        </p:nvSpPr>
        <p:spPr>
          <a:xfrm>
            <a:off x="9899034" y="75927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椭圆 147"/>
          <p:cNvSpPr/>
          <p:nvPr/>
        </p:nvSpPr>
        <p:spPr>
          <a:xfrm>
            <a:off x="9006631" y="75927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椭圆 148"/>
          <p:cNvSpPr/>
          <p:nvPr/>
        </p:nvSpPr>
        <p:spPr>
          <a:xfrm>
            <a:off x="9002761" y="260506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2" name="椭圆 151"/>
          <p:cNvSpPr/>
          <p:nvPr/>
        </p:nvSpPr>
        <p:spPr>
          <a:xfrm>
            <a:off x="9002761" y="135146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椭圆 152"/>
          <p:cNvSpPr/>
          <p:nvPr/>
        </p:nvSpPr>
        <p:spPr>
          <a:xfrm>
            <a:off x="9895164" y="135146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5" name="椭圆 154"/>
          <p:cNvSpPr/>
          <p:nvPr/>
        </p:nvSpPr>
        <p:spPr>
          <a:xfrm>
            <a:off x="9895164" y="19782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椭圆 155"/>
          <p:cNvSpPr/>
          <p:nvPr/>
        </p:nvSpPr>
        <p:spPr>
          <a:xfrm>
            <a:off x="9002761" y="19782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5" name="椭圆 224"/>
          <p:cNvSpPr/>
          <p:nvPr/>
        </p:nvSpPr>
        <p:spPr>
          <a:xfrm>
            <a:off x="1539086" y="418433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6" name="椭圆 225"/>
          <p:cNvSpPr/>
          <p:nvPr/>
        </p:nvSpPr>
        <p:spPr>
          <a:xfrm>
            <a:off x="3352967" y="369253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8" name="椭圆 227"/>
          <p:cNvSpPr/>
          <p:nvPr/>
        </p:nvSpPr>
        <p:spPr>
          <a:xfrm>
            <a:off x="2294392" y="369253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1" name="椭圆 230"/>
          <p:cNvSpPr/>
          <p:nvPr/>
        </p:nvSpPr>
        <p:spPr>
          <a:xfrm>
            <a:off x="2606420" y="418433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2" name="椭圆 271"/>
          <p:cNvSpPr/>
          <p:nvPr/>
        </p:nvSpPr>
        <p:spPr>
          <a:xfrm>
            <a:off x="1536425" y="5053010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3" name="椭圆 272"/>
          <p:cNvSpPr/>
          <p:nvPr/>
        </p:nvSpPr>
        <p:spPr>
          <a:xfrm>
            <a:off x="3352967" y="455998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4" name="椭圆 273"/>
          <p:cNvSpPr/>
          <p:nvPr/>
        </p:nvSpPr>
        <p:spPr>
          <a:xfrm>
            <a:off x="2294392" y="455998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5" name="椭圆 274"/>
          <p:cNvSpPr/>
          <p:nvPr/>
        </p:nvSpPr>
        <p:spPr>
          <a:xfrm>
            <a:off x="2603759" y="5053010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2" name="椭圆 161"/>
          <p:cNvSpPr/>
          <p:nvPr/>
        </p:nvSpPr>
        <p:spPr>
          <a:xfrm>
            <a:off x="6730666" y="515461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椭圆 162"/>
          <p:cNvSpPr/>
          <p:nvPr/>
        </p:nvSpPr>
        <p:spPr>
          <a:xfrm>
            <a:off x="7390758" y="389742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椭圆 163"/>
          <p:cNvSpPr/>
          <p:nvPr/>
        </p:nvSpPr>
        <p:spPr>
          <a:xfrm>
            <a:off x="8026500" y="553536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椭圆 164"/>
          <p:cNvSpPr/>
          <p:nvPr/>
        </p:nvSpPr>
        <p:spPr>
          <a:xfrm>
            <a:off x="6730666" y="4372827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椭圆 165"/>
          <p:cNvSpPr/>
          <p:nvPr/>
        </p:nvSpPr>
        <p:spPr>
          <a:xfrm>
            <a:off x="8026500" y="389864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椭圆 166"/>
          <p:cNvSpPr/>
          <p:nvPr/>
        </p:nvSpPr>
        <p:spPr>
          <a:xfrm>
            <a:off x="8670225" y="437282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椭圆 167"/>
          <p:cNvSpPr/>
          <p:nvPr/>
        </p:nvSpPr>
        <p:spPr>
          <a:xfrm>
            <a:off x="7390758" y="553536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椭圆 174"/>
          <p:cNvSpPr/>
          <p:nvPr/>
        </p:nvSpPr>
        <p:spPr>
          <a:xfrm>
            <a:off x="8670225" y="515461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8881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3902571" y="1634076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接箭头连接符 3"/>
          <p:cNvCxnSpPr/>
          <p:nvPr/>
        </p:nvCxnSpPr>
        <p:spPr>
          <a:xfrm flipH="1">
            <a:off x="2789922" y="1915569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/>
          <p:nvPr/>
        </p:nvCxnSpPr>
        <p:spPr>
          <a:xfrm flipH="1">
            <a:off x="2855554" y="1987875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/>
          <p:nvPr/>
        </p:nvCxnSpPr>
        <p:spPr>
          <a:xfrm flipH="1" flipV="1">
            <a:off x="2932047" y="3016852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箭头连接符 132"/>
          <p:cNvCxnSpPr/>
          <p:nvPr/>
        </p:nvCxnSpPr>
        <p:spPr>
          <a:xfrm flipH="1" flipV="1">
            <a:off x="2932046" y="2917360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接箭头连接符 134"/>
          <p:cNvCxnSpPr/>
          <p:nvPr/>
        </p:nvCxnSpPr>
        <p:spPr>
          <a:xfrm flipH="1">
            <a:off x="5124869" y="3210412"/>
            <a:ext cx="414927" cy="1126871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箭头连接符 137"/>
          <p:cNvCxnSpPr/>
          <p:nvPr/>
        </p:nvCxnSpPr>
        <p:spPr>
          <a:xfrm flipH="1">
            <a:off x="5232769" y="3237109"/>
            <a:ext cx="400468" cy="110128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接箭头连接符 138"/>
          <p:cNvCxnSpPr/>
          <p:nvPr/>
        </p:nvCxnSpPr>
        <p:spPr>
          <a:xfrm>
            <a:off x="2623060" y="3237109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箭头连接符 160"/>
          <p:cNvCxnSpPr/>
          <p:nvPr/>
        </p:nvCxnSpPr>
        <p:spPr>
          <a:xfrm>
            <a:off x="2715390" y="3202625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箭头连接符 177"/>
          <p:cNvCxnSpPr/>
          <p:nvPr/>
        </p:nvCxnSpPr>
        <p:spPr>
          <a:xfrm flipH="1">
            <a:off x="3470715" y="3183714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箭头连接符 179"/>
          <p:cNvCxnSpPr/>
          <p:nvPr/>
        </p:nvCxnSpPr>
        <p:spPr>
          <a:xfrm flipH="1">
            <a:off x="3416207" y="3095833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对象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270742"/>
              </p:ext>
            </p:extLst>
          </p:nvPr>
        </p:nvGraphicFramePr>
        <p:xfrm>
          <a:off x="4021767" y="1358382"/>
          <a:ext cx="229862" cy="3064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28" name="AxMath" r:id="rId3" imgW="171720" imgH="227880" progId="Equation.AxMath">
                  <p:embed/>
                </p:oleObj>
              </mc:Choice>
              <mc:Fallback>
                <p:oleObj name="AxMath" r:id="rId3" imgW="171720" imgH="22788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21767" y="1358382"/>
                        <a:ext cx="229862" cy="3064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2" name="对象 1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303968"/>
              </p:ext>
            </p:extLst>
          </p:nvPr>
        </p:nvGraphicFramePr>
        <p:xfrm>
          <a:off x="5784851" y="2608831"/>
          <a:ext cx="23971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29" name="AxMath" r:id="rId5" imgW="178920" imgH="227880" progId="Equation.AxMath">
                  <p:embed/>
                </p:oleObj>
              </mc:Choice>
              <mc:Fallback>
                <p:oleObj name="AxMath" r:id="rId5" imgW="17892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784851" y="2608831"/>
                        <a:ext cx="23971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1810927"/>
              </p:ext>
            </p:extLst>
          </p:nvPr>
        </p:nvGraphicFramePr>
        <p:xfrm>
          <a:off x="5212129" y="4707702"/>
          <a:ext cx="242888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30" name="AxMath" r:id="rId7" imgW="180360" imgH="227880" progId="Equation.AxMath">
                  <p:embed/>
                </p:oleObj>
              </mc:Choice>
              <mc:Fallback>
                <p:oleObj name="AxMath" r:id="rId7" imgW="180360" imgH="227880" progId="Equation.AxMath">
                  <p:embed/>
                  <p:pic>
                    <p:nvPicPr>
                      <p:cNvPr id="192" name="对象 19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212129" y="4707702"/>
                        <a:ext cx="242888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5" name="对象 19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6176427"/>
              </p:ext>
            </p:extLst>
          </p:nvPr>
        </p:nvGraphicFramePr>
        <p:xfrm>
          <a:off x="2895600" y="4707701"/>
          <a:ext cx="2476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31" name="AxMath" r:id="rId9" imgW="183600" imgH="227880" progId="Equation.AxMath">
                  <p:embed/>
                </p:oleObj>
              </mc:Choice>
              <mc:Fallback>
                <p:oleObj name="AxMath" r:id="rId9" imgW="183600" imgH="22788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895600" y="4707701"/>
                        <a:ext cx="2476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0864512"/>
              </p:ext>
            </p:extLst>
          </p:nvPr>
        </p:nvGraphicFramePr>
        <p:xfrm>
          <a:off x="2216178" y="2608831"/>
          <a:ext cx="239713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32" name="AxMath" r:id="rId11" imgW="178560" imgH="227880" progId="Equation.AxMath">
                  <p:embed/>
                </p:oleObj>
              </mc:Choice>
              <mc:Fallback>
                <p:oleObj name="AxMath" r:id="rId11" imgW="178560" imgH="227880" progId="Equation.AxMath">
                  <p:embed/>
                  <p:pic>
                    <p:nvPicPr>
                      <p:cNvPr id="195" name="对象 194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216178" y="2608831"/>
                        <a:ext cx="239713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7" name="对象 19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1542586"/>
              </p:ext>
            </p:extLst>
          </p:nvPr>
        </p:nvGraphicFramePr>
        <p:xfrm>
          <a:off x="2814638" y="2000250"/>
          <a:ext cx="5667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33" name="AxMath" r:id="rId13" imgW="422640" imgH="227880" progId="Equation.AxMath">
                  <p:embed/>
                </p:oleObj>
              </mc:Choice>
              <mc:Fallback>
                <p:oleObj name="AxMath" r:id="rId13" imgW="42264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14638" y="2000250"/>
                        <a:ext cx="5667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6565769"/>
              </p:ext>
            </p:extLst>
          </p:nvPr>
        </p:nvGraphicFramePr>
        <p:xfrm>
          <a:off x="3597275" y="2214563"/>
          <a:ext cx="57150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34" name="AxMath" r:id="rId15" imgW="425880" imgH="227880" progId="Equation.AxMath">
                  <p:embed/>
                </p:oleObj>
              </mc:Choice>
              <mc:Fallback>
                <p:oleObj name="AxMath" r:id="rId15" imgW="425880" imgH="227880" progId="Equation.AxMath">
                  <p:embed/>
                  <p:pic>
                    <p:nvPicPr>
                      <p:cNvPr id="197" name="对象 19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3597275" y="2214563"/>
                        <a:ext cx="57150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9" name="对象 19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50668505"/>
              </p:ext>
            </p:extLst>
          </p:nvPr>
        </p:nvGraphicFramePr>
        <p:xfrm>
          <a:off x="3883025" y="2608831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35" name="AxMath" r:id="rId17" imgW="429480" imgH="227880" progId="Equation.AxMath">
                  <p:embed/>
                </p:oleObj>
              </mc:Choice>
              <mc:Fallback>
                <p:oleObj name="AxMath" r:id="rId17" imgW="429480" imgH="22788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3883025" y="2608831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1" name="对象 20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5063611"/>
              </p:ext>
            </p:extLst>
          </p:nvPr>
        </p:nvGraphicFramePr>
        <p:xfrm>
          <a:off x="3842796" y="3041342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36" name="AxMath" r:id="rId19" imgW="429480" imgH="227880" progId="Equation.AxMath">
                  <p:embed/>
                </p:oleObj>
              </mc:Choice>
              <mc:Fallback>
                <p:oleObj name="AxMath" r:id="rId19" imgW="42948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3842796" y="3041342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849622"/>
              </p:ext>
            </p:extLst>
          </p:nvPr>
        </p:nvGraphicFramePr>
        <p:xfrm>
          <a:off x="2173288" y="3714750"/>
          <a:ext cx="5794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37" name="AxMath" r:id="rId21" imgW="431280" imgH="227880" progId="Equation.AxMath">
                  <p:embed/>
                </p:oleObj>
              </mc:Choice>
              <mc:Fallback>
                <p:oleObj name="AxMath" r:id="rId21" imgW="431280" imgH="227880" progId="Equation.AxMath">
                  <p:embed/>
                  <p:pic>
                    <p:nvPicPr>
                      <p:cNvPr id="201" name="对象 20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173288" y="3714750"/>
                        <a:ext cx="5794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2691229"/>
              </p:ext>
            </p:extLst>
          </p:nvPr>
        </p:nvGraphicFramePr>
        <p:xfrm>
          <a:off x="2940050" y="3594100"/>
          <a:ext cx="581025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38" name="AxMath" r:id="rId23" imgW="433800" imgH="227880" progId="Equation.AxMath">
                  <p:embed/>
                </p:oleObj>
              </mc:Choice>
              <mc:Fallback>
                <p:oleObj name="AxMath" r:id="rId23" imgW="43380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2940050" y="3594100"/>
                        <a:ext cx="581025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" name="对象 2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8438563"/>
              </p:ext>
            </p:extLst>
          </p:nvPr>
        </p:nvGraphicFramePr>
        <p:xfrm>
          <a:off x="3794125" y="3533775"/>
          <a:ext cx="579438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39" name="AxMath" r:id="rId25" imgW="431640" imgH="227880" progId="Equation.AxMath">
                  <p:embed/>
                </p:oleObj>
              </mc:Choice>
              <mc:Fallback>
                <p:oleObj name="AxMath" r:id="rId25" imgW="431640" imgH="22788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3794125" y="3533775"/>
                        <a:ext cx="579438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7" name="对象 2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6351393"/>
              </p:ext>
            </p:extLst>
          </p:nvPr>
        </p:nvGraphicFramePr>
        <p:xfrm>
          <a:off x="4184650" y="4037013"/>
          <a:ext cx="581025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40" name="AxMath" r:id="rId27" imgW="433800" imgH="227880" progId="Equation.AxMath">
                  <p:embed/>
                </p:oleObj>
              </mc:Choice>
              <mc:Fallback>
                <p:oleObj name="AxMath" r:id="rId27" imgW="433800" imgH="227880" progId="Equation.AxMath">
                  <p:embed/>
                  <p:pic>
                    <p:nvPicPr>
                      <p:cNvPr id="205" name="对象 204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4184650" y="4037013"/>
                        <a:ext cx="581025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1179562"/>
              </p:ext>
            </p:extLst>
          </p:nvPr>
        </p:nvGraphicFramePr>
        <p:xfrm>
          <a:off x="4741863" y="3651250"/>
          <a:ext cx="57626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41" name="AxMath" r:id="rId29" imgW="430200" imgH="227880" progId="Equation.AxMath">
                  <p:embed/>
                </p:oleObj>
              </mc:Choice>
              <mc:Fallback>
                <p:oleObj name="AxMath" r:id="rId29" imgW="430200" imgH="227880" progId="Equation.AxMath">
                  <p:embed/>
                  <p:pic>
                    <p:nvPicPr>
                      <p:cNvPr id="207" name="对象 206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741863" y="3651250"/>
                        <a:ext cx="57626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8006922"/>
              </p:ext>
            </p:extLst>
          </p:nvPr>
        </p:nvGraphicFramePr>
        <p:xfrm>
          <a:off x="5446713" y="3773488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42" name="AxMath" r:id="rId31" imgW="431280" imgH="227880" progId="Equation.AxMath">
                  <p:embed/>
                </p:oleObj>
              </mc:Choice>
              <mc:Fallback>
                <p:oleObj name="AxMath" r:id="rId31" imgW="431280" imgH="22788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5446713" y="3773488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椭圆 210"/>
          <p:cNvSpPr/>
          <p:nvPr/>
        </p:nvSpPr>
        <p:spPr>
          <a:xfrm>
            <a:off x="5408702" y="2762024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椭圆 212"/>
          <p:cNvSpPr/>
          <p:nvPr/>
        </p:nvSpPr>
        <p:spPr>
          <a:xfrm>
            <a:off x="4909978" y="4397064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椭圆 215"/>
          <p:cNvSpPr/>
          <p:nvPr/>
        </p:nvSpPr>
        <p:spPr>
          <a:xfrm>
            <a:off x="2981897" y="4390729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椭圆 216"/>
          <p:cNvSpPr/>
          <p:nvPr/>
        </p:nvSpPr>
        <p:spPr>
          <a:xfrm>
            <a:off x="2439490" y="2761794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7935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260392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椭圆 210"/>
          <p:cNvSpPr/>
          <p:nvPr/>
        </p:nvSpPr>
        <p:spPr>
          <a:xfrm>
            <a:off x="332400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椭圆 31"/>
          <p:cNvSpPr/>
          <p:nvPr/>
        </p:nvSpPr>
        <p:spPr>
          <a:xfrm>
            <a:off x="3900064" y="234370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椭圆 32"/>
          <p:cNvSpPr/>
          <p:nvPr/>
        </p:nvSpPr>
        <p:spPr>
          <a:xfrm>
            <a:off x="3324000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2600708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椭圆 34"/>
          <p:cNvSpPr/>
          <p:nvPr/>
        </p:nvSpPr>
        <p:spPr>
          <a:xfrm>
            <a:off x="2027856" y="234981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连接符 2"/>
          <p:cNvCxnSpPr>
            <a:stCxn id="105" idx="3"/>
            <a:endCxn id="35" idx="7"/>
          </p:cNvCxnSpPr>
          <p:nvPr/>
        </p:nvCxnSpPr>
        <p:spPr>
          <a:xfrm flipH="1">
            <a:off x="2285184" y="1877342"/>
            <a:ext cx="362886" cy="515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/>
          <p:cNvCxnSpPr>
            <a:stCxn id="211" idx="2"/>
            <a:endCxn id="105" idx="6"/>
          </p:cNvCxnSpPr>
          <p:nvPr/>
        </p:nvCxnSpPr>
        <p:spPr>
          <a:xfrm flipH="1">
            <a:off x="2905398" y="1772250"/>
            <a:ext cx="41860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/>
          <p:cNvCxnSpPr>
            <a:stCxn id="33" idx="0"/>
            <a:endCxn id="211" idx="4"/>
          </p:cNvCxnSpPr>
          <p:nvPr/>
        </p:nvCxnSpPr>
        <p:spPr>
          <a:xfrm flipV="1">
            <a:off x="3474739" y="1920872"/>
            <a:ext cx="0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>
            <a:stCxn id="34" idx="1"/>
            <a:endCxn id="35" idx="5"/>
          </p:cNvCxnSpPr>
          <p:nvPr/>
        </p:nvCxnSpPr>
        <p:spPr>
          <a:xfrm flipH="1" flipV="1">
            <a:off x="2285184" y="2603524"/>
            <a:ext cx="359674" cy="5037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/>
          <p:cNvCxnSpPr>
            <a:stCxn id="32" idx="3"/>
            <a:endCxn id="33" idx="7"/>
          </p:cNvCxnSpPr>
          <p:nvPr/>
        </p:nvCxnSpPr>
        <p:spPr>
          <a:xfrm flipH="1">
            <a:off x="3581328" y="2597422"/>
            <a:ext cx="362886" cy="50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/>
          <p:cNvCxnSpPr>
            <a:stCxn id="105" idx="5"/>
            <a:endCxn id="32" idx="2"/>
          </p:cNvCxnSpPr>
          <p:nvPr/>
        </p:nvCxnSpPr>
        <p:spPr>
          <a:xfrm>
            <a:off x="2861248" y="1877342"/>
            <a:ext cx="1038816" cy="6149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>
            <a:stCxn id="35" idx="6"/>
            <a:endCxn id="32" idx="2"/>
          </p:cNvCxnSpPr>
          <p:nvPr/>
        </p:nvCxnSpPr>
        <p:spPr>
          <a:xfrm flipV="1">
            <a:off x="2329334" y="2492330"/>
            <a:ext cx="1570730" cy="61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/>
          <p:cNvCxnSpPr>
            <a:stCxn id="34" idx="0"/>
            <a:endCxn id="211" idx="4"/>
          </p:cNvCxnSpPr>
          <p:nvPr/>
        </p:nvCxnSpPr>
        <p:spPr>
          <a:xfrm flipV="1">
            <a:off x="2751447" y="1920872"/>
            <a:ext cx="723292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表格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988153"/>
              </p:ext>
            </p:extLst>
          </p:nvPr>
        </p:nvGraphicFramePr>
        <p:xfrm>
          <a:off x="5088000" y="1413000"/>
          <a:ext cx="2268000" cy="2158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">
                  <a:extLst>
                    <a:ext uri="{9D8B030D-6E8A-4147-A177-3AD203B41FA5}">
                      <a16:colId xmlns:a16="http://schemas.microsoft.com/office/drawing/2014/main" val="3059887605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58529942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3850131883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2344056891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652658230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089972696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4054970449"/>
                    </a:ext>
                  </a:extLst>
                </a:gridCol>
              </a:tblGrid>
              <a:tr h="272380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115450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662174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8270687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359431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247526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388499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0612221"/>
                  </a:ext>
                </a:extLst>
              </a:tr>
            </a:tbl>
          </a:graphicData>
        </a:graphic>
      </p:graphicFrame>
      <p:sp>
        <p:nvSpPr>
          <p:cNvPr id="36" name="右箭头 35"/>
          <p:cNvSpPr/>
          <p:nvPr/>
        </p:nvSpPr>
        <p:spPr>
          <a:xfrm>
            <a:off x="4492525" y="2390289"/>
            <a:ext cx="252000" cy="204082"/>
          </a:xfrm>
          <a:prstGeom prst="rightArrow">
            <a:avLst>
              <a:gd name="adj1" fmla="val 43458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5514114" y="1089722"/>
            <a:ext cx="14157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节点间的最短路径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5323633"/>
              </p:ext>
            </p:extLst>
          </p:nvPr>
        </p:nvGraphicFramePr>
        <p:xfrm>
          <a:off x="5748925" y="3617939"/>
          <a:ext cx="946150" cy="227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93" name="AxMath" r:id="rId3" imgW="946440" imgH="226800" progId="Equation.AxMath">
                  <p:embed/>
                </p:oleObj>
              </mc:Choice>
              <mc:Fallback>
                <p:oleObj name="AxMath" r:id="rId3" imgW="9464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748925" y="3617939"/>
                        <a:ext cx="946150" cy="2270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36901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对象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9331562"/>
              </p:ext>
            </p:extLst>
          </p:nvPr>
        </p:nvGraphicFramePr>
        <p:xfrm>
          <a:off x="3828000" y="1413000"/>
          <a:ext cx="1039756" cy="2016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524" name="AxMath" r:id="rId3" imgW="798840" imgH="1546560" progId="Equation.AxMath">
                  <p:embed/>
                </p:oleObj>
              </mc:Choice>
              <mc:Fallback>
                <p:oleObj name="AxMath" r:id="rId3" imgW="798840" imgH="15465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28000" y="1413000"/>
                        <a:ext cx="1039756" cy="2016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直接连接符 4"/>
          <p:cNvCxnSpPr/>
          <p:nvPr/>
        </p:nvCxnSpPr>
        <p:spPr>
          <a:xfrm>
            <a:off x="4982050" y="1834450"/>
            <a:ext cx="0" cy="1512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对象 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63567777"/>
              </p:ext>
            </p:extLst>
          </p:nvPr>
        </p:nvGraphicFramePr>
        <p:xfrm>
          <a:off x="5160000" y="1413000"/>
          <a:ext cx="530225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525" name="AxMath" r:id="rId5" imgW="407880" imgH="1545840" progId="Equation.AxMath">
                  <p:embed/>
                </p:oleObj>
              </mc:Choice>
              <mc:Fallback>
                <p:oleObj name="AxMath" r:id="rId5" imgW="407880" imgH="1545840" progId="Equation.AxMath">
                  <p:embed/>
                  <p:pic>
                    <p:nvPicPr>
                      <p:cNvPr id="2" name="对象 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160000" y="1413000"/>
                        <a:ext cx="530225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5140950" y="138340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邻居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27" name="对象 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6761714"/>
              </p:ext>
            </p:extLst>
          </p:nvPr>
        </p:nvGraphicFramePr>
        <p:xfrm>
          <a:off x="6316663" y="1412875"/>
          <a:ext cx="1030287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526" name="AxMath" r:id="rId7" imgW="791280" imgH="1546560" progId="Equation.AxMath">
                  <p:embed/>
                </p:oleObj>
              </mc:Choice>
              <mc:Fallback>
                <p:oleObj name="AxMath" r:id="rId7" imgW="791280" imgH="1546560" progId="Equation.AxMath">
                  <p:embed/>
                  <p:pic>
                    <p:nvPicPr>
                      <p:cNvPr id="2" name="对象 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316663" y="1412875"/>
                        <a:ext cx="1030287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右箭头 8"/>
          <p:cNvSpPr/>
          <p:nvPr/>
        </p:nvSpPr>
        <p:spPr>
          <a:xfrm>
            <a:off x="5904779" y="2493000"/>
            <a:ext cx="216000" cy="97450"/>
          </a:xfrm>
          <a:prstGeom prst="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7551718" y="2493000"/>
            <a:ext cx="216000" cy="97450"/>
          </a:xfrm>
          <a:prstGeom prst="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1" name="对象 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8281833"/>
              </p:ext>
            </p:extLst>
          </p:nvPr>
        </p:nvGraphicFramePr>
        <p:xfrm>
          <a:off x="7972486" y="1412875"/>
          <a:ext cx="981075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527" name="AxMath" r:id="rId9" imgW="752760" imgH="1546560" progId="Equation.AxMath">
                  <p:embed/>
                </p:oleObj>
              </mc:Choice>
              <mc:Fallback>
                <p:oleObj name="AxMath" r:id="rId9" imgW="752760" imgH="1546560" progId="Equation.AxMath">
                  <p:embed/>
                  <p:pic>
                    <p:nvPicPr>
                      <p:cNvPr id="27" name="对象 26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972486" y="1412875"/>
                        <a:ext cx="981075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144556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椭圆 9"/>
          <p:cNvSpPr/>
          <p:nvPr/>
        </p:nvSpPr>
        <p:spPr>
          <a:xfrm>
            <a:off x="184800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56808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/>
          <p:cNvCxnSpPr>
            <a:stCxn id="11" idx="2"/>
            <a:endCxn id="10" idx="6"/>
          </p:cNvCxnSpPr>
          <p:nvPr/>
        </p:nvCxnSpPr>
        <p:spPr>
          <a:xfrm flipH="1">
            <a:off x="2149478" y="1705622"/>
            <a:ext cx="41860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/>
          <p:cNvSpPr/>
          <p:nvPr/>
        </p:nvSpPr>
        <p:spPr>
          <a:xfrm>
            <a:off x="184800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256808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直接连接符 14"/>
          <p:cNvCxnSpPr>
            <a:stCxn id="14" idx="2"/>
            <a:endCxn id="13" idx="6"/>
          </p:cNvCxnSpPr>
          <p:nvPr/>
        </p:nvCxnSpPr>
        <p:spPr>
          <a:xfrm flipH="1">
            <a:off x="2149478" y="2497622"/>
            <a:ext cx="41860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/>
          <p:cNvSpPr/>
          <p:nvPr/>
        </p:nvSpPr>
        <p:spPr>
          <a:xfrm>
            <a:off x="343192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415200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直接连接符 17"/>
          <p:cNvCxnSpPr>
            <a:stCxn id="20" idx="1"/>
            <a:endCxn id="16" idx="5"/>
          </p:cNvCxnSpPr>
          <p:nvPr/>
        </p:nvCxnSpPr>
        <p:spPr>
          <a:xfrm flipH="1" flipV="1">
            <a:off x="3689248" y="1810714"/>
            <a:ext cx="506902" cy="581816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椭圆 18"/>
          <p:cNvSpPr/>
          <p:nvPr/>
        </p:nvSpPr>
        <p:spPr>
          <a:xfrm>
            <a:off x="343192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椭圆 19"/>
          <p:cNvSpPr/>
          <p:nvPr/>
        </p:nvSpPr>
        <p:spPr>
          <a:xfrm>
            <a:off x="415200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17" idx="3"/>
            <a:endCxn id="19" idx="7"/>
          </p:cNvCxnSpPr>
          <p:nvPr/>
        </p:nvCxnSpPr>
        <p:spPr>
          <a:xfrm flipH="1">
            <a:off x="3689248" y="1810714"/>
            <a:ext cx="506902" cy="581816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椭圆 27"/>
          <p:cNvSpPr/>
          <p:nvPr/>
        </p:nvSpPr>
        <p:spPr>
          <a:xfrm>
            <a:off x="500089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椭圆 28"/>
          <p:cNvSpPr/>
          <p:nvPr/>
        </p:nvSpPr>
        <p:spPr>
          <a:xfrm>
            <a:off x="572097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直接连接符 31"/>
          <p:cNvCxnSpPr>
            <a:stCxn id="33" idx="0"/>
            <a:endCxn id="28" idx="4"/>
          </p:cNvCxnSpPr>
          <p:nvPr/>
        </p:nvCxnSpPr>
        <p:spPr>
          <a:xfrm flipV="1">
            <a:off x="5151629" y="1854244"/>
            <a:ext cx="0" cy="494756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椭圆 32"/>
          <p:cNvSpPr/>
          <p:nvPr/>
        </p:nvSpPr>
        <p:spPr>
          <a:xfrm>
            <a:off x="500089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572097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连接符 34"/>
          <p:cNvCxnSpPr>
            <a:stCxn id="29" idx="4"/>
            <a:endCxn id="34" idx="0"/>
          </p:cNvCxnSpPr>
          <p:nvPr/>
        </p:nvCxnSpPr>
        <p:spPr>
          <a:xfrm>
            <a:off x="5871709" y="1854244"/>
            <a:ext cx="0" cy="494756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1986489" y="27090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原拓扑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4069850" y="2709000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突变后的拓扑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右箭头 38"/>
          <p:cNvSpPr/>
          <p:nvPr/>
        </p:nvSpPr>
        <p:spPr>
          <a:xfrm>
            <a:off x="3068057" y="2052897"/>
            <a:ext cx="216000" cy="97450"/>
          </a:xfrm>
          <a:prstGeom prst="rightArrow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4452818" y="195135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或者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9911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对象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98765756"/>
              </p:ext>
            </p:extLst>
          </p:nvPr>
        </p:nvGraphicFramePr>
        <p:xfrm>
          <a:off x="2289175" y="1477963"/>
          <a:ext cx="6989763" cy="287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59" name="AxMath" r:id="rId3" imgW="4193280" imgH="1721160" progId="Equation.AxMath">
                  <p:embed/>
                </p:oleObj>
              </mc:Choice>
              <mc:Fallback>
                <p:oleObj name="AxMath" r:id="rId3" imgW="4193280" imgH="17211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9175" y="1477963"/>
                        <a:ext cx="6989763" cy="287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128654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直接连接符 109"/>
          <p:cNvCxnSpPr>
            <a:stCxn id="101" idx="0"/>
            <a:endCxn id="104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1" idx="6"/>
            <a:endCxn id="109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/>
          <p:cNvCxnSpPr>
            <a:stCxn id="102" idx="2"/>
            <a:endCxn id="104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102" idx="6"/>
            <a:endCxn id="106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106" idx="6"/>
            <a:endCxn id="108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09" idx="6"/>
            <a:endCxn id="103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/>
          <p:cNvCxnSpPr>
            <a:stCxn id="116" idx="0"/>
            <a:endCxn id="108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3" idx="6"/>
            <a:endCxn id="116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直接连接符 168"/>
          <p:cNvCxnSpPr>
            <a:stCxn id="162" idx="0"/>
            <a:endCxn id="165" idx="4"/>
          </p:cNvCxnSpPr>
          <p:nvPr/>
        </p:nvCxnSpPr>
        <p:spPr>
          <a:xfrm flipV="1">
            <a:off x="1131710" y="4393901"/>
            <a:ext cx="0" cy="45392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162" idx="5"/>
            <a:endCxn id="168" idx="2"/>
          </p:cNvCxnSpPr>
          <p:nvPr/>
        </p:nvCxnSpPr>
        <p:spPr>
          <a:xfrm>
            <a:off x="1249279" y="5127673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连接符 170"/>
          <p:cNvCxnSpPr>
            <a:stCxn id="163" idx="2"/>
            <a:endCxn id="165" idx="7"/>
          </p:cNvCxnSpPr>
          <p:nvPr/>
        </p:nvCxnSpPr>
        <p:spPr>
          <a:xfrm flipH="1">
            <a:off x="1249279" y="3754565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63" idx="6"/>
            <a:endCxn id="166" idx="2"/>
          </p:cNvCxnSpPr>
          <p:nvPr/>
        </p:nvCxnSpPr>
        <p:spPr>
          <a:xfrm>
            <a:off x="1958070" y="3754565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/>
          <p:cNvCxnSpPr>
            <a:stCxn id="166" idx="6"/>
            <a:endCxn id="167" idx="1"/>
          </p:cNvCxnSpPr>
          <p:nvPr/>
        </p:nvCxnSpPr>
        <p:spPr>
          <a:xfrm>
            <a:off x="2593812" y="3755784"/>
            <a:ext cx="359888" cy="358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连接符 173"/>
          <p:cNvCxnSpPr>
            <a:stCxn id="168" idx="6"/>
            <a:endCxn id="164" idx="2"/>
          </p:cNvCxnSpPr>
          <p:nvPr/>
        </p:nvCxnSpPr>
        <p:spPr>
          <a:xfrm>
            <a:off x="1958070" y="5392502"/>
            <a:ext cx="30320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6" name="直接连接符 175"/>
          <p:cNvCxnSpPr>
            <a:stCxn id="175" idx="0"/>
            <a:endCxn id="167" idx="4"/>
          </p:cNvCxnSpPr>
          <p:nvPr/>
        </p:nvCxnSpPr>
        <p:spPr>
          <a:xfrm flipV="1">
            <a:off x="3071269" y="4393902"/>
            <a:ext cx="0" cy="45392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直接连接符 176"/>
          <p:cNvCxnSpPr>
            <a:stCxn id="164" idx="6"/>
            <a:endCxn id="175" idx="3"/>
          </p:cNvCxnSpPr>
          <p:nvPr/>
        </p:nvCxnSpPr>
        <p:spPr>
          <a:xfrm flipV="1">
            <a:off x="2593812" y="5127673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/>
          <p:cNvCxnSpPr>
            <a:stCxn id="175" idx="1"/>
            <a:endCxn id="165" idx="5"/>
          </p:cNvCxnSpPr>
          <p:nvPr/>
        </p:nvCxnSpPr>
        <p:spPr>
          <a:xfrm flipH="1" flipV="1">
            <a:off x="1249279" y="4345886"/>
            <a:ext cx="1704421" cy="5499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直接连接符 180"/>
          <p:cNvCxnSpPr>
            <a:stCxn id="164" idx="0"/>
            <a:endCxn id="163" idx="4"/>
          </p:cNvCxnSpPr>
          <p:nvPr/>
        </p:nvCxnSpPr>
        <p:spPr>
          <a:xfrm flipH="1" flipV="1">
            <a:off x="1791802" y="3918498"/>
            <a:ext cx="635742" cy="131007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/>
          <p:cNvCxnSpPr>
            <a:stCxn id="168" idx="0"/>
            <a:endCxn id="166" idx="4"/>
          </p:cNvCxnSpPr>
          <p:nvPr/>
        </p:nvCxnSpPr>
        <p:spPr>
          <a:xfrm flipV="1">
            <a:off x="1791802" y="3919717"/>
            <a:ext cx="635742" cy="130885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/>
          <p:cNvCxnSpPr>
            <a:stCxn id="162" idx="6"/>
            <a:endCxn id="167" idx="2"/>
          </p:cNvCxnSpPr>
          <p:nvPr/>
        </p:nvCxnSpPr>
        <p:spPr>
          <a:xfrm flipV="1">
            <a:off x="1297978" y="4229969"/>
            <a:ext cx="1607023" cy="7817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/>
          <p:cNvCxnSpPr>
            <a:stCxn id="167" idx="2"/>
            <a:endCxn id="163" idx="5"/>
          </p:cNvCxnSpPr>
          <p:nvPr/>
        </p:nvCxnSpPr>
        <p:spPr>
          <a:xfrm flipH="1" flipV="1">
            <a:off x="1909371" y="3870483"/>
            <a:ext cx="995630" cy="3594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/>
          <p:cNvCxnSpPr>
            <a:stCxn id="175" idx="1"/>
            <a:endCxn id="166" idx="5"/>
          </p:cNvCxnSpPr>
          <p:nvPr/>
        </p:nvCxnSpPr>
        <p:spPr>
          <a:xfrm flipH="1" flipV="1">
            <a:off x="2545113" y="3871702"/>
            <a:ext cx="408587" cy="102413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/>
          <p:cNvCxnSpPr>
            <a:stCxn id="164" idx="0"/>
            <a:endCxn id="167" idx="3"/>
          </p:cNvCxnSpPr>
          <p:nvPr/>
        </p:nvCxnSpPr>
        <p:spPr>
          <a:xfrm flipV="1">
            <a:off x="2427544" y="4345887"/>
            <a:ext cx="526156" cy="88268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直接连接符 205"/>
          <p:cNvCxnSpPr>
            <a:stCxn id="168" idx="0"/>
            <a:endCxn id="175" idx="2"/>
          </p:cNvCxnSpPr>
          <p:nvPr/>
        </p:nvCxnSpPr>
        <p:spPr>
          <a:xfrm flipV="1">
            <a:off x="1791802" y="5011755"/>
            <a:ext cx="1113199" cy="21681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连接符 208"/>
          <p:cNvCxnSpPr>
            <a:stCxn id="162" idx="6"/>
            <a:endCxn id="164" idx="1"/>
          </p:cNvCxnSpPr>
          <p:nvPr/>
        </p:nvCxnSpPr>
        <p:spPr>
          <a:xfrm>
            <a:off x="1297978" y="5011755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连接符 211"/>
          <p:cNvCxnSpPr>
            <a:stCxn id="165" idx="5"/>
            <a:endCxn id="168" idx="1"/>
          </p:cNvCxnSpPr>
          <p:nvPr/>
        </p:nvCxnSpPr>
        <p:spPr>
          <a:xfrm>
            <a:off x="1249279" y="4345886"/>
            <a:ext cx="424954" cy="93069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连接符 214"/>
          <p:cNvCxnSpPr>
            <a:stCxn id="163" idx="4"/>
            <a:endCxn id="162" idx="7"/>
          </p:cNvCxnSpPr>
          <p:nvPr/>
        </p:nvCxnSpPr>
        <p:spPr>
          <a:xfrm flipH="1">
            <a:off x="1249279" y="3918498"/>
            <a:ext cx="542523" cy="97733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连接符 219"/>
          <p:cNvCxnSpPr>
            <a:stCxn id="166" idx="4"/>
            <a:endCxn id="165" idx="6"/>
          </p:cNvCxnSpPr>
          <p:nvPr/>
        </p:nvCxnSpPr>
        <p:spPr>
          <a:xfrm flipH="1">
            <a:off x="1297978" y="3919717"/>
            <a:ext cx="1129566" cy="3102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/>
          <p:cNvCxnSpPr>
            <a:stCxn id="225" idx="7"/>
            <a:endCxn id="228" idx="3"/>
          </p:cNvCxnSpPr>
          <p:nvPr/>
        </p:nvCxnSpPr>
        <p:spPr>
          <a:xfrm flipV="1">
            <a:off x="8951901" y="1351840"/>
            <a:ext cx="520168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/>
          <p:cNvCxnSpPr>
            <a:stCxn id="225" idx="6"/>
            <a:endCxn id="231" idx="2"/>
          </p:cNvCxnSpPr>
          <p:nvPr/>
        </p:nvCxnSpPr>
        <p:spPr>
          <a:xfrm>
            <a:off x="9000600" y="1727721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/>
          <p:cNvCxnSpPr>
            <a:stCxn id="226" idx="2"/>
            <a:endCxn id="228" idx="6"/>
          </p:cNvCxnSpPr>
          <p:nvPr/>
        </p:nvCxnSpPr>
        <p:spPr>
          <a:xfrm flipH="1">
            <a:off x="9755906" y="1235922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连接符 234"/>
          <p:cNvCxnSpPr>
            <a:stCxn id="226" idx="3"/>
            <a:endCxn id="231" idx="7"/>
          </p:cNvCxnSpPr>
          <p:nvPr/>
        </p:nvCxnSpPr>
        <p:spPr>
          <a:xfrm flipH="1">
            <a:off x="10019235" y="1351840"/>
            <a:ext cx="511409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6" name="直接连接符 275"/>
          <p:cNvCxnSpPr>
            <a:stCxn id="272" idx="7"/>
            <a:endCxn id="274" idx="3"/>
          </p:cNvCxnSpPr>
          <p:nvPr/>
        </p:nvCxnSpPr>
        <p:spPr>
          <a:xfrm flipV="1">
            <a:off x="8949240" y="2219288"/>
            <a:ext cx="522829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直接连接符 276"/>
          <p:cNvCxnSpPr>
            <a:stCxn id="272" idx="6"/>
            <a:endCxn id="275" idx="2"/>
          </p:cNvCxnSpPr>
          <p:nvPr/>
        </p:nvCxnSpPr>
        <p:spPr>
          <a:xfrm>
            <a:off x="8997939" y="2596398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/>
          <p:cNvCxnSpPr>
            <a:stCxn id="273" idx="2"/>
            <a:endCxn id="274" idx="6"/>
          </p:cNvCxnSpPr>
          <p:nvPr/>
        </p:nvCxnSpPr>
        <p:spPr>
          <a:xfrm flipH="1">
            <a:off x="9755906" y="2103370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/>
          <p:cNvCxnSpPr>
            <a:stCxn id="273" idx="3"/>
            <a:endCxn id="275" idx="7"/>
          </p:cNvCxnSpPr>
          <p:nvPr/>
        </p:nvCxnSpPr>
        <p:spPr>
          <a:xfrm flipH="1">
            <a:off x="10016574" y="2219288"/>
            <a:ext cx="514070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/>
          <p:cNvCxnSpPr>
            <a:stCxn id="272" idx="0"/>
            <a:endCxn id="225" idx="4"/>
          </p:cNvCxnSpPr>
          <p:nvPr/>
        </p:nvCxnSpPr>
        <p:spPr>
          <a:xfrm flipV="1">
            <a:off x="8831671" y="1891654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直接连接符 294"/>
          <p:cNvCxnSpPr>
            <a:stCxn id="274" idx="0"/>
            <a:endCxn id="228" idx="4"/>
          </p:cNvCxnSpPr>
          <p:nvPr/>
        </p:nvCxnSpPr>
        <p:spPr>
          <a:xfrm flipV="1">
            <a:off x="9589638" y="1399855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直接连接符 297"/>
          <p:cNvCxnSpPr>
            <a:stCxn id="273" idx="0"/>
            <a:endCxn id="226" idx="4"/>
          </p:cNvCxnSpPr>
          <p:nvPr/>
        </p:nvCxnSpPr>
        <p:spPr>
          <a:xfrm flipV="1">
            <a:off x="10648213" y="1399855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/>
          <p:cNvCxnSpPr>
            <a:stCxn id="275" idx="0"/>
            <a:endCxn id="231" idx="4"/>
          </p:cNvCxnSpPr>
          <p:nvPr/>
        </p:nvCxnSpPr>
        <p:spPr>
          <a:xfrm flipV="1">
            <a:off x="9899005" y="1891654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矩形 306"/>
          <p:cNvSpPr/>
          <p:nvPr/>
        </p:nvSpPr>
        <p:spPr>
          <a:xfrm>
            <a:off x="5304000" y="3569218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 307"/>
          <p:cNvSpPr/>
          <p:nvPr/>
        </p:nvSpPr>
        <p:spPr>
          <a:xfrm>
            <a:off x="4882283" y="441057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 308"/>
          <p:cNvSpPr/>
          <p:nvPr/>
        </p:nvSpPr>
        <p:spPr>
          <a:xfrm>
            <a:off x="1390093" y="-2744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" name="矩形 309"/>
          <p:cNvSpPr/>
          <p:nvPr/>
        </p:nvSpPr>
        <p:spPr>
          <a:xfrm>
            <a:off x="8472000" y="548439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矩形 310"/>
          <p:cNvSpPr/>
          <p:nvPr/>
        </p:nvSpPr>
        <p:spPr>
          <a:xfrm>
            <a:off x="840000" y="3338893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椭圆 100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2" name="椭圆 101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3" name="椭圆 102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6" name="椭圆 105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椭圆 115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5" name="椭圆 224"/>
          <p:cNvSpPr/>
          <p:nvPr/>
        </p:nvSpPr>
        <p:spPr>
          <a:xfrm>
            <a:off x="8668064" y="156378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6" name="椭圆 225"/>
          <p:cNvSpPr/>
          <p:nvPr/>
        </p:nvSpPr>
        <p:spPr>
          <a:xfrm>
            <a:off x="10481945" y="107198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8" name="椭圆 227"/>
          <p:cNvSpPr/>
          <p:nvPr/>
        </p:nvSpPr>
        <p:spPr>
          <a:xfrm>
            <a:off x="9423370" y="107198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1" name="椭圆 230"/>
          <p:cNvSpPr/>
          <p:nvPr/>
        </p:nvSpPr>
        <p:spPr>
          <a:xfrm>
            <a:off x="9735398" y="156378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2" name="椭圆 271"/>
          <p:cNvSpPr/>
          <p:nvPr/>
        </p:nvSpPr>
        <p:spPr>
          <a:xfrm>
            <a:off x="8665403" y="24324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3" name="椭圆 272"/>
          <p:cNvSpPr/>
          <p:nvPr/>
        </p:nvSpPr>
        <p:spPr>
          <a:xfrm>
            <a:off x="10481945" y="1939437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4" name="椭圆 273"/>
          <p:cNvSpPr/>
          <p:nvPr/>
        </p:nvSpPr>
        <p:spPr>
          <a:xfrm>
            <a:off x="9423370" y="1939437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5" name="椭圆 274"/>
          <p:cNvSpPr/>
          <p:nvPr/>
        </p:nvSpPr>
        <p:spPr>
          <a:xfrm>
            <a:off x="9732737" y="24324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2" name="椭圆 161"/>
          <p:cNvSpPr/>
          <p:nvPr/>
        </p:nvSpPr>
        <p:spPr>
          <a:xfrm>
            <a:off x="965442" y="484782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椭圆 162"/>
          <p:cNvSpPr/>
          <p:nvPr/>
        </p:nvSpPr>
        <p:spPr>
          <a:xfrm>
            <a:off x="1625534" y="359063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椭圆 163"/>
          <p:cNvSpPr/>
          <p:nvPr/>
        </p:nvSpPr>
        <p:spPr>
          <a:xfrm>
            <a:off x="2261276" y="522856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椭圆 164"/>
          <p:cNvSpPr/>
          <p:nvPr/>
        </p:nvSpPr>
        <p:spPr>
          <a:xfrm>
            <a:off x="965442" y="406603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椭圆 165"/>
          <p:cNvSpPr/>
          <p:nvPr/>
        </p:nvSpPr>
        <p:spPr>
          <a:xfrm>
            <a:off x="2261276" y="359185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椭圆 166"/>
          <p:cNvSpPr/>
          <p:nvPr/>
        </p:nvSpPr>
        <p:spPr>
          <a:xfrm>
            <a:off x="2905001" y="406603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椭圆 167"/>
          <p:cNvSpPr/>
          <p:nvPr/>
        </p:nvSpPr>
        <p:spPr>
          <a:xfrm>
            <a:off x="1625534" y="522856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椭圆 174"/>
          <p:cNvSpPr/>
          <p:nvPr/>
        </p:nvSpPr>
        <p:spPr>
          <a:xfrm>
            <a:off x="2905001" y="484782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5" name="直接连接符 104"/>
          <p:cNvCxnSpPr>
            <a:stCxn id="133" idx="0"/>
            <a:endCxn id="139" idx="4"/>
          </p:cNvCxnSpPr>
          <p:nvPr/>
        </p:nvCxnSpPr>
        <p:spPr>
          <a:xfrm flipV="1">
            <a:off x="5183517" y="1709024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/>
          <p:cNvCxnSpPr>
            <a:stCxn id="133" idx="6"/>
            <a:endCxn id="161" idx="2"/>
          </p:cNvCxnSpPr>
          <p:nvPr/>
        </p:nvCxnSpPr>
        <p:spPr>
          <a:xfrm>
            <a:off x="5349785" y="2491289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135" idx="2"/>
            <a:endCxn id="139" idx="6"/>
          </p:cNvCxnSpPr>
          <p:nvPr/>
        </p:nvCxnSpPr>
        <p:spPr>
          <a:xfrm flipH="1">
            <a:off x="5349785" y="1545091"/>
            <a:ext cx="300930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/>
          <p:cNvCxnSpPr>
            <a:stCxn id="135" idx="6"/>
            <a:endCxn id="144" idx="2"/>
          </p:cNvCxnSpPr>
          <p:nvPr/>
        </p:nvCxnSpPr>
        <p:spPr>
          <a:xfrm>
            <a:off x="5983251" y="1545091"/>
            <a:ext cx="303205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/>
          <p:cNvCxnSpPr>
            <a:stCxn id="144" idx="6"/>
            <a:endCxn id="145" idx="2"/>
          </p:cNvCxnSpPr>
          <p:nvPr/>
        </p:nvCxnSpPr>
        <p:spPr>
          <a:xfrm>
            <a:off x="6618992" y="1545091"/>
            <a:ext cx="31346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直接连接符 127"/>
          <p:cNvCxnSpPr>
            <a:stCxn id="161" idx="6"/>
            <a:endCxn id="138" idx="2"/>
          </p:cNvCxnSpPr>
          <p:nvPr/>
        </p:nvCxnSpPr>
        <p:spPr>
          <a:xfrm>
            <a:off x="5985527" y="2491289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/>
          <p:cNvCxnSpPr>
            <a:stCxn id="178" idx="0"/>
            <a:endCxn id="145" idx="4"/>
          </p:cNvCxnSpPr>
          <p:nvPr/>
        </p:nvCxnSpPr>
        <p:spPr>
          <a:xfrm flipV="1">
            <a:off x="7098726" y="1709024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/>
          <p:cNvCxnSpPr>
            <a:stCxn id="138" idx="6"/>
            <a:endCxn id="178" idx="2"/>
          </p:cNvCxnSpPr>
          <p:nvPr/>
        </p:nvCxnSpPr>
        <p:spPr>
          <a:xfrm>
            <a:off x="6621269" y="2491289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3" name="椭圆 132"/>
          <p:cNvSpPr/>
          <p:nvPr/>
        </p:nvSpPr>
        <p:spPr>
          <a:xfrm>
            <a:off x="5017249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5" name="椭圆 134"/>
          <p:cNvSpPr/>
          <p:nvPr/>
        </p:nvSpPr>
        <p:spPr>
          <a:xfrm>
            <a:off x="5650715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8" name="椭圆 137"/>
          <p:cNvSpPr/>
          <p:nvPr/>
        </p:nvSpPr>
        <p:spPr>
          <a:xfrm>
            <a:off x="6288733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9" name="椭圆 138"/>
          <p:cNvSpPr/>
          <p:nvPr/>
        </p:nvSpPr>
        <p:spPr>
          <a:xfrm>
            <a:off x="5017249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4" name="椭圆 143"/>
          <p:cNvSpPr/>
          <p:nvPr/>
        </p:nvSpPr>
        <p:spPr>
          <a:xfrm>
            <a:off x="6286456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5" name="椭圆 144"/>
          <p:cNvSpPr/>
          <p:nvPr/>
        </p:nvSpPr>
        <p:spPr>
          <a:xfrm>
            <a:off x="6932458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1" name="椭圆 160"/>
          <p:cNvSpPr/>
          <p:nvPr/>
        </p:nvSpPr>
        <p:spPr>
          <a:xfrm>
            <a:off x="5652991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8" name="椭圆 177"/>
          <p:cNvSpPr/>
          <p:nvPr/>
        </p:nvSpPr>
        <p:spPr>
          <a:xfrm>
            <a:off x="6932458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80" name="直接连接符 179"/>
          <p:cNvCxnSpPr>
            <a:stCxn id="161" idx="0"/>
            <a:endCxn id="135" idx="4"/>
          </p:cNvCxnSpPr>
          <p:nvPr/>
        </p:nvCxnSpPr>
        <p:spPr>
          <a:xfrm flipH="1" flipV="1">
            <a:off x="5816983" y="1709024"/>
            <a:ext cx="2276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4" name="直接连接符 183"/>
          <p:cNvCxnSpPr>
            <a:stCxn id="138" idx="0"/>
            <a:endCxn id="144" idx="4"/>
          </p:cNvCxnSpPr>
          <p:nvPr/>
        </p:nvCxnSpPr>
        <p:spPr>
          <a:xfrm flipH="1" flipV="1">
            <a:off x="6452724" y="1709024"/>
            <a:ext cx="2277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/>
          <p:cNvCxnSpPr>
            <a:stCxn id="211" idx="2"/>
            <a:endCxn id="214" idx="7"/>
          </p:cNvCxnSpPr>
          <p:nvPr/>
        </p:nvCxnSpPr>
        <p:spPr>
          <a:xfrm flipH="1">
            <a:off x="5749539" y="3971379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8" name="直接连接符 187"/>
          <p:cNvCxnSpPr>
            <a:stCxn id="211" idx="6"/>
            <a:endCxn id="216" idx="2"/>
          </p:cNvCxnSpPr>
          <p:nvPr/>
        </p:nvCxnSpPr>
        <p:spPr>
          <a:xfrm>
            <a:off x="6458330" y="3971379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0" name="椭圆 209"/>
          <p:cNvSpPr/>
          <p:nvPr/>
        </p:nvSpPr>
        <p:spPr>
          <a:xfrm>
            <a:off x="5465702" y="506463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椭圆 210"/>
          <p:cNvSpPr/>
          <p:nvPr/>
        </p:nvSpPr>
        <p:spPr>
          <a:xfrm>
            <a:off x="6125794" y="380744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椭圆 212"/>
          <p:cNvSpPr/>
          <p:nvPr/>
        </p:nvSpPr>
        <p:spPr>
          <a:xfrm>
            <a:off x="6761536" y="544538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椭圆 213"/>
          <p:cNvSpPr/>
          <p:nvPr/>
        </p:nvSpPr>
        <p:spPr>
          <a:xfrm>
            <a:off x="5465702" y="428284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椭圆 215"/>
          <p:cNvSpPr/>
          <p:nvPr/>
        </p:nvSpPr>
        <p:spPr>
          <a:xfrm>
            <a:off x="6761536" y="38086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椭圆 216"/>
          <p:cNvSpPr/>
          <p:nvPr/>
        </p:nvSpPr>
        <p:spPr>
          <a:xfrm>
            <a:off x="7405261" y="4282850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8" name="椭圆 217"/>
          <p:cNvSpPr/>
          <p:nvPr/>
        </p:nvSpPr>
        <p:spPr>
          <a:xfrm>
            <a:off x="6125794" y="544538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9" name="椭圆 218"/>
          <p:cNvSpPr/>
          <p:nvPr/>
        </p:nvSpPr>
        <p:spPr>
          <a:xfrm>
            <a:off x="7405261" y="506463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1" name="直接连接符 220"/>
          <p:cNvCxnSpPr>
            <a:stCxn id="211" idx="5"/>
            <a:endCxn id="219" idx="1"/>
          </p:cNvCxnSpPr>
          <p:nvPr/>
        </p:nvCxnSpPr>
        <p:spPr>
          <a:xfrm>
            <a:off x="6409631" y="4087297"/>
            <a:ext cx="1044329" cy="1025354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/>
          <p:cNvCxnSpPr>
            <a:stCxn id="211" idx="4"/>
            <a:endCxn id="218" idx="0"/>
          </p:cNvCxnSpPr>
          <p:nvPr/>
        </p:nvCxnSpPr>
        <p:spPr>
          <a:xfrm>
            <a:off x="6292062" y="4135312"/>
            <a:ext cx="0" cy="131007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直接连接符 222"/>
          <p:cNvCxnSpPr>
            <a:stCxn id="211" idx="3"/>
            <a:endCxn id="210" idx="7"/>
          </p:cNvCxnSpPr>
          <p:nvPr/>
        </p:nvCxnSpPr>
        <p:spPr>
          <a:xfrm flipH="1">
            <a:off x="5749539" y="4087297"/>
            <a:ext cx="424954" cy="1025354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直接连接符 223"/>
          <p:cNvCxnSpPr>
            <a:stCxn id="216" idx="3"/>
            <a:endCxn id="210" idx="7"/>
          </p:cNvCxnSpPr>
          <p:nvPr/>
        </p:nvCxnSpPr>
        <p:spPr>
          <a:xfrm flipH="1">
            <a:off x="5749539" y="4088516"/>
            <a:ext cx="1060696" cy="102413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7" name="直接连接符 226"/>
          <p:cNvCxnSpPr>
            <a:stCxn id="216" idx="3"/>
            <a:endCxn id="214" idx="6"/>
          </p:cNvCxnSpPr>
          <p:nvPr/>
        </p:nvCxnSpPr>
        <p:spPr>
          <a:xfrm flipH="1">
            <a:off x="5798238" y="4088516"/>
            <a:ext cx="1011997" cy="358266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/>
          <p:cNvCxnSpPr>
            <a:stCxn id="216" idx="4"/>
            <a:endCxn id="219" idx="1"/>
          </p:cNvCxnSpPr>
          <p:nvPr/>
        </p:nvCxnSpPr>
        <p:spPr>
          <a:xfrm>
            <a:off x="6927804" y="4136531"/>
            <a:ext cx="526156" cy="97612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0" name="直接连接符 229"/>
          <p:cNvCxnSpPr>
            <a:stCxn id="217" idx="3"/>
            <a:endCxn id="218" idx="0"/>
          </p:cNvCxnSpPr>
          <p:nvPr/>
        </p:nvCxnSpPr>
        <p:spPr>
          <a:xfrm flipH="1">
            <a:off x="6292062" y="4562701"/>
            <a:ext cx="1161898" cy="882682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直接连接符 235"/>
          <p:cNvCxnSpPr>
            <a:stCxn id="217" idx="3"/>
            <a:endCxn id="213" idx="7"/>
          </p:cNvCxnSpPr>
          <p:nvPr/>
        </p:nvCxnSpPr>
        <p:spPr>
          <a:xfrm flipH="1">
            <a:off x="7045373" y="4562701"/>
            <a:ext cx="408587" cy="93069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/>
          <p:cNvCxnSpPr>
            <a:stCxn id="219" idx="3"/>
            <a:endCxn id="213" idx="6"/>
          </p:cNvCxnSpPr>
          <p:nvPr/>
        </p:nvCxnSpPr>
        <p:spPr>
          <a:xfrm flipH="1">
            <a:off x="7094072" y="5344487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直接连接符 237"/>
          <p:cNvCxnSpPr>
            <a:stCxn id="210" idx="6"/>
            <a:endCxn id="219" idx="2"/>
          </p:cNvCxnSpPr>
          <p:nvPr/>
        </p:nvCxnSpPr>
        <p:spPr>
          <a:xfrm>
            <a:off x="5798238" y="5228569"/>
            <a:ext cx="1607023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直接连接符 238"/>
          <p:cNvCxnSpPr>
            <a:stCxn id="214" idx="5"/>
            <a:endCxn id="219" idx="2"/>
          </p:cNvCxnSpPr>
          <p:nvPr/>
        </p:nvCxnSpPr>
        <p:spPr>
          <a:xfrm>
            <a:off x="5749539" y="4562700"/>
            <a:ext cx="1655722" cy="66586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/>
          <p:cNvCxnSpPr>
            <a:stCxn id="214" idx="5"/>
            <a:endCxn id="213" idx="1"/>
          </p:cNvCxnSpPr>
          <p:nvPr/>
        </p:nvCxnSpPr>
        <p:spPr>
          <a:xfrm>
            <a:off x="5749539" y="4562700"/>
            <a:ext cx="1060696" cy="930698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直接连接符 240"/>
          <p:cNvCxnSpPr>
            <a:stCxn id="210" idx="6"/>
            <a:endCxn id="213" idx="1"/>
          </p:cNvCxnSpPr>
          <p:nvPr/>
        </p:nvCxnSpPr>
        <p:spPr>
          <a:xfrm>
            <a:off x="5798238" y="5228569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直接连接符 241"/>
          <p:cNvCxnSpPr>
            <a:stCxn id="210" idx="5"/>
            <a:endCxn id="218" idx="2"/>
          </p:cNvCxnSpPr>
          <p:nvPr/>
        </p:nvCxnSpPr>
        <p:spPr>
          <a:xfrm>
            <a:off x="5749539" y="5344487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/>
          <p:cNvCxnSpPr>
            <a:stCxn id="214" idx="4"/>
            <a:endCxn id="218" idx="1"/>
          </p:cNvCxnSpPr>
          <p:nvPr/>
        </p:nvCxnSpPr>
        <p:spPr>
          <a:xfrm>
            <a:off x="5631970" y="4610715"/>
            <a:ext cx="542523" cy="882683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4195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92000" y="621000"/>
            <a:ext cx="3600000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1991194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矩形 120"/>
          <p:cNvSpPr/>
          <p:nvPr/>
        </p:nvSpPr>
        <p:spPr>
          <a:xfrm>
            <a:off x="2351194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矩形 121"/>
          <p:cNvSpPr/>
          <p:nvPr/>
        </p:nvSpPr>
        <p:spPr>
          <a:xfrm>
            <a:off x="2710388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/>
          <p:cNvSpPr/>
          <p:nvPr/>
        </p:nvSpPr>
        <p:spPr>
          <a:xfrm>
            <a:off x="3070388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/>
          <p:cNvSpPr/>
          <p:nvPr/>
        </p:nvSpPr>
        <p:spPr>
          <a:xfrm>
            <a:off x="3429582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/>
          <p:cNvSpPr/>
          <p:nvPr/>
        </p:nvSpPr>
        <p:spPr>
          <a:xfrm>
            <a:off x="3789582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/>
          <p:cNvSpPr/>
          <p:nvPr/>
        </p:nvSpPr>
        <p:spPr>
          <a:xfrm>
            <a:off x="4148776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/>
          <p:cNvSpPr/>
          <p:nvPr/>
        </p:nvSpPr>
        <p:spPr>
          <a:xfrm>
            <a:off x="4508776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5132482" y="645033"/>
          <a:ext cx="195812" cy="2916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98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32482" y="645033"/>
                        <a:ext cx="195812" cy="2916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下箭头 4"/>
          <p:cNvSpPr/>
          <p:nvPr/>
        </p:nvSpPr>
        <p:spPr>
          <a:xfrm>
            <a:off x="3737157" y="1094206"/>
            <a:ext cx="104850" cy="185812"/>
          </a:xfrm>
          <a:prstGeom prst="downArrow">
            <a:avLst>
              <a:gd name="adj1" fmla="val 38112"/>
              <a:gd name="adj2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3842007" y="103322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量化</a:t>
            </a:r>
          </a:p>
        </p:txBody>
      </p:sp>
      <p:sp>
        <p:nvSpPr>
          <p:cNvPr id="134" name="矩形 133"/>
          <p:cNvSpPr/>
          <p:nvPr/>
        </p:nvSpPr>
        <p:spPr>
          <a:xfrm>
            <a:off x="1992000" y="1465223"/>
            <a:ext cx="3600000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/>
          <p:cNvSpPr/>
          <p:nvPr/>
        </p:nvSpPr>
        <p:spPr>
          <a:xfrm>
            <a:off x="1991194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/>
          <p:cNvSpPr/>
          <p:nvPr/>
        </p:nvSpPr>
        <p:spPr>
          <a:xfrm>
            <a:off x="2351194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/>
          <p:cNvSpPr/>
          <p:nvPr/>
        </p:nvSpPr>
        <p:spPr>
          <a:xfrm>
            <a:off x="2706358" y="1465223"/>
            <a:ext cx="36403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/>
          <p:cNvSpPr/>
          <p:nvPr/>
        </p:nvSpPr>
        <p:spPr>
          <a:xfrm>
            <a:off x="3065552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/>
          <p:cNvSpPr/>
          <p:nvPr/>
        </p:nvSpPr>
        <p:spPr>
          <a:xfrm>
            <a:off x="3429582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矩形 142"/>
          <p:cNvSpPr/>
          <p:nvPr/>
        </p:nvSpPr>
        <p:spPr>
          <a:xfrm>
            <a:off x="3789582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矩形 145"/>
          <p:cNvSpPr/>
          <p:nvPr/>
        </p:nvSpPr>
        <p:spPr>
          <a:xfrm>
            <a:off x="4148776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矩形 146"/>
          <p:cNvSpPr/>
          <p:nvPr/>
        </p:nvSpPr>
        <p:spPr>
          <a:xfrm>
            <a:off x="4508776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/>
        </p:nvGraphicFramePr>
        <p:xfrm>
          <a:off x="5132482" y="1489256"/>
          <a:ext cx="195812" cy="2916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99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32482" y="1489256"/>
                        <a:ext cx="195812" cy="2916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矩形 6"/>
          <p:cNvSpPr/>
          <p:nvPr/>
        </p:nvSpPr>
        <p:spPr>
          <a:xfrm>
            <a:off x="2080846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9" name="矩形 148"/>
          <p:cNvSpPr/>
          <p:nvPr/>
        </p:nvSpPr>
        <p:spPr>
          <a:xfrm>
            <a:off x="2440040" y="1465223"/>
            <a:ext cx="268839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/>
          <p:cNvSpPr/>
          <p:nvPr/>
        </p:nvSpPr>
        <p:spPr>
          <a:xfrm>
            <a:off x="2798025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矩形 150"/>
          <p:cNvSpPr/>
          <p:nvPr/>
        </p:nvSpPr>
        <p:spPr>
          <a:xfrm>
            <a:off x="3164533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矩形 151"/>
          <p:cNvSpPr/>
          <p:nvPr/>
        </p:nvSpPr>
        <p:spPr>
          <a:xfrm>
            <a:off x="3522561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/>
          <p:cNvSpPr/>
          <p:nvPr/>
        </p:nvSpPr>
        <p:spPr>
          <a:xfrm>
            <a:off x="3880040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/>
          <p:cNvSpPr/>
          <p:nvPr/>
        </p:nvSpPr>
        <p:spPr>
          <a:xfrm>
            <a:off x="4237519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矩形 154"/>
          <p:cNvSpPr/>
          <p:nvPr/>
        </p:nvSpPr>
        <p:spPr>
          <a:xfrm>
            <a:off x="4599130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左大括号 7"/>
          <p:cNvSpPr/>
          <p:nvPr/>
        </p:nvSpPr>
        <p:spPr>
          <a:xfrm rot="16200000" flipH="1">
            <a:off x="2130966" y="387582"/>
            <a:ext cx="75242" cy="361187"/>
          </a:xfrm>
          <a:prstGeom prst="leftBrace">
            <a:avLst>
              <a:gd name="adj1" fmla="val 88406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文本框 155"/>
          <p:cNvSpPr txBox="1"/>
          <p:nvPr/>
        </p:nvSpPr>
        <p:spPr>
          <a:xfrm>
            <a:off x="1859591" y="282173"/>
            <a:ext cx="6078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</a:t>
            </a:r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比特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7" name="左大括号 156"/>
          <p:cNvSpPr/>
          <p:nvPr/>
        </p:nvSpPr>
        <p:spPr>
          <a:xfrm rot="16200000" flipH="1">
            <a:off x="2011554" y="1379490"/>
            <a:ext cx="45719" cy="92853"/>
          </a:xfrm>
          <a:prstGeom prst="leftBrace">
            <a:avLst>
              <a:gd name="adj1" fmla="val 88406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/>
          <p:cNvSpPr txBox="1"/>
          <p:nvPr/>
        </p:nvSpPr>
        <p:spPr>
          <a:xfrm>
            <a:off x="1765749" y="1149213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比特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左大括号 8"/>
          <p:cNvSpPr/>
          <p:nvPr/>
        </p:nvSpPr>
        <p:spPr>
          <a:xfrm rot="16200000">
            <a:off x="2137373" y="1639538"/>
            <a:ext cx="153281" cy="452053"/>
          </a:xfrm>
          <a:prstGeom prst="leftBrace">
            <a:avLst>
              <a:gd name="adj1" fmla="val 39572"/>
              <a:gd name="adj2" fmla="val 50000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下箭头 158"/>
          <p:cNvSpPr/>
          <p:nvPr/>
        </p:nvSpPr>
        <p:spPr>
          <a:xfrm>
            <a:off x="3737157" y="2280253"/>
            <a:ext cx="104850" cy="185812"/>
          </a:xfrm>
          <a:prstGeom prst="downArrow">
            <a:avLst>
              <a:gd name="adj1" fmla="val 38112"/>
              <a:gd name="adj2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文本框 159"/>
          <p:cNvSpPr txBox="1"/>
          <p:nvPr/>
        </p:nvSpPr>
        <p:spPr>
          <a:xfrm>
            <a:off x="3837607" y="221927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拼接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85" name="文本框 184"/>
          <p:cNvSpPr txBox="1"/>
          <p:nvPr/>
        </p:nvSpPr>
        <p:spPr>
          <a:xfrm>
            <a:off x="1973246" y="194393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组合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5" name="下箭头 204"/>
          <p:cNvSpPr/>
          <p:nvPr/>
        </p:nvSpPr>
        <p:spPr>
          <a:xfrm>
            <a:off x="3737157" y="3147153"/>
            <a:ext cx="104850" cy="185812"/>
          </a:xfrm>
          <a:prstGeom prst="downArrow">
            <a:avLst>
              <a:gd name="adj1" fmla="val 38112"/>
              <a:gd name="adj2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文本框 206"/>
          <p:cNvSpPr txBox="1"/>
          <p:nvPr/>
        </p:nvSpPr>
        <p:spPr>
          <a:xfrm>
            <a:off x="3837607" y="308617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还原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8" name="矩形 207"/>
          <p:cNvSpPr/>
          <p:nvPr/>
        </p:nvSpPr>
        <p:spPr>
          <a:xfrm>
            <a:off x="1992000" y="3497225"/>
            <a:ext cx="3600000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4" name="矩形 243"/>
          <p:cNvSpPr/>
          <p:nvPr/>
        </p:nvSpPr>
        <p:spPr>
          <a:xfrm>
            <a:off x="1991194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5" name="矩形 244"/>
          <p:cNvSpPr/>
          <p:nvPr/>
        </p:nvSpPr>
        <p:spPr>
          <a:xfrm>
            <a:off x="2351194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6" name="矩形 245"/>
          <p:cNvSpPr/>
          <p:nvPr/>
        </p:nvSpPr>
        <p:spPr>
          <a:xfrm>
            <a:off x="2710388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7" name="矩形 246"/>
          <p:cNvSpPr/>
          <p:nvPr/>
        </p:nvSpPr>
        <p:spPr>
          <a:xfrm>
            <a:off x="3065552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8" name="矩形 247"/>
          <p:cNvSpPr/>
          <p:nvPr/>
        </p:nvSpPr>
        <p:spPr>
          <a:xfrm>
            <a:off x="3429582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9" name="矩形 248"/>
          <p:cNvSpPr/>
          <p:nvPr/>
        </p:nvSpPr>
        <p:spPr>
          <a:xfrm>
            <a:off x="3789582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矩形 249"/>
          <p:cNvSpPr/>
          <p:nvPr/>
        </p:nvSpPr>
        <p:spPr>
          <a:xfrm>
            <a:off x="4148776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矩形 250"/>
          <p:cNvSpPr/>
          <p:nvPr/>
        </p:nvSpPr>
        <p:spPr>
          <a:xfrm>
            <a:off x="4508776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252" name="对象 251"/>
          <p:cNvGraphicFramePr>
            <a:graphicFrameLocks noChangeAspect="1"/>
          </p:cNvGraphicFramePr>
          <p:nvPr/>
        </p:nvGraphicFramePr>
        <p:xfrm>
          <a:off x="5132482" y="3521258"/>
          <a:ext cx="195812" cy="2916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00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2" name="对象 25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32482" y="3521258"/>
                        <a:ext cx="195812" cy="2916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3" name="矩形 252"/>
          <p:cNvSpPr/>
          <p:nvPr/>
        </p:nvSpPr>
        <p:spPr>
          <a:xfrm>
            <a:off x="2080846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4" name="矩形 253"/>
          <p:cNvSpPr/>
          <p:nvPr/>
        </p:nvSpPr>
        <p:spPr>
          <a:xfrm>
            <a:off x="2440040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5" name="矩形 254"/>
          <p:cNvSpPr/>
          <p:nvPr/>
        </p:nvSpPr>
        <p:spPr>
          <a:xfrm>
            <a:off x="2798025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6" name="矩形 255"/>
          <p:cNvSpPr/>
          <p:nvPr/>
        </p:nvSpPr>
        <p:spPr>
          <a:xfrm>
            <a:off x="3164533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7" name="矩形 256"/>
          <p:cNvSpPr/>
          <p:nvPr/>
        </p:nvSpPr>
        <p:spPr>
          <a:xfrm>
            <a:off x="3522561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8" name="矩形 257"/>
          <p:cNvSpPr/>
          <p:nvPr/>
        </p:nvSpPr>
        <p:spPr>
          <a:xfrm>
            <a:off x="3880040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9" name="矩形 258"/>
          <p:cNvSpPr/>
          <p:nvPr/>
        </p:nvSpPr>
        <p:spPr>
          <a:xfrm>
            <a:off x="4237519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0" name="矩形 259"/>
          <p:cNvSpPr/>
          <p:nvPr/>
        </p:nvSpPr>
        <p:spPr>
          <a:xfrm>
            <a:off x="4599130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1" name="左大括号 260"/>
          <p:cNvSpPr/>
          <p:nvPr/>
        </p:nvSpPr>
        <p:spPr>
          <a:xfrm rot="16200000" flipH="1">
            <a:off x="2011554" y="3411492"/>
            <a:ext cx="45719" cy="92853"/>
          </a:xfrm>
          <a:prstGeom prst="leftBrace">
            <a:avLst>
              <a:gd name="adj1" fmla="val 88406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文本框 261"/>
          <p:cNvSpPr txBox="1"/>
          <p:nvPr/>
        </p:nvSpPr>
        <p:spPr>
          <a:xfrm>
            <a:off x="1765749" y="3181215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比特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2976158" y="2663661"/>
            <a:ext cx="180040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2975352" y="2663661"/>
            <a:ext cx="183327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3335352" y="2663661"/>
            <a:ext cx="182521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3694546" y="2663661"/>
            <a:ext cx="182521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4054546" y="2663661"/>
            <a:ext cx="181715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79" name="对象 78"/>
          <p:cNvGraphicFramePr>
            <a:graphicFrameLocks noChangeAspect="1"/>
          </p:cNvGraphicFramePr>
          <p:nvPr/>
        </p:nvGraphicFramePr>
        <p:xfrm>
          <a:off x="4427154" y="2677457"/>
          <a:ext cx="195812" cy="2916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0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79" name="对象 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427154" y="2677457"/>
                        <a:ext cx="195812" cy="2916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左大括号 79"/>
          <p:cNvSpPr/>
          <p:nvPr/>
        </p:nvSpPr>
        <p:spPr>
          <a:xfrm rot="16200000" flipH="1">
            <a:off x="3034049" y="2511319"/>
            <a:ext cx="62735" cy="186529"/>
          </a:xfrm>
          <a:prstGeom prst="leftBrace">
            <a:avLst>
              <a:gd name="adj1" fmla="val 88406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/>
          <p:cNvSpPr txBox="1"/>
          <p:nvPr/>
        </p:nvSpPr>
        <p:spPr>
          <a:xfrm>
            <a:off x="2798025" y="2306599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比特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左大括号 81"/>
          <p:cNvSpPr/>
          <p:nvPr/>
        </p:nvSpPr>
        <p:spPr>
          <a:xfrm rot="16200000">
            <a:off x="2856012" y="1637446"/>
            <a:ext cx="153281" cy="452053"/>
          </a:xfrm>
          <a:prstGeom prst="leftBrace">
            <a:avLst>
              <a:gd name="adj1" fmla="val 39572"/>
              <a:gd name="adj2" fmla="val 50000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文本框 82"/>
          <p:cNvSpPr txBox="1"/>
          <p:nvPr/>
        </p:nvSpPr>
        <p:spPr>
          <a:xfrm>
            <a:off x="2691885" y="1941842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组合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左大括号 83"/>
          <p:cNvSpPr/>
          <p:nvPr/>
        </p:nvSpPr>
        <p:spPr>
          <a:xfrm rot="16200000">
            <a:off x="3580342" y="1643028"/>
            <a:ext cx="153281" cy="452053"/>
          </a:xfrm>
          <a:prstGeom prst="leftBrace">
            <a:avLst>
              <a:gd name="adj1" fmla="val 39572"/>
              <a:gd name="adj2" fmla="val 50000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/>
          <p:cNvSpPr txBox="1"/>
          <p:nvPr/>
        </p:nvSpPr>
        <p:spPr>
          <a:xfrm>
            <a:off x="3416215" y="19474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组合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6" name="左大括号 85"/>
          <p:cNvSpPr/>
          <p:nvPr/>
        </p:nvSpPr>
        <p:spPr>
          <a:xfrm rot="16200000">
            <a:off x="4296463" y="1637445"/>
            <a:ext cx="153281" cy="452053"/>
          </a:xfrm>
          <a:prstGeom prst="leftBrace">
            <a:avLst>
              <a:gd name="adj1" fmla="val 39572"/>
              <a:gd name="adj2" fmla="val 50000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文本框 86"/>
          <p:cNvSpPr txBox="1"/>
          <p:nvPr/>
        </p:nvSpPr>
        <p:spPr>
          <a:xfrm>
            <a:off x="4132336" y="1941841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组合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170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92000" y="621000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/>
          <p:cNvSpPr txBox="1"/>
          <p:nvPr/>
        </p:nvSpPr>
        <p:spPr>
          <a:xfrm>
            <a:off x="2346567" y="981000"/>
            <a:ext cx="13516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模型参数</a:t>
            </a:r>
            <a:r>
              <a:rPr lang="en-US" altLang="zh-CN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/</a:t>
            </a:r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梯度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1992000" y="1557000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椭圆 91"/>
          <p:cNvSpPr/>
          <p:nvPr/>
        </p:nvSpPr>
        <p:spPr>
          <a:xfrm>
            <a:off x="2064000" y="1629000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椭圆 92"/>
          <p:cNvSpPr/>
          <p:nvPr/>
        </p:nvSpPr>
        <p:spPr>
          <a:xfrm>
            <a:off x="2421300" y="1629000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椭圆 93"/>
          <p:cNvSpPr/>
          <p:nvPr/>
        </p:nvSpPr>
        <p:spPr>
          <a:xfrm>
            <a:off x="2778600" y="1629000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椭圆 94"/>
          <p:cNvSpPr/>
          <p:nvPr/>
        </p:nvSpPr>
        <p:spPr>
          <a:xfrm>
            <a:off x="3718075" y="1629000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6" name="对象 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75906404"/>
              </p:ext>
            </p:extLst>
          </p:nvPr>
        </p:nvGraphicFramePr>
        <p:xfrm>
          <a:off x="3262894" y="1557000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56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89" name="对象 8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262894" y="1557000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7" name="文本框 96"/>
          <p:cNvSpPr txBox="1"/>
          <p:nvPr/>
        </p:nvSpPr>
        <p:spPr>
          <a:xfrm>
            <a:off x="2570986" y="1917000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辅助变量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893781" y="590550"/>
            <a:ext cx="1008000" cy="4211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量化</a:t>
            </a:r>
            <a:endParaRPr lang="zh-CN" altLang="en-US" sz="14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6" name="直接箭头连接符 15"/>
          <p:cNvCxnSpPr>
            <a:stCxn id="2" idx="3"/>
            <a:endCxn id="12" idx="1"/>
          </p:cNvCxnSpPr>
          <p:nvPr/>
        </p:nvCxnSpPr>
        <p:spPr>
          <a:xfrm>
            <a:off x="4008000" y="801000"/>
            <a:ext cx="885781" cy="10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对象 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3129132"/>
              </p:ext>
            </p:extLst>
          </p:nvPr>
        </p:nvGraphicFramePr>
        <p:xfrm>
          <a:off x="4582416" y="795650"/>
          <a:ext cx="271392" cy="27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57" name="AxMath" r:id="rId5" imgW="235800" imgH="239040" progId="Equation.AxMath">
                  <p:embed/>
                </p:oleObj>
              </mc:Choice>
              <mc:Fallback>
                <p:oleObj name="AxMath" r:id="rId5" imgW="235800" imgH="2390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582416" y="795650"/>
                        <a:ext cx="271392" cy="273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0" name="肘形连接符 19"/>
          <p:cNvCxnSpPr>
            <a:stCxn id="91" idx="3"/>
          </p:cNvCxnSpPr>
          <p:nvPr/>
        </p:nvCxnSpPr>
        <p:spPr>
          <a:xfrm flipV="1">
            <a:off x="4008000" y="795650"/>
            <a:ext cx="576000" cy="941350"/>
          </a:xfrm>
          <a:prstGeom prst="bentConnector2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椭圆 112"/>
          <p:cNvSpPr/>
          <p:nvPr/>
        </p:nvSpPr>
        <p:spPr>
          <a:xfrm>
            <a:off x="2064000" y="693000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/>
          <p:cNvSpPr/>
          <p:nvPr/>
        </p:nvSpPr>
        <p:spPr>
          <a:xfrm>
            <a:off x="2421300" y="693000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/>
          <p:cNvSpPr/>
          <p:nvPr/>
        </p:nvSpPr>
        <p:spPr>
          <a:xfrm>
            <a:off x="2778600" y="693000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椭圆 115"/>
          <p:cNvSpPr/>
          <p:nvPr/>
        </p:nvSpPr>
        <p:spPr>
          <a:xfrm>
            <a:off x="3718075" y="693000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17" name="对象 1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404222"/>
              </p:ext>
            </p:extLst>
          </p:nvPr>
        </p:nvGraphicFramePr>
        <p:xfrm>
          <a:off x="3262894" y="621000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58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89" name="对象 8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262894" y="621000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" name="矩形 117"/>
          <p:cNvSpPr/>
          <p:nvPr/>
        </p:nvSpPr>
        <p:spPr>
          <a:xfrm>
            <a:off x="6240000" y="621000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椭圆 118"/>
          <p:cNvSpPr/>
          <p:nvPr/>
        </p:nvSpPr>
        <p:spPr>
          <a:xfrm>
            <a:off x="6312000" y="693000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椭圆 119"/>
          <p:cNvSpPr/>
          <p:nvPr/>
        </p:nvSpPr>
        <p:spPr>
          <a:xfrm>
            <a:off x="6669300" y="693000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/>
          <p:cNvSpPr/>
          <p:nvPr/>
        </p:nvSpPr>
        <p:spPr>
          <a:xfrm>
            <a:off x="7026600" y="693000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/>
          <p:cNvSpPr/>
          <p:nvPr/>
        </p:nvSpPr>
        <p:spPr>
          <a:xfrm>
            <a:off x="7966075" y="693000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30" name="对象 1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1691636"/>
              </p:ext>
            </p:extLst>
          </p:nvPr>
        </p:nvGraphicFramePr>
        <p:xfrm>
          <a:off x="7510894" y="621000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59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96" name="对象 9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510894" y="621000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1" name="直接箭头连接符 130"/>
          <p:cNvCxnSpPr>
            <a:stCxn id="12" idx="3"/>
            <a:endCxn id="118" idx="1"/>
          </p:cNvCxnSpPr>
          <p:nvPr/>
        </p:nvCxnSpPr>
        <p:spPr>
          <a:xfrm flipV="1">
            <a:off x="5901781" y="801000"/>
            <a:ext cx="338219" cy="10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矩形 131"/>
          <p:cNvSpPr/>
          <p:nvPr/>
        </p:nvSpPr>
        <p:spPr>
          <a:xfrm>
            <a:off x="6240000" y="1557000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椭圆 132"/>
          <p:cNvSpPr/>
          <p:nvPr/>
        </p:nvSpPr>
        <p:spPr>
          <a:xfrm>
            <a:off x="6312000" y="1629000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椭圆 134"/>
          <p:cNvSpPr/>
          <p:nvPr/>
        </p:nvSpPr>
        <p:spPr>
          <a:xfrm>
            <a:off x="6669300" y="1629000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椭圆 137"/>
          <p:cNvSpPr/>
          <p:nvPr/>
        </p:nvSpPr>
        <p:spPr>
          <a:xfrm>
            <a:off x="7026600" y="1629000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椭圆 138"/>
          <p:cNvSpPr/>
          <p:nvPr/>
        </p:nvSpPr>
        <p:spPr>
          <a:xfrm>
            <a:off x="7966075" y="1629000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03368857"/>
              </p:ext>
            </p:extLst>
          </p:nvPr>
        </p:nvGraphicFramePr>
        <p:xfrm>
          <a:off x="7510894" y="1557000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60" name="AxMath" r:id="rId9" imgW="151920" imgH="226800" progId="Equation.AxMath">
                  <p:embed/>
                </p:oleObj>
              </mc:Choice>
              <mc:Fallback>
                <p:oleObj name="AxMath" r:id="rId9" imgW="151920" imgH="226800" progId="Equation.AxMath">
                  <p:embed/>
                  <p:pic>
                    <p:nvPicPr>
                      <p:cNvPr id="130" name="对象 12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510894" y="1557000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5" name="直接箭头连接符 144"/>
          <p:cNvCxnSpPr>
            <a:stCxn id="118" idx="2"/>
            <a:endCxn id="132" idx="0"/>
          </p:cNvCxnSpPr>
          <p:nvPr/>
        </p:nvCxnSpPr>
        <p:spPr>
          <a:xfrm>
            <a:off x="7248000" y="981000"/>
            <a:ext cx="0" cy="57600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肘形连接符 160"/>
          <p:cNvCxnSpPr>
            <a:stCxn id="91" idx="3"/>
          </p:cNvCxnSpPr>
          <p:nvPr/>
        </p:nvCxnSpPr>
        <p:spPr>
          <a:xfrm flipV="1">
            <a:off x="4008000" y="1337410"/>
            <a:ext cx="3234600" cy="399590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2" name="对象 16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4616467"/>
              </p:ext>
            </p:extLst>
          </p:nvPr>
        </p:nvGraphicFramePr>
        <p:xfrm>
          <a:off x="6998904" y="1097991"/>
          <a:ext cx="271392" cy="27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61" name="AxMath" r:id="rId10" imgW="235800" imgH="239040" progId="Equation.AxMath">
                  <p:embed/>
                </p:oleObj>
              </mc:Choice>
              <mc:Fallback>
                <p:oleObj name="AxMath" r:id="rId10" imgW="235800" imgH="239040" progId="Equation.AxMath">
                  <p:embed/>
                  <p:pic>
                    <p:nvPicPr>
                      <p:cNvPr id="18" name="对象 17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6998904" y="1097991"/>
                        <a:ext cx="271392" cy="273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63" name="肘形连接符 162"/>
          <p:cNvCxnSpPr>
            <a:stCxn id="132" idx="2"/>
            <a:endCxn id="2" idx="1"/>
          </p:cNvCxnSpPr>
          <p:nvPr/>
        </p:nvCxnSpPr>
        <p:spPr>
          <a:xfrm rot="5400000" flipH="1">
            <a:off x="4062000" y="-1269000"/>
            <a:ext cx="1116000" cy="5256000"/>
          </a:xfrm>
          <a:prstGeom prst="bentConnector4">
            <a:avLst>
              <a:gd name="adj1" fmla="val -49161"/>
              <a:gd name="adj2" fmla="val 104349"/>
            </a:avLst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83631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圆角矩形 67"/>
          <p:cNvSpPr/>
          <p:nvPr/>
        </p:nvSpPr>
        <p:spPr>
          <a:xfrm>
            <a:off x="3337059" y="1458127"/>
            <a:ext cx="2800978" cy="101199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圆角矩形 32"/>
          <p:cNvSpPr/>
          <p:nvPr/>
        </p:nvSpPr>
        <p:spPr>
          <a:xfrm>
            <a:off x="6274090" y="1458127"/>
            <a:ext cx="2374694" cy="99717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3886852" y="1779352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/>
          <p:cNvSpPr txBox="1"/>
          <p:nvPr/>
        </p:nvSpPr>
        <p:spPr>
          <a:xfrm>
            <a:off x="3854555" y="2147522"/>
            <a:ext cx="20697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融合后的模型参数</a:t>
            </a:r>
            <a:r>
              <a:rPr lang="en-US" altLang="zh-CN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/</a:t>
            </a:r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梯度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3886852" y="2715352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椭圆 91"/>
          <p:cNvSpPr/>
          <p:nvPr/>
        </p:nvSpPr>
        <p:spPr>
          <a:xfrm>
            <a:off x="3958852" y="2787352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椭圆 92"/>
          <p:cNvSpPr/>
          <p:nvPr/>
        </p:nvSpPr>
        <p:spPr>
          <a:xfrm>
            <a:off x="4316152" y="2787352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椭圆 93"/>
          <p:cNvSpPr/>
          <p:nvPr/>
        </p:nvSpPr>
        <p:spPr>
          <a:xfrm>
            <a:off x="4673452" y="2787352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椭圆 94"/>
          <p:cNvSpPr/>
          <p:nvPr/>
        </p:nvSpPr>
        <p:spPr>
          <a:xfrm>
            <a:off x="5612927" y="2787352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6" name="对象 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59211713"/>
              </p:ext>
            </p:extLst>
          </p:nvPr>
        </p:nvGraphicFramePr>
        <p:xfrm>
          <a:off x="5157746" y="2715352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803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96" name="对象 9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57746" y="2715352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7" name="文本框 96"/>
          <p:cNvSpPr txBox="1"/>
          <p:nvPr/>
        </p:nvSpPr>
        <p:spPr>
          <a:xfrm>
            <a:off x="3878642" y="3069001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状态</a:t>
            </a:r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变量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7426090" y="1746127"/>
            <a:ext cx="1008000" cy="4211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量化</a:t>
            </a:r>
            <a:endParaRPr lang="zh-CN" altLang="en-US" sz="14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6" name="直接箭头连接符 15"/>
          <p:cNvCxnSpPr>
            <a:stCxn id="2" idx="3"/>
            <a:endCxn id="12" idx="1"/>
          </p:cNvCxnSpPr>
          <p:nvPr/>
        </p:nvCxnSpPr>
        <p:spPr>
          <a:xfrm flipV="1">
            <a:off x="5902852" y="1956677"/>
            <a:ext cx="1523238" cy="2675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对象 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2050068"/>
              </p:ext>
            </p:extLst>
          </p:nvPr>
        </p:nvGraphicFramePr>
        <p:xfrm>
          <a:off x="6476924" y="2002583"/>
          <a:ext cx="271392" cy="27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804" name="AxMath" r:id="rId5" imgW="235800" imgH="239040" progId="Equation.AxMath">
                  <p:embed/>
                </p:oleObj>
              </mc:Choice>
              <mc:Fallback>
                <p:oleObj name="AxMath" r:id="rId5" imgW="235800" imgH="239040" progId="Equation.AxMath">
                  <p:embed/>
                  <p:pic>
                    <p:nvPicPr>
                      <p:cNvPr id="18" name="对象 1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76924" y="2002583"/>
                        <a:ext cx="271392" cy="273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0" name="肘形连接符 19"/>
          <p:cNvCxnSpPr/>
          <p:nvPr/>
        </p:nvCxnSpPr>
        <p:spPr>
          <a:xfrm flipV="1">
            <a:off x="5909573" y="1954002"/>
            <a:ext cx="576000" cy="941350"/>
          </a:xfrm>
          <a:prstGeom prst="bentConnector2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椭圆 112"/>
          <p:cNvSpPr/>
          <p:nvPr/>
        </p:nvSpPr>
        <p:spPr>
          <a:xfrm>
            <a:off x="3958852" y="1851352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/>
          <p:cNvSpPr/>
          <p:nvPr/>
        </p:nvSpPr>
        <p:spPr>
          <a:xfrm>
            <a:off x="4316152" y="1851352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/>
          <p:cNvSpPr/>
          <p:nvPr/>
        </p:nvSpPr>
        <p:spPr>
          <a:xfrm>
            <a:off x="4673452" y="1851352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椭圆 115"/>
          <p:cNvSpPr/>
          <p:nvPr/>
        </p:nvSpPr>
        <p:spPr>
          <a:xfrm>
            <a:off x="5612927" y="1851352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17" name="对象 1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18764282"/>
              </p:ext>
            </p:extLst>
          </p:nvPr>
        </p:nvGraphicFramePr>
        <p:xfrm>
          <a:off x="5157746" y="1779352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805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17" name="对象 11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57746" y="1779352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" name="矩形 117"/>
          <p:cNvSpPr/>
          <p:nvPr/>
        </p:nvSpPr>
        <p:spPr>
          <a:xfrm>
            <a:off x="6922709" y="2715352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椭圆 118"/>
          <p:cNvSpPr/>
          <p:nvPr/>
        </p:nvSpPr>
        <p:spPr>
          <a:xfrm>
            <a:off x="6994709" y="2787352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椭圆 119"/>
          <p:cNvSpPr/>
          <p:nvPr/>
        </p:nvSpPr>
        <p:spPr>
          <a:xfrm>
            <a:off x="7352009" y="2787352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/>
          <p:cNvSpPr/>
          <p:nvPr/>
        </p:nvSpPr>
        <p:spPr>
          <a:xfrm>
            <a:off x="7709309" y="2787352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/>
          <p:cNvSpPr/>
          <p:nvPr/>
        </p:nvSpPr>
        <p:spPr>
          <a:xfrm>
            <a:off x="8648784" y="2787352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30" name="对象 1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1697526"/>
              </p:ext>
            </p:extLst>
          </p:nvPr>
        </p:nvGraphicFramePr>
        <p:xfrm>
          <a:off x="8193603" y="2715352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806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30" name="对象 12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193603" y="2715352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5368649" y="3873149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椭圆 132"/>
          <p:cNvSpPr/>
          <p:nvPr/>
        </p:nvSpPr>
        <p:spPr>
          <a:xfrm>
            <a:off x="5440649" y="3945149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椭圆 134"/>
          <p:cNvSpPr/>
          <p:nvPr/>
        </p:nvSpPr>
        <p:spPr>
          <a:xfrm>
            <a:off x="5797949" y="3945149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椭圆 137"/>
          <p:cNvSpPr/>
          <p:nvPr/>
        </p:nvSpPr>
        <p:spPr>
          <a:xfrm>
            <a:off x="6155249" y="3945149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椭圆 138"/>
          <p:cNvSpPr/>
          <p:nvPr/>
        </p:nvSpPr>
        <p:spPr>
          <a:xfrm>
            <a:off x="7094724" y="3945149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81456721"/>
              </p:ext>
            </p:extLst>
          </p:nvPr>
        </p:nvGraphicFramePr>
        <p:xfrm>
          <a:off x="6639543" y="3873149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807" name="AxMath" r:id="rId9" imgW="151920" imgH="226800" progId="Equation.AxMath">
                  <p:embed/>
                </p:oleObj>
              </mc:Choice>
              <mc:Fallback>
                <p:oleObj name="AxMath" r:id="rId9" imgW="151920" imgH="2268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639543" y="3873149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2" name="对象 16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18024690"/>
              </p:ext>
            </p:extLst>
          </p:nvPr>
        </p:nvGraphicFramePr>
        <p:xfrm>
          <a:off x="6368151" y="3420216"/>
          <a:ext cx="271392" cy="27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808" name="AxMath" r:id="rId10" imgW="235800" imgH="239040" progId="Equation.AxMath">
                  <p:embed/>
                </p:oleObj>
              </mc:Choice>
              <mc:Fallback>
                <p:oleObj name="AxMath" r:id="rId10" imgW="235800" imgH="239040" progId="Equation.AxMath">
                  <p:embed/>
                  <p:pic>
                    <p:nvPicPr>
                      <p:cNvPr id="162" name="对象 161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6368151" y="3420216"/>
                        <a:ext cx="271392" cy="273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63" name="肘形连接符 162"/>
          <p:cNvCxnSpPr>
            <a:stCxn id="132" idx="2"/>
          </p:cNvCxnSpPr>
          <p:nvPr/>
        </p:nvCxnSpPr>
        <p:spPr>
          <a:xfrm rot="5400000" flipH="1">
            <a:off x="3881917" y="1738418"/>
            <a:ext cx="2277885" cy="2711579"/>
          </a:xfrm>
          <a:prstGeom prst="bentConnector3">
            <a:avLst>
              <a:gd name="adj1" fmla="val -10036"/>
            </a:avLst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直接箭头连接符 163"/>
          <p:cNvCxnSpPr>
            <a:stCxn id="12" idx="2"/>
            <a:endCxn id="118" idx="0"/>
          </p:cNvCxnSpPr>
          <p:nvPr/>
        </p:nvCxnSpPr>
        <p:spPr>
          <a:xfrm>
            <a:off x="7930090" y="2167227"/>
            <a:ext cx="619" cy="548125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肘形连接符 3"/>
          <p:cNvCxnSpPr>
            <a:stCxn id="91" idx="2"/>
            <a:endCxn id="118" idx="2"/>
          </p:cNvCxnSpPr>
          <p:nvPr/>
        </p:nvCxnSpPr>
        <p:spPr>
          <a:xfrm rot="16200000" flipH="1">
            <a:off x="6412780" y="1557423"/>
            <a:ext cx="12700" cy="3035857"/>
          </a:xfrm>
          <a:prstGeom prst="bentConnector3">
            <a:avLst>
              <a:gd name="adj1" fmla="val 27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/>
          <p:cNvCxnSpPr/>
          <p:nvPr/>
        </p:nvCxnSpPr>
        <p:spPr>
          <a:xfrm flipH="1">
            <a:off x="6373949" y="3418158"/>
            <a:ext cx="34" cy="450207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/>
          <p:cNvSpPr txBox="1"/>
          <p:nvPr/>
        </p:nvSpPr>
        <p:spPr>
          <a:xfrm>
            <a:off x="7968000" y="3069000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量化</a:t>
            </a:r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后的值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241945"/>
              </p:ext>
            </p:extLst>
          </p:nvPr>
        </p:nvGraphicFramePr>
        <p:xfrm>
          <a:off x="3427405" y="2031472"/>
          <a:ext cx="271392" cy="27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809" name="AxMath" r:id="rId12" imgW="235800" imgH="239040" progId="Equation.AxMath">
                  <p:embed/>
                </p:oleObj>
              </mc:Choice>
              <mc:Fallback>
                <p:oleObj name="AxMath" r:id="rId12" imgW="235800" imgH="239040" progId="Equation.AxMath">
                  <p:embed/>
                  <p:pic>
                    <p:nvPicPr>
                      <p:cNvPr id="47" name="对象 46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427405" y="2031472"/>
                        <a:ext cx="271392" cy="273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2" name="肘形连接符 51"/>
          <p:cNvCxnSpPr>
            <a:stCxn id="2" idx="1"/>
          </p:cNvCxnSpPr>
          <p:nvPr/>
        </p:nvCxnSpPr>
        <p:spPr>
          <a:xfrm rot="10800000" flipH="1">
            <a:off x="3886851" y="1779352"/>
            <a:ext cx="1067783" cy="180000"/>
          </a:xfrm>
          <a:prstGeom prst="bentConnector4">
            <a:avLst>
              <a:gd name="adj1" fmla="val -21409"/>
              <a:gd name="adj2" fmla="val 227000"/>
            </a:avLst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/>
          <p:cNvSpPr txBox="1"/>
          <p:nvPr/>
        </p:nvSpPr>
        <p:spPr>
          <a:xfrm>
            <a:off x="7008603" y="1150350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差分压缩</a:t>
            </a:r>
          </a:p>
        </p:txBody>
      </p:sp>
      <p:sp>
        <p:nvSpPr>
          <p:cNvPr id="70" name="文本框 69"/>
          <p:cNvSpPr txBox="1"/>
          <p:nvPr/>
        </p:nvSpPr>
        <p:spPr>
          <a:xfrm>
            <a:off x="4150512" y="1150349"/>
            <a:ext cx="12618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压缩误差补偿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6419130" y="4233149"/>
            <a:ext cx="20697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模型参数</a:t>
            </a:r>
            <a:r>
              <a:rPr lang="en-US" altLang="zh-CN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/</a:t>
            </a:r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梯度的估计值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95081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/>
          <p:cNvGraphicFramePr>
            <a:graphicFrameLocks noChangeAspect="1"/>
          </p:cNvGraphicFramePr>
          <p:nvPr/>
        </p:nvGraphicFramePr>
        <p:xfrm>
          <a:off x="966616" y="1195389"/>
          <a:ext cx="4961410" cy="183055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65" name="AxMath" r:id="rId3" imgW="4664520" imgH="1721160" progId="Equation.AxMath">
                  <p:embed/>
                </p:oleObj>
              </mc:Choice>
              <mc:Fallback>
                <p:oleObj name="AxMath" r:id="rId3" imgW="4664520" imgH="1721160" progId="Equation.AxMath">
                  <p:embed/>
                  <p:pic>
                    <p:nvPicPr>
                      <p:cNvPr id="5" name="对象 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966616" y="1195389"/>
                        <a:ext cx="4961410" cy="183055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6908299" y="1195555"/>
          <a:ext cx="4338638" cy="1830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66" name="AxMath" r:id="rId5" imgW="4078080" imgH="1721160" progId="Equation.AxMath">
                  <p:embed/>
                </p:oleObj>
              </mc:Choice>
              <mc:Fallback>
                <p:oleObj name="AxMath" r:id="rId5" imgW="4078080" imgH="1721160" progId="Equation.AxMath">
                  <p:embed/>
                  <p:pic>
                    <p:nvPicPr>
                      <p:cNvPr id="7" name="对象 6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908299" y="1195555"/>
                        <a:ext cx="4338638" cy="1830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矩形 7"/>
          <p:cNvSpPr/>
          <p:nvPr/>
        </p:nvSpPr>
        <p:spPr>
          <a:xfrm>
            <a:off x="848500" y="1097005"/>
            <a:ext cx="5197642" cy="202732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6531225" y="1097004"/>
            <a:ext cx="5197642" cy="202732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1169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立方体 3"/>
          <p:cNvSpPr/>
          <p:nvPr/>
        </p:nvSpPr>
        <p:spPr>
          <a:xfrm>
            <a:off x="2208000" y="2061000"/>
            <a:ext cx="504000" cy="1296000"/>
          </a:xfrm>
          <a:prstGeom prst="cube">
            <a:avLst>
              <a:gd name="adj" fmla="val 82011"/>
            </a:avLst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立方体 4"/>
          <p:cNvSpPr/>
          <p:nvPr/>
        </p:nvSpPr>
        <p:spPr>
          <a:xfrm>
            <a:off x="3072000" y="2158374"/>
            <a:ext cx="648000" cy="1101250"/>
          </a:xfrm>
          <a:prstGeom prst="cube">
            <a:avLst>
              <a:gd name="adj" fmla="val 45219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立方体 5"/>
          <p:cNvSpPr/>
          <p:nvPr/>
        </p:nvSpPr>
        <p:spPr>
          <a:xfrm>
            <a:off x="4080000" y="2397686"/>
            <a:ext cx="432000" cy="622625"/>
          </a:xfrm>
          <a:prstGeom prst="cube">
            <a:avLst>
              <a:gd name="adj" fmla="val 45219"/>
            </a:avLst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立方体 7"/>
          <p:cNvSpPr/>
          <p:nvPr/>
        </p:nvSpPr>
        <p:spPr>
          <a:xfrm>
            <a:off x="5376000" y="2553342"/>
            <a:ext cx="504000" cy="311311"/>
          </a:xfrm>
          <a:prstGeom prst="cube">
            <a:avLst>
              <a:gd name="adj" fmla="val 29740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立方体 9"/>
          <p:cNvSpPr/>
          <p:nvPr/>
        </p:nvSpPr>
        <p:spPr>
          <a:xfrm>
            <a:off x="6240000" y="2605684"/>
            <a:ext cx="504000" cy="206626"/>
          </a:xfrm>
          <a:prstGeom prst="cube">
            <a:avLst>
              <a:gd name="adj" fmla="val 29740"/>
            </a:avLst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虚尾箭头 10"/>
          <p:cNvSpPr/>
          <p:nvPr/>
        </p:nvSpPr>
        <p:spPr>
          <a:xfrm>
            <a:off x="2784000" y="2621944"/>
            <a:ext cx="216000" cy="175316"/>
          </a:xfrm>
          <a:prstGeom prst="strip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虚尾箭头 12"/>
          <p:cNvSpPr/>
          <p:nvPr/>
        </p:nvSpPr>
        <p:spPr>
          <a:xfrm>
            <a:off x="3792000" y="2621944"/>
            <a:ext cx="216000" cy="175316"/>
          </a:xfrm>
          <a:prstGeom prst="stripedRightArrow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虚尾箭头 13"/>
          <p:cNvSpPr/>
          <p:nvPr/>
        </p:nvSpPr>
        <p:spPr>
          <a:xfrm>
            <a:off x="5952000" y="2621944"/>
            <a:ext cx="216000" cy="175316"/>
          </a:xfrm>
          <a:prstGeom prst="stripedRightArrow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虚尾箭头 14"/>
          <p:cNvSpPr/>
          <p:nvPr/>
        </p:nvSpPr>
        <p:spPr>
          <a:xfrm>
            <a:off x="5084765" y="2638934"/>
            <a:ext cx="216000" cy="175316"/>
          </a:xfrm>
          <a:prstGeom prst="strip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6" name="对象 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39066581"/>
              </p:ext>
            </p:extLst>
          </p:nvPr>
        </p:nvGraphicFramePr>
        <p:xfrm>
          <a:off x="4663514" y="2532042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81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63514" y="2532042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文本框 16"/>
          <p:cNvSpPr txBox="1"/>
          <p:nvPr/>
        </p:nvSpPr>
        <p:spPr>
          <a:xfrm>
            <a:off x="2122045" y="3356998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输入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474789" y="3020311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卷积层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544847" y="3020310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池化层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55462" y="3020310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卷积</a:t>
            </a:r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1" name="椭圆 20"/>
          <p:cNvSpPr/>
          <p:nvPr/>
        </p:nvSpPr>
        <p:spPr>
          <a:xfrm>
            <a:off x="7607039" y="1864921"/>
            <a:ext cx="72000" cy="72000"/>
          </a:xfrm>
          <a:prstGeom prst="ellipse">
            <a:avLst/>
          </a:prstGeom>
          <a:solidFill>
            <a:srgbClr val="497DAB"/>
          </a:solidFill>
          <a:ln>
            <a:solidFill>
              <a:srgbClr val="497D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7607039" y="2189888"/>
            <a:ext cx="72000" cy="72000"/>
          </a:xfrm>
          <a:prstGeom prst="ellipse">
            <a:avLst/>
          </a:prstGeom>
          <a:solidFill>
            <a:srgbClr val="497DAB"/>
          </a:solidFill>
          <a:ln>
            <a:solidFill>
              <a:srgbClr val="497D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7609739" y="2514855"/>
            <a:ext cx="72000" cy="72000"/>
          </a:xfrm>
          <a:prstGeom prst="ellipse">
            <a:avLst/>
          </a:prstGeom>
          <a:solidFill>
            <a:srgbClr val="497DAB"/>
          </a:solidFill>
          <a:ln>
            <a:solidFill>
              <a:srgbClr val="497D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7609739" y="3396172"/>
            <a:ext cx="72000" cy="72000"/>
          </a:xfrm>
          <a:prstGeom prst="ellipse">
            <a:avLst/>
          </a:prstGeom>
          <a:solidFill>
            <a:srgbClr val="497DAB"/>
          </a:solidFill>
          <a:ln>
            <a:solidFill>
              <a:srgbClr val="497D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8111039" y="2335963"/>
            <a:ext cx="72000" cy="72000"/>
          </a:xfrm>
          <a:prstGeom prst="ellipse">
            <a:avLst/>
          </a:prstGeom>
          <a:solidFill>
            <a:srgbClr val="497DAB"/>
          </a:solidFill>
          <a:ln>
            <a:solidFill>
              <a:srgbClr val="497D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8108976" y="2776310"/>
            <a:ext cx="72000" cy="72000"/>
          </a:xfrm>
          <a:prstGeom prst="ellipse">
            <a:avLst/>
          </a:prstGeom>
          <a:solidFill>
            <a:srgbClr val="497DAB"/>
          </a:solidFill>
          <a:ln>
            <a:solidFill>
              <a:srgbClr val="497D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5736834" y="3020309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池化层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119183" y="2195480"/>
            <a:ext cx="72000" cy="953808"/>
          </a:xfrm>
          <a:prstGeom prst="rect">
            <a:avLst/>
          </a:prstGeom>
          <a:solidFill>
            <a:srgbClr val="497DAB"/>
          </a:solidFill>
          <a:ln>
            <a:solidFill>
              <a:srgbClr val="497D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6860941" y="2681280"/>
            <a:ext cx="141300" cy="5420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右箭头 30"/>
          <p:cNvSpPr/>
          <p:nvPr/>
        </p:nvSpPr>
        <p:spPr>
          <a:xfrm>
            <a:off x="7306774" y="2683670"/>
            <a:ext cx="141300" cy="5420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2" name="对象 3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95648174"/>
              </p:ext>
            </p:extLst>
          </p:nvPr>
        </p:nvGraphicFramePr>
        <p:xfrm>
          <a:off x="7569911" y="2797260"/>
          <a:ext cx="172514" cy="256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82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6" name="对象 15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569911" y="2797260"/>
                        <a:ext cx="172514" cy="2569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0859532"/>
              </p:ext>
            </p:extLst>
          </p:nvPr>
        </p:nvGraphicFramePr>
        <p:xfrm>
          <a:off x="7569911" y="2959185"/>
          <a:ext cx="172514" cy="256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82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32" name="对象 3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569911" y="2959185"/>
                        <a:ext cx="172514" cy="2569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5" name="直接连接符 34"/>
          <p:cNvCxnSpPr>
            <a:stCxn id="21" idx="6"/>
            <a:endCxn id="25" idx="1"/>
          </p:cNvCxnSpPr>
          <p:nvPr/>
        </p:nvCxnSpPr>
        <p:spPr>
          <a:xfrm>
            <a:off x="7679039" y="1900921"/>
            <a:ext cx="442544" cy="445586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>
            <a:stCxn id="21" idx="6"/>
            <a:endCxn id="26" idx="1"/>
          </p:cNvCxnSpPr>
          <p:nvPr/>
        </p:nvCxnSpPr>
        <p:spPr>
          <a:xfrm>
            <a:off x="7679039" y="1900921"/>
            <a:ext cx="440481" cy="885933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/>
          <p:cNvCxnSpPr>
            <a:stCxn id="22" idx="6"/>
            <a:endCxn id="25" idx="2"/>
          </p:cNvCxnSpPr>
          <p:nvPr/>
        </p:nvCxnSpPr>
        <p:spPr>
          <a:xfrm>
            <a:off x="7679039" y="2225888"/>
            <a:ext cx="432000" cy="146075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>
            <a:stCxn id="22" idx="6"/>
            <a:endCxn id="26" idx="1"/>
          </p:cNvCxnSpPr>
          <p:nvPr/>
        </p:nvCxnSpPr>
        <p:spPr>
          <a:xfrm>
            <a:off x="7679039" y="2225888"/>
            <a:ext cx="440481" cy="560966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/>
          <p:cNvCxnSpPr>
            <a:stCxn id="23" idx="6"/>
            <a:endCxn id="25" idx="2"/>
          </p:cNvCxnSpPr>
          <p:nvPr/>
        </p:nvCxnSpPr>
        <p:spPr>
          <a:xfrm flipV="1">
            <a:off x="7681739" y="2371963"/>
            <a:ext cx="429300" cy="178892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/>
          <p:cNvCxnSpPr>
            <a:stCxn id="23" idx="6"/>
            <a:endCxn id="26" idx="2"/>
          </p:cNvCxnSpPr>
          <p:nvPr/>
        </p:nvCxnSpPr>
        <p:spPr>
          <a:xfrm>
            <a:off x="7681739" y="2550855"/>
            <a:ext cx="427237" cy="261455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24" idx="7"/>
            <a:endCxn id="25" idx="2"/>
          </p:cNvCxnSpPr>
          <p:nvPr/>
        </p:nvCxnSpPr>
        <p:spPr>
          <a:xfrm flipV="1">
            <a:off x="7671195" y="2371963"/>
            <a:ext cx="439844" cy="1034753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/>
          <p:cNvCxnSpPr>
            <a:stCxn id="26" idx="2"/>
            <a:endCxn id="24" idx="7"/>
          </p:cNvCxnSpPr>
          <p:nvPr/>
        </p:nvCxnSpPr>
        <p:spPr>
          <a:xfrm flipH="1">
            <a:off x="7671195" y="2812310"/>
            <a:ext cx="437781" cy="594406"/>
          </a:xfrm>
          <a:prstGeom prst="line">
            <a:avLst/>
          </a:prstGeom>
          <a:ln>
            <a:solidFill>
              <a:srgbClr val="497D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文本框 59"/>
          <p:cNvSpPr txBox="1"/>
          <p:nvPr/>
        </p:nvSpPr>
        <p:spPr>
          <a:xfrm>
            <a:off x="7377424" y="3468172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全连接</a:t>
            </a:r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7924210" y="2958495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63" name="直接连接符 62"/>
          <p:cNvCxnSpPr/>
          <p:nvPr/>
        </p:nvCxnSpPr>
        <p:spPr>
          <a:xfrm>
            <a:off x="2860398" y="2830956"/>
            <a:ext cx="0" cy="202405"/>
          </a:xfrm>
          <a:prstGeom prst="line">
            <a:avLst/>
          </a:prstGeom>
          <a:ln w="158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/>
          <p:cNvCxnSpPr/>
          <p:nvPr/>
        </p:nvCxnSpPr>
        <p:spPr>
          <a:xfrm>
            <a:off x="3868012" y="2830955"/>
            <a:ext cx="0" cy="202405"/>
          </a:xfrm>
          <a:prstGeom prst="line">
            <a:avLst/>
          </a:prstGeom>
          <a:ln w="15875">
            <a:solidFill>
              <a:srgbClr val="DBDBD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/>
          <p:cNvCxnSpPr/>
          <p:nvPr/>
        </p:nvCxnSpPr>
        <p:spPr>
          <a:xfrm>
            <a:off x="5178627" y="2851830"/>
            <a:ext cx="0" cy="202405"/>
          </a:xfrm>
          <a:prstGeom prst="line">
            <a:avLst/>
          </a:prstGeom>
          <a:ln w="158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/>
          <p:cNvCxnSpPr/>
          <p:nvPr/>
        </p:nvCxnSpPr>
        <p:spPr>
          <a:xfrm>
            <a:off x="6059999" y="2839549"/>
            <a:ext cx="0" cy="202405"/>
          </a:xfrm>
          <a:prstGeom prst="line">
            <a:avLst/>
          </a:prstGeom>
          <a:ln w="15875">
            <a:solidFill>
              <a:srgbClr val="DBDBD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6869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6161</TotalTime>
  <Words>666</Words>
  <Application>Microsoft Office PowerPoint</Application>
  <PresentationFormat>宽屏</PresentationFormat>
  <Paragraphs>393</Paragraphs>
  <Slides>27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35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Equation.AxMath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74</cp:revision>
  <dcterms:created xsi:type="dcterms:W3CDTF">2023-12-04T03:10:27Z</dcterms:created>
  <dcterms:modified xsi:type="dcterms:W3CDTF">2023-12-27T10:46:19Z</dcterms:modified>
</cp:coreProperties>
</file>